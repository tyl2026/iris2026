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17" r:id="rId2"/>
    <p:sldId id="340" r:id="rId3"/>
    <p:sldId id="335" r:id="rId4"/>
    <p:sldId id="330" r:id="rId5"/>
    <p:sldId id="325" r:id="rId6"/>
    <p:sldId id="322" r:id="rId7"/>
    <p:sldId id="324" r:id="rId8"/>
    <p:sldId id="323" r:id="rId9"/>
    <p:sldId id="326" r:id="rId10"/>
    <p:sldId id="337" r:id="rId11"/>
    <p:sldId id="339" r:id="rId12"/>
    <p:sldId id="338" r:id="rId13"/>
    <p:sldId id="331" r:id="rId14"/>
    <p:sldId id="309" r:id="rId15"/>
    <p:sldId id="315" r:id="rId16"/>
    <p:sldId id="310" r:id="rId17"/>
    <p:sldId id="328" r:id="rId18"/>
    <p:sldId id="333" r:id="rId19"/>
    <p:sldId id="332" r:id="rId20"/>
    <p:sldId id="318" r:id="rId21"/>
    <p:sldId id="336" r:id="rId22"/>
    <p:sldId id="341" r:id="rId23"/>
    <p:sldId id="28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998"/>
    <a:srgbClr val="00479D"/>
    <a:srgbClr val="CDCDCD"/>
    <a:srgbClr val="ED7D31"/>
    <a:srgbClr val="00A9E4"/>
    <a:srgbClr val="DBDBDB"/>
    <a:srgbClr val="ECECEC"/>
    <a:srgbClr val="F8B62D"/>
    <a:srgbClr val="D2E0EE"/>
    <a:srgbClr val="13A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0" autoAdjust="0"/>
    <p:restoredTop sz="89519" autoAdjust="0"/>
  </p:normalViewPr>
  <p:slideViewPr>
    <p:cSldViewPr snapToGrid="0" snapToObjects="1">
      <p:cViewPr>
        <p:scale>
          <a:sx n="75" d="100"/>
          <a:sy n="75" d="100"/>
        </p:scale>
        <p:origin x="624" y="5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668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28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8391BC3-00D6-9082-E155-428A716B2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ABE563-5E18-C634-149C-8CB05FE8B2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A92F2-4348-4541-94CD-D459305EC35C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1E95F9-8646-3B55-929D-A0CF01A36F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7BD765-2F69-06BB-50ED-7289D079F6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395DC-27E5-424D-89FF-4F540AD579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75600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DCBBD-DAE4-3940-A18C-33AA2CA6B044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FDC85-FEAD-674C-A520-3FCB62AD4E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274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7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60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545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009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355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495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220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953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91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712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8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D3C5E4-4FBD-4994-B894-B3DD9CF990A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96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1890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FDC85-FEAD-674C-A520-3FCB62AD4EE3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721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1.svg"/><Relationship Id="rId2" Type="http://schemas.openxmlformats.org/officeDocument/2006/relationships/image" Target="../media/image8.png"/><Relationship Id="rId16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7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-AI(可编辑)-08">
            <a:extLst>
              <a:ext uri="{FF2B5EF4-FFF2-40B4-BE49-F238E27FC236}">
                <a16:creationId xmlns:a16="http://schemas.microsoft.com/office/drawing/2014/main" id="{F27B3F2C-F1AF-85E1-4823-214921A89F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9345" y="-72390"/>
            <a:ext cx="1896110" cy="192405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7655134-927D-EE6F-EFFE-C8B9F8A8D579}"/>
              </a:ext>
            </a:extLst>
          </p:cNvPr>
          <p:cNvGrpSpPr/>
          <p:nvPr userDrawn="1"/>
        </p:nvGrpSpPr>
        <p:grpSpPr>
          <a:xfrm>
            <a:off x="7103532" y="1720074"/>
            <a:ext cx="5128111" cy="5136579"/>
            <a:chOff x="7103532" y="1720074"/>
            <a:chExt cx="5128111" cy="5136579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0" t="-3000" r="-11000"/>
            </a:stretch>
          </a:blipFill>
        </p:grpSpPr>
        <p:sp>
          <p:nvSpPr>
            <p:cNvPr id="5" name="圆角矩形 27">
              <a:extLst>
                <a:ext uri="{FF2B5EF4-FFF2-40B4-BE49-F238E27FC236}">
                  <a16:creationId xmlns:a16="http://schemas.microsoft.com/office/drawing/2014/main" id="{6AB3B232-8955-F20D-1E40-01BD81243E98}"/>
                </a:ext>
              </a:extLst>
            </p:cNvPr>
            <p:cNvSpPr/>
            <p:nvPr/>
          </p:nvSpPr>
          <p:spPr>
            <a:xfrm>
              <a:off x="8805332" y="5140608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圆角矩形 35">
              <a:extLst>
                <a:ext uri="{FF2B5EF4-FFF2-40B4-BE49-F238E27FC236}">
                  <a16:creationId xmlns:a16="http://schemas.microsoft.com/office/drawing/2014/main" id="{C0ED0D80-E73D-990B-7586-7BC6DBAE22D5}"/>
                </a:ext>
              </a:extLst>
            </p:cNvPr>
            <p:cNvSpPr/>
            <p:nvPr/>
          </p:nvSpPr>
          <p:spPr>
            <a:xfrm>
              <a:off x="8805332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圆角矩形 36">
              <a:extLst>
                <a:ext uri="{FF2B5EF4-FFF2-40B4-BE49-F238E27FC236}">
                  <a16:creationId xmlns:a16="http://schemas.microsoft.com/office/drawing/2014/main" id="{10E51CEE-B64F-2B6A-69DE-EDDD16CDADB2}"/>
                </a:ext>
              </a:extLst>
            </p:cNvPr>
            <p:cNvSpPr/>
            <p:nvPr/>
          </p:nvSpPr>
          <p:spPr>
            <a:xfrm>
              <a:off x="7103532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圆角矩形 37">
              <a:extLst>
                <a:ext uri="{FF2B5EF4-FFF2-40B4-BE49-F238E27FC236}">
                  <a16:creationId xmlns:a16="http://schemas.microsoft.com/office/drawing/2014/main" id="{D734340D-B43D-0B3B-C575-ABB22A6EC6DF}"/>
                </a:ext>
              </a:extLst>
            </p:cNvPr>
            <p:cNvSpPr/>
            <p:nvPr/>
          </p:nvSpPr>
          <p:spPr>
            <a:xfrm>
              <a:off x="10515598" y="3430341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圆角矩形 38">
              <a:extLst>
                <a:ext uri="{FF2B5EF4-FFF2-40B4-BE49-F238E27FC236}">
                  <a16:creationId xmlns:a16="http://schemas.microsoft.com/office/drawing/2014/main" id="{5056C819-5E66-9286-D0F4-634EB45CD515}"/>
                </a:ext>
              </a:extLst>
            </p:cNvPr>
            <p:cNvSpPr/>
            <p:nvPr/>
          </p:nvSpPr>
          <p:spPr>
            <a:xfrm>
              <a:off x="8805332" y="1720074"/>
              <a:ext cx="1716045" cy="1716045"/>
            </a:xfrm>
            <a:prstGeom prst="roundRect">
              <a:avLst>
                <a:gd name="adj" fmla="val 117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kumimoji="1" lang="zh-CN" altLang="en-US" dirty="0"/>
            </a:p>
          </p:txBody>
        </p:sp>
      </p:grpSp>
      <p:pic>
        <p:nvPicPr>
          <p:cNvPr id="10" name="图片 9" descr="PPT-AI(可编辑)-08">
            <a:extLst>
              <a:ext uri="{FF2B5EF4-FFF2-40B4-BE49-F238E27FC236}">
                <a16:creationId xmlns:a16="http://schemas.microsoft.com/office/drawing/2014/main" id="{367011BB-A7FF-BC0B-F52F-B0A75B62EE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5430" y="1616075"/>
            <a:ext cx="1896110" cy="192405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A429606-5680-6A5A-9248-829803404A43}"/>
              </a:ext>
            </a:extLst>
          </p:cNvPr>
          <p:cNvSpPr/>
          <p:nvPr userDrawn="1"/>
        </p:nvSpPr>
        <p:spPr>
          <a:xfrm>
            <a:off x="6884670" y="5988204"/>
            <a:ext cx="291973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spc="100" dirty="0">
                <a:solidFill>
                  <a:srgbClr val="00A9E4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科技呵护健康</a:t>
            </a:r>
            <a:r>
              <a:rPr lang="en-US" altLang="zh-CN" sz="1600" spc="100" dirty="0">
                <a:solidFill>
                  <a:srgbClr val="00A9E4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 </a:t>
            </a:r>
            <a:r>
              <a:rPr lang="zh-CN" altLang="en-US" sz="1600" spc="100" dirty="0">
                <a:solidFill>
                  <a:srgbClr val="00A9E4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孪生</a:t>
            </a:r>
            <a:r>
              <a:rPr lang="zh-CN" altLang="en-US" sz="1600" spc="100" dirty="0">
                <a:solidFill>
                  <a:schemeClr val="bg1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助力成功</a:t>
            </a:r>
          </a:p>
        </p:txBody>
      </p:sp>
      <p:pic>
        <p:nvPicPr>
          <p:cNvPr id="12" name="图片 11" descr="东华医为修改项3-08">
            <a:extLst>
              <a:ext uri="{FF2B5EF4-FFF2-40B4-BE49-F238E27FC236}">
                <a16:creationId xmlns:a16="http://schemas.microsoft.com/office/drawing/2014/main" id="{704C2D75-097A-D28D-3219-587F1040FB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14915" y="6055995"/>
            <a:ext cx="1404000" cy="20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02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东华医为修改项3-09">
            <a:extLst>
              <a:ext uri="{FF2B5EF4-FFF2-40B4-BE49-F238E27FC236}">
                <a16:creationId xmlns:a16="http://schemas.microsoft.com/office/drawing/2014/main" id="{11822585-63C6-807B-BF72-29A6A8B3DB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944000" cy="1946983"/>
          </a:xfrm>
          <a:prstGeom prst="rect">
            <a:avLst/>
          </a:prstGeom>
        </p:spPr>
      </p:pic>
      <p:pic>
        <p:nvPicPr>
          <p:cNvPr id="4" name="图片 3" descr="东华医为修改项3-10">
            <a:extLst>
              <a:ext uri="{FF2B5EF4-FFF2-40B4-BE49-F238E27FC236}">
                <a16:creationId xmlns:a16="http://schemas.microsoft.com/office/drawing/2014/main" id="{EF0F2034-FA3D-A97C-3825-950D614272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03846" y="4914000"/>
            <a:ext cx="997680" cy="194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935F0-35D2-0182-D422-3A917045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28" y="350742"/>
            <a:ext cx="9079139" cy="530316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04799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18208289-59FD-1E51-8461-E8076F2EFE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70767" y="334578"/>
            <a:ext cx="1647598" cy="245605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ACB7F9-4DDB-EDEA-55EB-5F3ED82C6075}"/>
              </a:ext>
            </a:extLst>
          </p:cNvPr>
          <p:cNvGrpSpPr/>
          <p:nvPr userDrawn="1"/>
        </p:nvGrpSpPr>
        <p:grpSpPr>
          <a:xfrm rot="16200000" flipH="1">
            <a:off x="10872062" y="-99825"/>
            <a:ext cx="177204" cy="1592716"/>
            <a:chOff x="-2390281" y="3270671"/>
            <a:chExt cx="304219" cy="273433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3CAE879-026B-8F81-16E0-040D4C761AFE}"/>
                </a:ext>
              </a:extLst>
            </p:cNvPr>
            <p:cNvSpPr/>
            <p:nvPr/>
          </p:nvSpPr>
          <p:spPr>
            <a:xfrm>
              <a:off x="-2390279" y="3270671"/>
              <a:ext cx="304217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9810458-2EB5-569E-8ABA-9FCF4A65C80D}"/>
                </a:ext>
              </a:extLst>
            </p:cNvPr>
            <p:cNvSpPr/>
            <p:nvPr/>
          </p:nvSpPr>
          <p:spPr>
            <a:xfrm>
              <a:off x="-2390281" y="357687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CB11CE4-1A03-4446-329B-D7B6864A419B}"/>
                </a:ext>
              </a:extLst>
            </p:cNvPr>
            <p:cNvSpPr/>
            <p:nvPr/>
          </p:nvSpPr>
          <p:spPr>
            <a:xfrm>
              <a:off x="-2390281" y="3884367"/>
              <a:ext cx="304219" cy="304220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2003A7A-457D-B52B-9BF9-8E89C562C820}"/>
                </a:ext>
              </a:extLst>
            </p:cNvPr>
            <p:cNvSpPr/>
            <p:nvPr/>
          </p:nvSpPr>
          <p:spPr>
            <a:xfrm>
              <a:off x="-2390281" y="4495722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96D72CA-663F-4A7B-8107-BDA1628D5558}"/>
                </a:ext>
              </a:extLst>
            </p:cNvPr>
            <p:cNvSpPr/>
            <p:nvPr/>
          </p:nvSpPr>
          <p:spPr>
            <a:xfrm>
              <a:off x="-2390281" y="5098530"/>
              <a:ext cx="304219" cy="304219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EC087E06-F251-F034-1AAB-8B4FFD1B07E5}"/>
                </a:ext>
              </a:extLst>
            </p:cNvPr>
            <p:cNvSpPr/>
            <p:nvPr/>
          </p:nvSpPr>
          <p:spPr>
            <a:xfrm>
              <a:off x="-2390281" y="5700788"/>
              <a:ext cx="304219" cy="304219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6061E0F-0C7E-6D94-8908-64AA48E41A35}"/>
              </a:ext>
            </a:extLst>
          </p:cNvPr>
          <p:cNvGrpSpPr/>
          <p:nvPr userDrawn="1"/>
        </p:nvGrpSpPr>
        <p:grpSpPr>
          <a:xfrm>
            <a:off x="173804" y="6506022"/>
            <a:ext cx="1593193" cy="177204"/>
            <a:chOff x="56804" y="6625098"/>
            <a:chExt cx="1593193" cy="17720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1F1D06EB-5C2C-DF25-33B7-0BE8D08BA62D}"/>
                </a:ext>
              </a:extLst>
            </p:cNvPr>
            <p:cNvSpPr/>
            <p:nvPr/>
          </p:nvSpPr>
          <p:spPr>
            <a:xfrm rot="5400000">
              <a:off x="1472793" y="6625098"/>
              <a:ext cx="177203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EA4F7357-742D-A2DD-8CE8-92D4B0C7D50C}"/>
                </a:ext>
              </a:extLst>
            </p:cNvPr>
            <p:cNvSpPr/>
            <p:nvPr/>
          </p:nvSpPr>
          <p:spPr>
            <a:xfrm rot="5400000">
              <a:off x="1293955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290B964D-B7EA-9A2A-166E-298B9C7A9E6C}"/>
                </a:ext>
              </a:extLst>
            </p:cNvPr>
            <p:cNvSpPr/>
            <p:nvPr/>
          </p:nvSpPr>
          <p:spPr>
            <a:xfrm rot="5400000">
              <a:off x="1114846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B84AD412-A781-3ABB-8DF8-67CB95C4A249}"/>
                </a:ext>
              </a:extLst>
            </p:cNvPr>
            <p:cNvSpPr/>
            <p:nvPr/>
          </p:nvSpPr>
          <p:spPr>
            <a:xfrm rot="5400000">
              <a:off x="758739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5B723822-A8D8-19EA-5C8A-74F709B65BCC}"/>
                </a:ext>
              </a:extLst>
            </p:cNvPr>
            <p:cNvSpPr/>
            <p:nvPr/>
          </p:nvSpPr>
          <p:spPr>
            <a:xfrm rot="5400000">
              <a:off x="407611" y="6625098"/>
              <a:ext cx="177204" cy="177204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93DC582-610A-E283-F653-FB71D460E3B8}"/>
                </a:ext>
              </a:extLst>
            </p:cNvPr>
            <p:cNvSpPr/>
            <p:nvPr/>
          </p:nvSpPr>
          <p:spPr>
            <a:xfrm rot="5400000">
              <a:off x="56804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94204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8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orient="horz" pos="379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2F4DF8A4-9FA7-351A-9C50-266F5CB9C75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3830" y="1285338"/>
            <a:ext cx="1764000" cy="12046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C8BA4A1-5913-B2B3-A1C6-910C0E513898}"/>
              </a:ext>
            </a:extLst>
          </p:cNvPr>
          <p:cNvSpPr/>
          <p:nvPr userDrawn="1"/>
        </p:nvSpPr>
        <p:spPr>
          <a:xfrm>
            <a:off x="749562" y="1077956"/>
            <a:ext cx="33762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THANKS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B3BBAE9D-8578-91D0-4368-04E65C9C39DC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2531" y="3354822"/>
            <a:ext cx="1476000" cy="119446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288A0AA4-AC19-A683-A4C8-7394D9AB279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8593" y="2163635"/>
            <a:ext cx="2412000" cy="288759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718B61E3-7D1C-28C5-FBC1-FB1CDC417777}"/>
              </a:ext>
            </a:extLst>
          </p:cNvPr>
          <p:cNvGrpSpPr/>
          <p:nvPr userDrawn="1"/>
        </p:nvGrpSpPr>
        <p:grpSpPr>
          <a:xfrm>
            <a:off x="7350886" y="918815"/>
            <a:ext cx="4208615" cy="614332"/>
            <a:chOff x="7390589" y="1194568"/>
            <a:chExt cx="4208615" cy="614332"/>
          </a:xfrm>
        </p:grpSpPr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29DFCFB1-F7DD-8ED9-411B-AF7428922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99598" y="1717231"/>
              <a:ext cx="1933028" cy="91669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E38485F-C760-09A9-3B13-0C9056E582EC}"/>
                </a:ext>
              </a:extLst>
            </p:cNvPr>
            <p:cNvSpPr txBox="1"/>
            <p:nvPr/>
          </p:nvSpPr>
          <p:spPr>
            <a:xfrm>
              <a:off x="7390589" y="1194568"/>
              <a:ext cx="4208615" cy="369332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altLang="en-US" sz="17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医为使命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E5A71AE-5223-ECB9-6C8D-A0DC09B523ED}"/>
                </a:ext>
              </a:extLst>
            </p:cNvPr>
            <p:cNvSpPr txBox="1"/>
            <p:nvPr/>
          </p:nvSpPr>
          <p:spPr>
            <a:xfrm>
              <a:off x="8351970" y="1251307"/>
              <a:ext cx="3247234" cy="26161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iMEDWAY</a:t>
              </a:r>
              <a:r>
                <a:rPr lang="en-US" altLang="zh-CN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  MISSION</a:t>
              </a:r>
              <a:endPara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070476E-4044-B5B7-6938-FAF22D87141E}"/>
              </a:ext>
            </a:extLst>
          </p:cNvPr>
          <p:cNvGrpSpPr/>
          <p:nvPr userDrawn="1"/>
        </p:nvGrpSpPr>
        <p:grpSpPr>
          <a:xfrm>
            <a:off x="7350884" y="2978738"/>
            <a:ext cx="4208616" cy="616735"/>
            <a:chOff x="7390587" y="3629899"/>
            <a:chExt cx="4208616" cy="616735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B4D0FFE-0804-AD8A-5FE4-8E6FB51DA413}"/>
                </a:ext>
              </a:extLst>
            </p:cNvPr>
            <p:cNvGrpSpPr/>
            <p:nvPr/>
          </p:nvGrpSpPr>
          <p:grpSpPr>
            <a:xfrm>
              <a:off x="7390587" y="3629899"/>
              <a:ext cx="4208616" cy="366254"/>
              <a:chOff x="7390587" y="3629899"/>
              <a:chExt cx="4208616" cy="366254"/>
            </a:xfrm>
          </p:grpSpPr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2BB191B-FCCE-77A9-FBCD-33D7B9ED7329}"/>
                  </a:ext>
                </a:extLst>
              </p:cNvPr>
              <p:cNvSpPr txBox="1"/>
              <p:nvPr/>
            </p:nvSpPr>
            <p:spPr>
              <a:xfrm>
                <a:off x="7390587" y="3629899"/>
                <a:ext cx="4208615" cy="36625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178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医为价值观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C78A94D-9FAC-675C-A7A4-CEFDFDAB955D}"/>
                  </a:ext>
                </a:extLst>
              </p:cNvPr>
              <p:cNvSpPr txBox="1"/>
              <p:nvPr/>
            </p:nvSpPr>
            <p:spPr>
              <a:xfrm>
                <a:off x="8606313" y="3686638"/>
                <a:ext cx="2992890" cy="26161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iMEDWAY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 VALUES</a:t>
                </a:r>
                <a:endPara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pic>
          <p:nvPicPr>
            <p:cNvPr id="35" name="图形 34">
              <a:extLst>
                <a:ext uri="{FF2B5EF4-FFF2-40B4-BE49-F238E27FC236}">
                  <a16:creationId xmlns:a16="http://schemas.microsoft.com/office/drawing/2014/main" id="{CDCDAA43-F429-4FFA-6813-7D30A74B4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81788" y="4151384"/>
              <a:ext cx="2657475" cy="95250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85C2DDF-7F84-BC83-AC14-664405E426AC}"/>
              </a:ext>
            </a:extLst>
          </p:cNvPr>
          <p:cNvGrpSpPr/>
          <p:nvPr userDrawn="1"/>
        </p:nvGrpSpPr>
        <p:grpSpPr>
          <a:xfrm>
            <a:off x="7350886" y="1796623"/>
            <a:ext cx="4208615" cy="918640"/>
            <a:chOff x="7390589" y="2251297"/>
            <a:chExt cx="4208615" cy="918640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03EF522B-E96C-AA61-4AB4-B66B84D82D6B}"/>
                </a:ext>
              </a:extLst>
            </p:cNvPr>
            <p:cNvGrpSpPr/>
            <p:nvPr/>
          </p:nvGrpSpPr>
          <p:grpSpPr>
            <a:xfrm>
              <a:off x="7390589" y="2251297"/>
              <a:ext cx="4208615" cy="366254"/>
              <a:chOff x="7390589" y="2257093"/>
              <a:chExt cx="4208615" cy="366254"/>
            </a:xfrm>
          </p:grpSpPr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4D8E3D8-BA56-ED25-3915-08389384CB03}"/>
                  </a:ext>
                </a:extLst>
              </p:cNvPr>
              <p:cNvSpPr txBox="1"/>
              <p:nvPr/>
            </p:nvSpPr>
            <p:spPr>
              <a:xfrm>
                <a:off x="7390589" y="2257093"/>
                <a:ext cx="4208615" cy="366254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zh-CN" altLang="en-US" sz="178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医为愿景</a:t>
                </a: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A3C0C7E-0718-5981-01F5-910DFFFC3855}"/>
                  </a:ext>
                </a:extLst>
              </p:cNvPr>
              <p:cNvSpPr txBox="1"/>
              <p:nvPr/>
            </p:nvSpPr>
            <p:spPr>
              <a:xfrm>
                <a:off x="8351970" y="2313832"/>
                <a:ext cx="3247234" cy="26161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en-US" altLang="zh-CN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iMEDWAY</a:t>
                </a:r>
                <a:r>
                  <a:rPr lang="en-US" altLang="zh-CN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 VISION</a:t>
                </a:r>
                <a:endParaRPr lang="zh-CN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1672AF8C-F778-A730-B0AC-98A6B09D8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512978" y="2950862"/>
              <a:ext cx="4086225" cy="219075"/>
            </a:xfrm>
            <a:prstGeom prst="rect">
              <a:avLst/>
            </a:prstGeom>
          </p:spPr>
        </p:pic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73FFD23-0B8E-82C5-E62C-D3A7D5AEE44F}"/>
              </a:ext>
            </a:extLst>
          </p:cNvPr>
          <p:cNvGrpSpPr/>
          <p:nvPr userDrawn="1"/>
        </p:nvGrpSpPr>
        <p:grpSpPr>
          <a:xfrm>
            <a:off x="7390588" y="4620913"/>
            <a:ext cx="4168911" cy="1318491"/>
            <a:chOff x="7390588" y="4620913"/>
            <a:chExt cx="4168911" cy="1318491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623814C-85F0-92EF-9F3F-50EB3D5D5A49}"/>
                </a:ext>
              </a:extLst>
            </p:cNvPr>
            <p:cNvGrpSpPr/>
            <p:nvPr userDrawn="1"/>
          </p:nvGrpSpPr>
          <p:grpSpPr>
            <a:xfrm>
              <a:off x="7390588" y="4620913"/>
              <a:ext cx="4168911" cy="816069"/>
              <a:chOff x="7390588" y="4620913"/>
              <a:chExt cx="4168911" cy="816069"/>
            </a:xfrm>
          </p:grpSpPr>
          <p:pic>
            <p:nvPicPr>
              <p:cNvPr id="8" name="图形 7">
                <a:extLst>
                  <a:ext uri="{FF2B5EF4-FFF2-40B4-BE49-F238E27FC236}">
                    <a16:creationId xmlns:a16="http://schemas.microsoft.com/office/drawing/2014/main" id="{ADD3CBA6-541F-D706-1C54-09B647FF69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501979" y="4620913"/>
                <a:ext cx="1404000" cy="209294"/>
              </a:xfrm>
              <a:prstGeom prst="rect">
                <a:avLst/>
              </a:prstGeom>
            </p:spPr>
          </p:pic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76150D1-3EE4-128B-84FD-BDF691664F18}"/>
                  </a:ext>
                </a:extLst>
              </p:cNvPr>
              <p:cNvSpPr txBox="1"/>
              <p:nvPr/>
            </p:nvSpPr>
            <p:spPr>
              <a:xfrm>
                <a:off x="7390588" y="4943919"/>
                <a:ext cx="4168911" cy="310854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zh-CN" altLang="en-US" sz="141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东华医为科技有限公司</a:t>
                </a: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D7CEE33-D620-6968-233B-BAF09D613F52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7402663" y="5190761"/>
                <a:ext cx="4156835" cy="246221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l"/>
                <a:r>
                  <a:rPr lang="en-US" altLang="zh-CN" sz="1000" spc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iMEDWAY</a:t>
                </a:r>
                <a:r>
                  <a:rPr lang="en-US" altLang="zh-CN" sz="1000" spc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  Technology   Co.,  Ltd.</a:t>
                </a:r>
                <a:endParaRPr lang="zh-CN" altLang="en-US" sz="1000" spc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9303578-7877-F706-DE1B-8C855199D677}"/>
                </a:ext>
              </a:extLst>
            </p:cNvPr>
            <p:cNvSpPr txBox="1"/>
            <p:nvPr userDrawn="1"/>
          </p:nvSpPr>
          <p:spPr>
            <a:xfrm>
              <a:off x="7402664" y="5441430"/>
              <a:ext cx="4156834" cy="225446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altLang="en-US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北京市海淀区中关村紫金数码园</a:t>
              </a:r>
              <a:r>
                <a:rPr lang="en-US" altLang="zh-CN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</a:t>
              </a:r>
              <a:r>
                <a:rPr lang="zh-CN" altLang="en-US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号楼东华合创大厦</a:t>
              </a:r>
              <a:r>
                <a:rPr lang="en-US" altLang="zh-CN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14</a:t>
              </a:r>
              <a:r>
                <a:rPr lang="zh-CN" altLang="en-US" sz="86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层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FB7ED3B-FF29-C996-D0B1-A6DEFDAFC435}"/>
                </a:ext>
              </a:extLst>
            </p:cNvPr>
            <p:cNvSpPr txBox="1"/>
            <p:nvPr userDrawn="1"/>
          </p:nvSpPr>
          <p:spPr>
            <a:xfrm>
              <a:off x="7402664" y="5596231"/>
              <a:ext cx="4156833" cy="203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14/F, DHC Mansion No.3, Violet Golden Digital Park, </a:t>
              </a:r>
              <a:r>
                <a:rPr lang="en-US" altLang="zh-CN" sz="72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Zhongguancun</a:t>
              </a:r>
              <a:r>
                <a:rPr lang="en-US" altLang="zh-CN" sz="7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, Beijing</a:t>
              </a:r>
              <a:endParaRPr lang="zh-CN" altLang="en-US" sz="7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7DD4CC19-4800-B0F2-C836-85E553C33B8A}"/>
                </a:ext>
              </a:extLst>
            </p:cNvPr>
            <p:cNvSpPr txBox="1"/>
            <p:nvPr userDrawn="1"/>
          </p:nvSpPr>
          <p:spPr>
            <a:xfrm>
              <a:off x="7402664" y="5736271"/>
              <a:ext cx="4156833" cy="20313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7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www.iMedway.com</a:t>
              </a:r>
              <a:endParaRPr lang="zh-CN" altLang="en-US" sz="72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pic>
        <p:nvPicPr>
          <p:cNvPr id="5" name="图形 4">
            <a:extLst>
              <a:ext uri="{FF2B5EF4-FFF2-40B4-BE49-F238E27FC236}">
                <a16:creationId xmlns:a16="http://schemas.microsoft.com/office/drawing/2014/main" id="{61CDB4F7-209B-837D-102E-C83F277E161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7012" y="2303596"/>
            <a:ext cx="3672000" cy="208535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1DAA5D58-4800-8031-BBEB-8D94E1D6E08C}"/>
              </a:ext>
            </a:extLst>
          </p:cNvPr>
          <p:cNvGrpSpPr/>
          <p:nvPr userDrawn="1"/>
        </p:nvGrpSpPr>
        <p:grpSpPr>
          <a:xfrm flipH="1">
            <a:off x="1013748" y="2005808"/>
            <a:ext cx="1593193" cy="177204"/>
            <a:chOff x="56804" y="6625098"/>
            <a:chExt cx="1593193" cy="177204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A475307-628F-D023-FB65-75A0881B0A31}"/>
                </a:ext>
              </a:extLst>
            </p:cNvPr>
            <p:cNvSpPr/>
            <p:nvPr/>
          </p:nvSpPr>
          <p:spPr>
            <a:xfrm rot="5400000">
              <a:off x="1472793" y="6625098"/>
              <a:ext cx="177203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694AB72-E55B-A08C-498C-FEC49FA7642A}"/>
                </a:ext>
              </a:extLst>
            </p:cNvPr>
            <p:cNvSpPr/>
            <p:nvPr/>
          </p:nvSpPr>
          <p:spPr>
            <a:xfrm rot="5400000">
              <a:off x="1293955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71D777D-4EFE-EF6A-6500-2330E9368875}"/>
                </a:ext>
              </a:extLst>
            </p:cNvPr>
            <p:cNvSpPr/>
            <p:nvPr/>
          </p:nvSpPr>
          <p:spPr>
            <a:xfrm rot="5400000">
              <a:off x="1114846" y="6625098"/>
              <a:ext cx="177204" cy="17720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4EDEBA1-843D-C3F4-F900-6DC90D0931A8}"/>
                </a:ext>
              </a:extLst>
            </p:cNvPr>
            <p:cNvSpPr/>
            <p:nvPr/>
          </p:nvSpPr>
          <p:spPr>
            <a:xfrm rot="5400000">
              <a:off x="758739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3011D772-40D3-389E-95A5-B032B0D134DC}"/>
                </a:ext>
              </a:extLst>
            </p:cNvPr>
            <p:cNvSpPr/>
            <p:nvPr/>
          </p:nvSpPr>
          <p:spPr>
            <a:xfrm rot="5400000">
              <a:off x="407611" y="6625098"/>
              <a:ext cx="177204" cy="177204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BDA5AA69-3242-F50A-3ADD-F5D5880359CF}"/>
                </a:ext>
              </a:extLst>
            </p:cNvPr>
            <p:cNvSpPr/>
            <p:nvPr/>
          </p:nvSpPr>
          <p:spPr>
            <a:xfrm rot="5400000">
              <a:off x="56804" y="6625098"/>
              <a:ext cx="177204" cy="17720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275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B6D6DBC-71FB-350E-4315-10D44F5ED0AB}"/>
              </a:ext>
            </a:extLst>
          </p:cNvPr>
          <p:cNvGrpSpPr/>
          <p:nvPr userDrawn="1"/>
        </p:nvGrpSpPr>
        <p:grpSpPr>
          <a:xfrm>
            <a:off x="-1201781" y="13933"/>
            <a:ext cx="304219" cy="1997347"/>
            <a:chOff x="-1608182" y="0"/>
            <a:chExt cx="380274" cy="2496684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C0CC3D59-765E-A071-93CF-2FDC8A2C3039}"/>
                </a:ext>
              </a:extLst>
            </p:cNvPr>
            <p:cNvSpPr/>
            <p:nvPr userDrawn="1"/>
          </p:nvSpPr>
          <p:spPr>
            <a:xfrm>
              <a:off x="-1608182" y="0"/>
              <a:ext cx="380274" cy="380274"/>
            </a:xfrm>
            <a:prstGeom prst="roundRect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C8A02AD-B41A-7491-9E2C-6E825136FBBF}"/>
                </a:ext>
              </a:extLst>
            </p:cNvPr>
            <p:cNvSpPr/>
            <p:nvPr userDrawn="1"/>
          </p:nvSpPr>
          <p:spPr>
            <a:xfrm>
              <a:off x="-1608182" y="380274"/>
              <a:ext cx="380274" cy="380274"/>
            </a:xfrm>
            <a:prstGeom prst="roundRect">
              <a:avLst/>
            </a:prstGeom>
            <a:solidFill>
              <a:srgbClr val="00A9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1109047-5A52-E2E5-990B-84EDD04406A8}"/>
                </a:ext>
              </a:extLst>
            </p:cNvPr>
            <p:cNvSpPr/>
            <p:nvPr userDrawn="1"/>
          </p:nvSpPr>
          <p:spPr>
            <a:xfrm>
              <a:off x="-1608182" y="760548"/>
              <a:ext cx="380274" cy="380274"/>
            </a:xfrm>
            <a:prstGeom prst="roundRect">
              <a:avLst/>
            </a:prstGeom>
            <a:solidFill>
              <a:srgbClr val="F8B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669267D-36C6-7458-C74F-5B0A542F8D90}"/>
                </a:ext>
              </a:extLst>
            </p:cNvPr>
            <p:cNvSpPr/>
            <p:nvPr userDrawn="1"/>
          </p:nvSpPr>
          <p:spPr>
            <a:xfrm>
              <a:off x="-1608182" y="1140823"/>
              <a:ext cx="380274" cy="380274"/>
            </a:xfrm>
            <a:prstGeom prst="roundRect">
              <a:avLst/>
            </a:prstGeom>
            <a:solidFill>
              <a:srgbClr val="13AE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D0F161E-485D-E2E9-82C7-CCFDF261E84E}"/>
                </a:ext>
              </a:extLst>
            </p:cNvPr>
            <p:cNvSpPr/>
            <p:nvPr userDrawn="1"/>
          </p:nvSpPr>
          <p:spPr>
            <a:xfrm>
              <a:off x="-1608182" y="1521097"/>
              <a:ext cx="380274" cy="3802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2052E543-7F1C-8A42-21A3-B70F67918EB3}"/>
                </a:ext>
              </a:extLst>
            </p:cNvPr>
            <p:cNvSpPr/>
            <p:nvPr userDrawn="1"/>
          </p:nvSpPr>
          <p:spPr>
            <a:xfrm>
              <a:off x="-1608182" y="2116410"/>
              <a:ext cx="380274" cy="38027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1" r:id="rId2"/>
    <p:sldLayoutId id="2147483650" r:id="rId3"/>
    <p:sldLayoutId id="2147483655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78" y="941232"/>
            <a:ext cx="2859868" cy="4194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21385" y="2199640"/>
            <a:ext cx="728350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600" dirty="0">
                <a:solidFill>
                  <a:srgbClr val="004799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东华医为</a:t>
            </a:r>
            <a:r>
              <a:rPr lang="en-US" altLang="zh-CN" sz="4600" dirty="0">
                <a:solidFill>
                  <a:srgbClr val="004799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4600" dirty="0">
                <a:solidFill>
                  <a:srgbClr val="004799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设计规范</a:t>
            </a:r>
            <a:endParaRPr lang="en-US" altLang="zh-CN" sz="4600" dirty="0">
              <a:solidFill>
                <a:srgbClr val="004799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63930" y="3053198"/>
            <a:ext cx="429701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spc="10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</a:rPr>
              <a:t>PPT</a:t>
            </a:r>
            <a:r>
              <a:rPr lang="zh-CN" altLang="en-US" sz="2600" spc="10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</a:rPr>
              <a:t>规范设计相关事项介绍</a:t>
            </a:r>
          </a:p>
        </p:txBody>
      </p:sp>
      <p:sp>
        <p:nvSpPr>
          <p:cNvPr id="8" name="矩形 7"/>
          <p:cNvSpPr/>
          <p:nvPr/>
        </p:nvSpPr>
        <p:spPr>
          <a:xfrm>
            <a:off x="966258" y="5132782"/>
            <a:ext cx="1973617" cy="7918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提报人：李娜</a:t>
            </a:r>
            <a:r>
              <a:rPr lang="en-US" altLang="zh-CN" sz="160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0923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提报时间：202</a:t>
            </a:r>
            <a:r>
              <a:rPr lang="en-US" altLang="zh-CN" sz="160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5</a:t>
            </a:r>
            <a:r>
              <a:rPr lang="zh-CN" altLang="en-US" sz="160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/</a:t>
            </a:r>
            <a:r>
              <a:rPr lang="en-US" altLang="zh-CN" sz="160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12</a:t>
            </a:r>
            <a:endParaRPr lang="zh-CN" altLang="en-US" sz="1600" dirty="0">
              <a:solidFill>
                <a:srgbClr val="004799"/>
              </a:solidFill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788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E33AF-9B9B-FB9A-6451-194FA03D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更新点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722344-0333-F00B-473A-A190C229758B}"/>
              </a:ext>
            </a:extLst>
          </p:cNvPr>
          <p:cNvSpPr txBox="1"/>
          <p:nvPr/>
        </p:nvSpPr>
        <p:spPr>
          <a:xfrm>
            <a:off x="4288343" y="1940451"/>
            <a:ext cx="3615315" cy="297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20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本次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PPT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模板更新点：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1.Logo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由原来的右下角变更至右上角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2.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统一配色，规范色彩使用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3.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规范字体、字号、行距、段距要求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4.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增加点标题表达形式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5.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增加表格及架构图等图形类配色样式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633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27200" y="1815465"/>
            <a:ext cx="213868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8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目</a:t>
            </a:r>
          </a:p>
          <a:p>
            <a:pPr algn="r"/>
            <a:r>
              <a:rPr lang="zh-CN" altLang="en-US" sz="68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录</a:t>
            </a:r>
            <a:endParaRPr lang="en-US" altLang="zh-CN" sz="6800" b="1" kern="2500" spc="160" dirty="0">
              <a:solidFill>
                <a:srgbClr val="004799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10100" y="1975485"/>
            <a:ext cx="5546725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</a:t>
            </a:r>
            <a:r>
              <a:rPr lang="zh-CN" altLang="en-US" sz="37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1</a:t>
            </a:r>
            <a:r>
              <a:rPr lang="en-US" altLang="zh-CN" sz="37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/</a:t>
            </a:r>
            <a:r>
              <a:rPr lang="en-US" altLang="zh-CN" sz="36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</a:t>
            </a:r>
            <a:r>
              <a:rPr lang="zh-CN" altLang="en-US" sz="28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基础规范</a:t>
            </a:r>
            <a:endParaRPr lang="zh-CN" altLang="en-US" sz="2600" b="1" kern="2500" spc="160" dirty="0">
              <a:solidFill>
                <a:srgbClr val="004799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52645" y="2897928"/>
            <a:ext cx="5037455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02/</a:t>
            </a:r>
            <a:r>
              <a:rPr lang="en-US" altLang="zh-CN" sz="24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</a:t>
            </a:r>
            <a:r>
              <a:rPr lang="zh-CN" altLang="en-US" sz="2800" b="1" kern="2500" spc="16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注意事项</a:t>
            </a:r>
            <a:endParaRPr lang="zh-CN" altLang="en-US" sz="2600" b="1" kern="2500" spc="160" dirty="0">
              <a:solidFill>
                <a:srgbClr val="004799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52645" y="3820371"/>
            <a:ext cx="6083935" cy="66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03/</a:t>
            </a:r>
            <a:r>
              <a:rPr lang="en-US" altLang="zh-CN" sz="2400" b="1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 </a:t>
            </a:r>
            <a:r>
              <a:rPr lang="zh-CN" altLang="en-US" sz="2800" b="1" kern="2500" spc="160" dirty="0">
                <a:solidFill>
                  <a:srgbClr val="004799"/>
                </a:solidFill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模板演示</a:t>
            </a:r>
            <a:endParaRPr lang="zh-CN" altLang="en-US" sz="2600" b="1" kern="2500" spc="160" dirty="0">
              <a:solidFill>
                <a:srgbClr val="004799"/>
              </a:solidFill>
              <a:uFillTx/>
              <a:latin typeface="思源黑体 CN Regular" pitchFamily="34" charset="-122"/>
              <a:ea typeface="思源黑体 CN Regular" pitchFamily="3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18310" y="4176395"/>
            <a:ext cx="213868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100" b="1" u="sng" kern="2500" spc="160" dirty="0">
                <a:solidFill>
                  <a:srgbClr val="004799"/>
                </a:solidFill>
                <a:uFillTx/>
                <a:latin typeface="思源黑体 CN Regular" pitchFamily="34" charset="-122"/>
                <a:ea typeface="思源黑体 CN Regular" pitchFamily="34" charset="-122"/>
                <a:cs typeface="微软雅黑" panose="020B0503020204020204" charset="-122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280680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E597934D-57D7-DBA5-100E-4471493AFFE9}"/>
              </a:ext>
            </a:extLst>
          </p:cNvPr>
          <p:cNvGrpSpPr/>
          <p:nvPr/>
        </p:nvGrpSpPr>
        <p:grpSpPr>
          <a:xfrm>
            <a:off x="4058920" y="2416835"/>
            <a:ext cx="4074160" cy="2024331"/>
            <a:chOff x="3325495" y="1954579"/>
            <a:chExt cx="4074160" cy="2024331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E2C1E50-22C7-C84A-7FF8-C2EDC3963CD7}"/>
                </a:ext>
              </a:extLst>
            </p:cNvPr>
            <p:cNvSpPr txBox="1"/>
            <p:nvPr/>
          </p:nvSpPr>
          <p:spPr>
            <a:xfrm>
              <a:off x="3325495" y="1954579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01</a:t>
              </a:r>
              <a:endParaRPr lang="zh-CN" altLang="en-US" sz="10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FCFED6B-8437-BD08-2CE1-1C33AA9C9F21}"/>
                </a:ext>
              </a:extLst>
            </p:cNvPr>
            <p:cNvSpPr txBox="1"/>
            <p:nvPr/>
          </p:nvSpPr>
          <p:spPr>
            <a:xfrm>
              <a:off x="4761865" y="2347694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endParaRPr lang="zh-CN" altLang="en-US" sz="10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77FFC4A-3D53-9F0C-598E-F9A6FCA0263A}"/>
                </a:ext>
              </a:extLst>
            </p:cNvPr>
            <p:cNvSpPr txBox="1"/>
            <p:nvPr/>
          </p:nvSpPr>
          <p:spPr>
            <a:xfrm>
              <a:off x="5362575" y="2997143"/>
              <a:ext cx="20370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基础规范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052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60CE514-8F7C-262B-F46A-2122A687935E}"/>
              </a:ext>
            </a:extLst>
          </p:cNvPr>
          <p:cNvSpPr/>
          <p:nvPr/>
        </p:nvSpPr>
        <p:spPr>
          <a:xfrm>
            <a:off x="695325" y="1196974"/>
            <a:ext cx="10801350" cy="4824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定界框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FDC0AA-83A2-180F-5328-4FD20292FA7B}"/>
              </a:ext>
            </a:extLst>
          </p:cNvPr>
          <p:cNvSpPr txBox="1"/>
          <p:nvPr/>
        </p:nvSpPr>
        <p:spPr>
          <a:xfrm>
            <a:off x="1195388" y="3038351"/>
            <a:ext cx="9801225" cy="1141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请在限定区域内完成内容的排版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如内容过多，须提取关键信息以适应定界框范围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5378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98E4DEE8-6F7C-8C41-B45F-7859391EB7A9}"/>
              </a:ext>
            </a:extLst>
          </p:cNvPr>
          <p:cNvSpPr/>
          <p:nvPr/>
        </p:nvSpPr>
        <p:spPr>
          <a:xfrm>
            <a:off x="7933056" y="1776248"/>
            <a:ext cx="3563619" cy="28488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颜色规范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E3AFCD4-7001-EA50-D684-C1C97717F54D}"/>
              </a:ext>
            </a:extLst>
          </p:cNvPr>
          <p:cNvSpPr/>
          <p:nvPr/>
        </p:nvSpPr>
        <p:spPr>
          <a:xfrm>
            <a:off x="782820" y="2922015"/>
            <a:ext cx="846622" cy="519237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深蓝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24A7249-AB93-A737-014D-1B70C5A38F77}"/>
              </a:ext>
            </a:extLst>
          </p:cNvPr>
          <p:cNvSpPr/>
          <p:nvPr/>
        </p:nvSpPr>
        <p:spPr>
          <a:xfrm>
            <a:off x="2171220" y="2922015"/>
            <a:ext cx="846622" cy="519237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浅蓝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6F92458-C804-9D9C-00BA-7CB270FB8D8E}"/>
              </a:ext>
            </a:extLst>
          </p:cNvPr>
          <p:cNvSpPr/>
          <p:nvPr/>
        </p:nvSpPr>
        <p:spPr>
          <a:xfrm>
            <a:off x="3150810" y="2922015"/>
            <a:ext cx="846622" cy="519237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黄色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4F389B-6054-231F-C8D4-8C4427BA76C6}"/>
              </a:ext>
            </a:extLst>
          </p:cNvPr>
          <p:cNvSpPr/>
          <p:nvPr/>
        </p:nvSpPr>
        <p:spPr>
          <a:xfrm>
            <a:off x="4130400" y="2922015"/>
            <a:ext cx="846000" cy="519237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绿色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F79F1D8-92D1-8C3E-FC41-4B9F22C55678}"/>
              </a:ext>
            </a:extLst>
          </p:cNvPr>
          <p:cNvSpPr/>
          <p:nvPr/>
        </p:nvSpPr>
        <p:spPr>
          <a:xfrm>
            <a:off x="6511414" y="2939219"/>
            <a:ext cx="846622" cy="519237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橙色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FB3E0C-3157-B1AF-6823-292CFE1935BC}"/>
              </a:ext>
            </a:extLst>
          </p:cNvPr>
          <p:cNvSpPr txBox="1"/>
          <p:nvPr/>
        </p:nvSpPr>
        <p:spPr>
          <a:xfrm>
            <a:off x="511593" y="2372551"/>
            <a:ext cx="1053193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主色：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40E0D0-2415-0047-F7D4-C79A876E7A3F}"/>
              </a:ext>
            </a:extLst>
          </p:cNvPr>
          <p:cNvSpPr txBox="1"/>
          <p:nvPr/>
        </p:nvSpPr>
        <p:spPr>
          <a:xfrm>
            <a:off x="1874380" y="2372551"/>
            <a:ext cx="1744060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第一阶梯辅色：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2D3E45D-6796-881E-F18A-A1B26F43C877}"/>
              </a:ext>
            </a:extLst>
          </p:cNvPr>
          <p:cNvSpPr txBox="1"/>
          <p:nvPr/>
        </p:nvSpPr>
        <p:spPr>
          <a:xfrm>
            <a:off x="196661" y="4625114"/>
            <a:ext cx="2060686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文字颜色：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F6930A-5F71-2462-0134-6F42F9915624}"/>
              </a:ext>
            </a:extLst>
          </p:cNvPr>
          <p:cNvSpPr txBox="1"/>
          <p:nvPr/>
        </p:nvSpPr>
        <p:spPr>
          <a:xfrm>
            <a:off x="587375" y="990601"/>
            <a:ext cx="11169196" cy="587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整篇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控制在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2-3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种，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6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：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：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，即主色占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60%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，辅色按阶梯分别占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30%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、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10%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3A42A4-EF39-16E4-77A8-9D2F92FAC375}"/>
              </a:ext>
            </a:extLst>
          </p:cNvPr>
          <p:cNvSpPr/>
          <p:nvPr/>
        </p:nvSpPr>
        <p:spPr>
          <a:xfrm>
            <a:off x="5532445" y="2939219"/>
            <a:ext cx="846000" cy="5192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灰色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0615230-7B58-C38C-C3DA-3CCAF6A5F096}"/>
              </a:ext>
            </a:extLst>
          </p:cNvPr>
          <p:cNvSpPr/>
          <p:nvPr/>
        </p:nvSpPr>
        <p:spPr>
          <a:xfrm>
            <a:off x="604516" y="5103323"/>
            <a:ext cx="6863084" cy="51923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正文深灰        </a:t>
            </a:r>
            <a:r>
              <a:rPr lang="zh-CN" altLang="en-US" dirty="0">
                <a:solidFill>
                  <a:srgbClr val="F8B62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中等提醒黄色        </a:t>
            </a:r>
            <a:r>
              <a:rPr lang="zh-CN" altLang="en-US" dirty="0">
                <a:solidFill>
                  <a:srgbClr val="ED7D3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重度提醒或强调橙色      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B0A5D6F-6E9C-FB68-05BD-3D643442EB2C}"/>
              </a:ext>
            </a:extLst>
          </p:cNvPr>
          <p:cNvSpPr txBox="1"/>
          <p:nvPr/>
        </p:nvSpPr>
        <p:spPr>
          <a:xfrm>
            <a:off x="700408" y="3431563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#00479D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1B9F84F-F391-2F26-FC10-7824CB1F8E90}"/>
              </a:ext>
            </a:extLst>
          </p:cNvPr>
          <p:cNvSpPr txBox="1"/>
          <p:nvPr/>
        </p:nvSpPr>
        <p:spPr>
          <a:xfrm>
            <a:off x="2004357" y="3431563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#00A9E4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7A4CB7D-FA2A-3AEF-3C52-7C62D7B57469}"/>
              </a:ext>
            </a:extLst>
          </p:cNvPr>
          <p:cNvSpPr txBox="1"/>
          <p:nvPr/>
        </p:nvSpPr>
        <p:spPr>
          <a:xfrm>
            <a:off x="3037959" y="3431563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#F8B62D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64FAF56-048E-6DBD-FC61-052E933BA426}"/>
              </a:ext>
            </a:extLst>
          </p:cNvPr>
          <p:cNvSpPr txBox="1"/>
          <p:nvPr/>
        </p:nvSpPr>
        <p:spPr>
          <a:xfrm>
            <a:off x="3997432" y="3431563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#13AE67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9B225BB-9C92-0526-C8A0-E1E83098A5DE}"/>
              </a:ext>
            </a:extLst>
          </p:cNvPr>
          <p:cNvSpPr txBox="1"/>
          <p:nvPr/>
        </p:nvSpPr>
        <p:spPr>
          <a:xfrm>
            <a:off x="5428848" y="3448767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#F2F2F2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3CE0BD6-9F4A-DB20-41EB-F62BE46297D7}"/>
              </a:ext>
            </a:extLst>
          </p:cNvPr>
          <p:cNvSpPr txBox="1"/>
          <p:nvPr/>
        </p:nvSpPr>
        <p:spPr>
          <a:xfrm>
            <a:off x="6388321" y="3448767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#ED7D31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FA35A41-35DD-3CA2-1844-5DE67F320621}"/>
              </a:ext>
            </a:extLst>
          </p:cNvPr>
          <p:cNvSpPr txBox="1"/>
          <p:nvPr/>
        </p:nvSpPr>
        <p:spPr>
          <a:xfrm>
            <a:off x="1393735" y="1845004"/>
            <a:ext cx="3330487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同用于图表、架构图等配色）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A341337-0C2B-1273-F7F3-1B279334FF1A}"/>
              </a:ext>
            </a:extLst>
          </p:cNvPr>
          <p:cNvSpPr txBox="1"/>
          <p:nvPr/>
        </p:nvSpPr>
        <p:spPr>
          <a:xfrm>
            <a:off x="8093208" y="1794225"/>
            <a:ext cx="3413738" cy="248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20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深蓝为主要颜色搭配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浅蓝为辅色第一位使用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黄色用于提醒内容等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绿色多用于安全、确定状态等内容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hangingPunct="0">
              <a:lnSpc>
                <a:spcPct val="20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橙色用于强调、警示性等内容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5" name="任意多边形: 形状 11">
            <a:extLst>
              <a:ext uri="{FF2B5EF4-FFF2-40B4-BE49-F238E27FC236}">
                <a16:creationId xmlns:a16="http://schemas.microsoft.com/office/drawing/2014/main" id="{B15239B0-87C9-AB0F-E75F-4D3E8A3914F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7439218" y="3008493"/>
            <a:ext cx="477831" cy="363183"/>
          </a:xfrm>
          <a:custGeom>
            <a:avLst/>
            <a:gdLst>
              <a:gd name="connsiteX0" fmla="*/ 1829836 w 3659671"/>
              <a:gd name="connsiteY0" fmla="*/ 0 h 5221922"/>
              <a:gd name="connsiteX1" fmla="*/ 2744236 w 3659671"/>
              <a:gd name="connsiteY1" fmla="*/ 1025479 h 5221922"/>
              <a:gd name="connsiteX2" fmla="*/ 2186407 w 3659671"/>
              <a:gd name="connsiteY2" fmla="*/ 1025479 h 5221922"/>
              <a:gd name="connsiteX3" fmla="*/ 2185603 w 3659671"/>
              <a:gd name="connsiteY3" fmla="*/ 1093353 h 5221922"/>
              <a:gd name="connsiteX4" fmla="*/ 2727829 w 3659671"/>
              <a:gd name="connsiteY4" fmla="*/ 3563174 h 5221922"/>
              <a:gd name="connsiteX5" fmla="*/ 3563896 w 3659671"/>
              <a:gd name="connsiteY5" fmla="*/ 5096147 h 5221922"/>
              <a:gd name="connsiteX6" fmla="*/ 3659671 w 3659671"/>
              <a:gd name="connsiteY6" fmla="*/ 5221922 h 5221922"/>
              <a:gd name="connsiteX7" fmla="*/ 0 w 3659671"/>
              <a:gd name="connsiteY7" fmla="*/ 5221922 h 5221922"/>
              <a:gd name="connsiteX8" fmla="*/ 95777 w 3659671"/>
              <a:gd name="connsiteY8" fmla="*/ 5096145 h 5221922"/>
              <a:gd name="connsiteX9" fmla="*/ 931844 w 3659671"/>
              <a:gd name="connsiteY9" fmla="*/ 3563172 h 5221922"/>
              <a:gd name="connsiteX10" fmla="*/ 1474070 w 3659671"/>
              <a:gd name="connsiteY10" fmla="*/ 1093351 h 5221922"/>
              <a:gd name="connsiteX11" fmla="*/ 1473265 w 3659671"/>
              <a:gd name="connsiteY11" fmla="*/ 1025479 h 5221922"/>
              <a:gd name="connsiteX12" fmla="*/ 915436 w 3659671"/>
              <a:gd name="connsiteY12" fmla="*/ 1025479 h 52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9671" h="5221922">
                <a:moveTo>
                  <a:pt x="1829836" y="0"/>
                </a:moveTo>
                <a:lnTo>
                  <a:pt x="2744236" y="1025479"/>
                </a:lnTo>
                <a:lnTo>
                  <a:pt x="2186407" y="1025479"/>
                </a:lnTo>
                <a:lnTo>
                  <a:pt x="2185603" y="1093353"/>
                </a:lnTo>
                <a:cubicBezTo>
                  <a:pt x="2203211" y="1854161"/>
                  <a:pt x="2380074" y="2708036"/>
                  <a:pt x="2727829" y="3563174"/>
                </a:cubicBezTo>
                <a:cubicBezTo>
                  <a:pt x="2959665" y="4133266"/>
                  <a:pt x="3245505" y="4649949"/>
                  <a:pt x="3563896" y="5096147"/>
                </a:cubicBezTo>
                <a:lnTo>
                  <a:pt x="3659671" y="5221922"/>
                </a:lnTo>
                <a:lnTo>
                  <a:pt x="0" y="5221922"/>
                </a:lnTo>
                <a:lnTo>
                  <a:pt x="95777" y="5096145"/>
                </a:lnTo>
                <a:cubicBezTo>
                  <a:pt x="414167" y="4649947"/>
                  <a:pt x="700007" y="4133264"/>
                  <a:pt x="931844" y="3563172"/>
                </a:cubicBezTo>
                <a:cubicBezTo>
                  <a:pt x="1279598" y="2708034"/>
                  <a:pt x="1456462" y="1854159"/>
                  <a:pt x="1474070" y="1093351"/>
                </a:cubicBezTo>
                <a:lnTo>
                  <a:pt x="1473265" y="1025479"/>
                </a:lnTo>
                <a:lnTo>
                  <a:pt x="915436" y="1025479"/>
                </a:lnTo>
                <a:close/>
              </a:path>
            </a:pathLst>
          </a:custGeom>
          <a:gradFill>
            <a:gsLst>
              <a:gs pos="0">
                <a:srgbClr val="00A6E1"/>
              </a:gs>
              <a:gs pos="100000">
                <a:srgbClr val="00A6E1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C06FDEE-6074-E81E-15BE-E1691C7208BF}"/>
              </a:ext>
            </a:extLst>
          </p:cNvPr>
          <p:cNvSpPr txBox="1"/>
          <p:nvPr/>
        </p:nvSpPr>
        <p:spPr>
          <a:xfrm>
            <a:off x="604516" y="5454068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#262626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F0CF152-3BEF-F2E0-3A95-EB8230A8F0FB}"/>
              </a:ext>
            </a:extLst>
          </p:cNvPr>
          <p:cNvSpPr txBox="1"/>
          <p:nvPr/>
        </p:nvSpPr>
        <p:spPr>
          <a:xfrm>
            <a:off x="196661" y="1850777"/>
            <a:ext cx="2060686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图形颜色：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573BF2-A29D-CB6F-5F4A-3107307E0807}"/>
              </a:ext>
            </a:extLst>
          </p:cNvPr>
          <p:cNvSpPr txBox="1"/>
          <p:nvPr/>
        </p:nvSpPr>
        <p:spPr>
          <a:xfrm>
            <a:off x="5380161" y="2372551"/>
            <a:ext cx="1744060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第二阶梯辅色：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355B95B-FFDA-4F94-7D6E-FE81259222AB}"/>
              </a:ext>
            </a:extLst>
          </p:cNvPr>
          <p:cNvSpPr/>
          <p:nvPr/>
        </p:nvSpPr>
        <p:spPr>
          <a:xfrm>
            <a:off x="6283323" y="5103323"/>
            <a:ext cx="6863084" cy="51923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标题颜色根据页面需要灵活使用，默认推荐</a:t>
            </a:r>
            <a:r>
              <a:rPr lang="zh-CN" altLang="en-US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深蓝色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D9E8D2-F065-19B9-A906-00D886A8AF52}"/>
              </a:ext>
            </a:extLst>
          </p:cNvPr>
          <p:cNvSpPr txBox="1"/>
          <p:nvPr/>
        </p:nvSpPr>
        <p:spPr>
          <a:xfrm>
            <a:off x="2172149" y="5454068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#F8B62D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5D8CB6-8CF7-8F44-1F2F-1DFD29ECB7FD}"/>
              </a:ext>
            </a:extLst>
          </p:cNvPr>
          <p:cNvSpPr txBox="1"/>
          <p:nvPr/>
        </p:nvSpPr>
        <p:spPr>
          <a:xfrm>
            <a:off x="4390028" y="5454068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#ED7D31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9B92D-EF82-45FD-694F-8CFC2522F808}"/>
              </a:ext>
            </a:extLst>
          </p:cNvPr>
          <p:cNvSpPr txBox="1"/>
          <p:nvPr/>
        </p:nvSpPr>
        <p:spPr>
          <a:xfrm>
            <a:off x="10557331" y="5454068"/>
            <a:ext cx="1053193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#00479D</a:t>
            </a:r>
          </a:p>
        </p:txBody>
      </p:sp>
    </p:spTree>
    <p:extLst>
      <p:ext uri="{BB962C8B-B14F-4D97-AF65-F5344CB8AC3E}">
        <p14:creationId xmlns:p14="http://schemas.microsoft.com/office/powerpoint/2010/main" val="386438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字体规范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FDC0AA-83A2-180F-5328-4FD20292FA7B}"/>
              </a:ext>
            </a:extLst>
          </p:cNvPr>
          <p:cNvSpPr txBox="1"/>
          <p:nvPr/>
        </p:nvSpPr>
        <p:spPr>
          <a:xfrm>
            <a:off x="587375" y="990601"/>
            <a:ext cx="9801225" cy="587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思源黑体</a:t>
            </a:r>
            <a:r>
              <a:rPr lang="zh-CN" altLang="en-US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（</a:t>
            </a:r>
            <a:r>
              <a:rPr lang="en-US" altLang="zh-CN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BOS</a:t>
            </a:r>
            <a:r>
              <a:rPr lang="zh-CN" altLang="en-US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路径：文档</a:t>
            </a:r>
            <a:r>
              <a:rPr lang="en-US" altLang="zh-CN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-</a:t>
            </a:r>
            <a:r>
              <a:rPr lang="zh-CN" altLang="en-US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公共文档</a:t>
            </a:r>
            <a:r>
              <a:rPr lang="en-US" altLang="zh-CN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-</a:t>
            </a:r>
            <a:r>
              <a:rPr lang="zh-CN" altLang="en-US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管理文档</a:t>
            </a:r>
            <a:r>
              <a:rPr lang="en-US" altLang="zh-CN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-UI</a:t>
            </a:r>
            <a:r>
              <a:rPr lang="zh-CN" altLang="en-US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管理文档</a:t>
            </a:r>
            <a:r>
              <a:rPr lang="en-US" altLang="zh-CN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-05</a:t>
            </a:r>
            <a:r>
              <a:rPr lang="zh-CN" altLang="en-US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通用文件）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CD68CE-DDB6-092E-8957-38DBF3323EF3}"/>
              </a:ext>
            </a:extLst>
          </p:cNvPr>
          <p:cNvSpPr/>
          <p:nvPr/>
        </p:nvSpPr>
        <p:spPr>
          <a:xfrm>
            <a:off x="2867975" y="1893427"/>
            <a:ext cx="480155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封面主标题</a:t>
            </a:r>
            <a:r>
              <a:rPr lang="en-US" altLang="zh-CN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46</a:t>
            </a:r>
            <a:r>
              <a:rPr lang="zh-CN" altLang="en-US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号</a:t>
            </a:r>
            <a:endParaRPr lang="en-US" altLang="zh-CN" sz="4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4FA4DF-B5F8-F00F-1F91-3710F80433D7}"/>
              </a:ext>
            </a:extLst>
          </p:cNvPr>
          <p:cNvSpPr/>
          <p:nvPr/>
        </p:nvSpPr>
        <p:spPr>
          <a:xfrm>
            <a:off x="2910520" y="2709035"/>
            <a:ext cx="196399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副标题</a:t>
            </a:r>
            <a:r>
              <a:rPr lang="en-US" altLang="zh-CN" sz="26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26</a:t>
            </a:r>
            <a:r>
              <a:rPr lang="zh-CN" altLang="en-US" sz="26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F14C88-4FF7-AEAA-FB24-7AA2BEDB3BCA}"/>
              </a:ext>
            </a:extLst>
          </p:cNvPr>
          <p:cNvSpPr txBox="1"/>
          <p:nvPr/>
        </p:nvSpPr>
        <p:spPr>
          <a:xfrm>
            <a:off x="2910520" y="3457608"/>
            <a:ext cx="2723823" cy="5539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一级标题</a:t>
            </a:r>
            <a:r>
              <a:rPr lang="en-US" altLang="zh-CN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30</a:t>
            </a:r>
            <a:r>
              <a:rPr lang="zh-CN" alt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157FDC-09AA-0D7D-FE31-0E1F86C64EE7}"/>
              </a:ext>
            </a:extLst>
          </p:cNvPr>
          <p:cNvSpPr txBox="1"/>
          <p:nvPr/>
        </p:nvSpPr>
        <p:spPr>
          <a:xfrm>
            <a:off x="3662842" y="3925130"/>
            <a:ext cx="272382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二级标题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24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F6B81C-2D77-0D90-968F-87B4454B8242}"/>
              </a:ext>
            </a:extLst>
          </p:cNvPr>
          <p:cNvSpPr txBox="1"/>
          <p:nvPr/>
        </p:nvSpPr>
        <p:spPr>
          <a:xfrm>
            <a:off x="5058237" y="4704798"/>
            <a:ext cx="115221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正文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18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号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BA9CB8-4FFA-E831-0BB3-B93B044DC769}"/>
              </a:ext>
            </a:extLst>
          </p:cNvPr>
          <p:cNvSpPr txBox="1"/>
          <p:nvPr/>
        </p:nvSpPr>
        <p:spPr>
          <a:xfrm>
            <a:off x="4269709" y="4333042"/>
            <a:ext cx="272382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三级标题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20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号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3A5F4EE6-4EA2-4030-D3AA-A8404FD0EC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20" r="29942"/>
          <a:stretch/>
        </p:blipFill>
        <p:spPr>
          <a:xfrm>
            <a:off x="8526023" y="1941628"/>
            <a:ext cx="2960177" cy="25197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8626317-C406-8098-D97D-40E0586CBCA9}"/>
              </a:ext>
            </a:extLst>
          </p:cNvPr>
          <p:cNvSpPr/>
          <p:nvPr/>
        </p:nvSpPr>
        <p:spPr>
          <a:xfrm>
            <a:off x="624702" y="2113048"/>
            <a:ext cx="1274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封面字号：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8849F9-E184-90F0-5974-4197E3336AB7}"/>
              </a:ext>
            </a:extLst>
          </p:cNvPr>
          <p:cNvSpPr/>
          <p:nvPr/>
        </p:nvSpPr>
        <p:spPr>
          <a:xfrm>
            <a:off x="624702" y="3557548"/>
            <a:ext cx="1274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正文字号：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AA24B3-CC02-7C27-C07A-68311948972A}"/>
              </a:ext>
            </a:extLst>
          </p:cNvPr>
          <p:cNvSpPr/>
          <p:nvPr/>
        </p:nvSpPr>
        <p:spPr>
          <a:xfrm>
            <a:off x="8306102" y="4655417"/>
            <a:ext cx="33073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注</a:t>
            </a:r>
            <a:r>
              <a:rPr lang="en-US" altLang="zh-CN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:</a:t>
            </a: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通过选择字重加粗或减淡字体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9C761-BFC3-CC1A-371B-419A2021EA9C}"/>
              </a:ext>
            </a:extLst>
          </p:cNvPr>
          <p:cNvSpPr/>
          <p:nvPr/>
        </p:nvSpPr>
        <p:spPr>
          <a:xfrm>
            <a:off x="587374" y="5330260"/>
            <a:ext cx="6406157" cy="1161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注</a:t>
            </a:r>
            <a:r>
              <a:rPr lang="en-US" altLang="zh-CN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:</a:t>
            </a:r>
            <a:r>
              <a:rPr lang="zh-CN" altLang="zh-CN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文本字号可根据版面</a:t>
            </a: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内容</a:t>
            </a:r>
            <a:r>
              <a:rPr lang="zh-CN" altLang="zh-CN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上下调整，但不宜变化</a:t>
            </a: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过大；</a:t>
            </a:r>
            <a:endParaRPr lang="en-US" altLang="zh-CN" sz="1600" spc="100" dirty="0">
              <a:solidFill>
                <a:schemeClr val="tx1">
                  <a:lumMod val="65000"/>
                  <a:lumOff val="35000"/>
                </a:schemeClr>
              </a:solidFill>
              <a:latin typeface="思源黑体 CN Regular" pitchFamily="34" charset="-122"/>
              <a:ea typeface="思源黑体 CN Regular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如：架构</a:t>
            </a:r>
            <a:r>
              <a:rPr lang="zh-CN" altLang="zh-CN" sz="16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Regular" pitchFamily="34" charset="-122"/>
                <a:ea typeface="思源黑体 CN Regular" pitchFamily="34" charset="-122"/>
              </a:rPr>
              <a:t>图内容比较多，根据层级不同，最小数值可再小一些</a:t>
            </a:r>
          </a:p>
          <a:p>
            <a:pPr>
              <a:lnSpc>
                <a:spcPct val="150000"/>
              </a:lnSpc>
            </a:pPr>
            <a:endParaRPr lang="zh-CN" altLang="en-US" sz="1600" spc="100" dirty="0">
              <a:solidFill>
                <a:schemeClr val="tx1">
                  <a:lumMod val="65000"/>
                  <a:lumOff val="35000"/>
                </a:schemeClr>
              </a:solidFill>
              <a:latin typeface="思源黑体 CN Regular" pitchFamily="34" charset="-122"/>
              <a:ea typeface="思源黑体 CN Regular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9F22231-94A9-327A-7E67-78EAD2707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023" y="5236044"/>
            <a:ext cx="27241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4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行距规范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FDC0AA-83A2-180F-5328-4FD20292FA7B}"/>
              </a:ext>
            </a:extLst>
          </p:cNvPr>
          <p:cNvSpPr txBox="1"/>
          <p:nvPr/>
        </p:nvSpPr>
        <p:spPr>
          <a:xfrm>
            <a:off x="587374" y="990601"/>
            <a:ext cx="11198225" cy="587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默认整篇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标准行距为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1.5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倍</a:t>
            </a:r>
            <a:endParaRPr lang="en-US" altLang="zh-CN" sz="24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132EA6-0FD6-8F61-394A-0E75613C6EC5}"/>
              </a:ext>
            </a:extLst>
          </p:cNvPr>
          <p:cNvSpPr txBox="1"/>
          <p:nvPr/>
        </p:nvSpPr>
        <p:spPr>
          <a:xfrm>
            <a:off x="579571" y="2593875"/>
            <a:ext cx="3279775" cy="263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1.5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倍行距文本展示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单击此处输入您的总结性文字。文字是您思想的提炼，为了最终演示发布的良好效果，请尽量言简意赅的阐述观点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26D2A9F-818A-3EBB-B22A-8833382B785E}"/>
              </a:ext>
            </a:extLst>
          </p:cNvPr>
          <p:cNvSpPr txBox="1"/>
          <p:nvPr/>
        </p:nvSpPr>
        <p:spPr>
          <a:xfrm>
            <a:off x="4615541" y="2593875"/>
            <a:ext cx="3120118" cy="2306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1.3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倍行距文本展示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单击此处输入您的总结性文字。文字是您思想的提炼，为了最终演示发布的良好效果，请尽量言简意赅的阐述观点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8FE79C-819A-145F-7952-060E4C81F4A7}"/>
              </a:ext>
            </a:extLst>
          </p:cNvPr>
          <p:cNvSpPr txBox="1"/>
          <p:nvPr/>
        </p:nvSpPr>
        <p:spPr>
          <a:xfrm>
            <a:off x="8418284" y="2593875"/>
            <a:ext cx="3036207" cy="213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1.2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倍行距文本展示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单击此处输入您的总结性文字。文字是您思想的提炼，为了最终演示发布的良好效果，请尽量言简意赅的阐述观点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;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 根据需要可酌情增减文字，以使观者可以准确理解您所传达的信息。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F99A35-29BE-6046-845F-823EB5620FEF}"/>
              </a:ext>
            </a:extLst>
          </p:cNvPr>
          <p:cNvSpPr txBox="1"/>
          <p:nvPr/>
        </p:nvSpPr>
        <p:spPr>
          <a:xfrm>
            <a:off x="587374" y="1551070"/>
            <a:ext cx="9755505" cy="463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若版面过满且内容不可删减，可调整在</a:t>
            </a:r>
            <a:r>
              <a:rPr lang="en-US" altLang="zh-CN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1.2-1.3</a:t>
            </a:r>
            <a:r>
              <a:rPr lang="zh-CN" altLang="en-US" sz="1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倍行距</a:t>
            </a: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，但须保证单个页面内行距规则统一。</a:t>
            </a:r>
            <a:endParaRPr lang="en-US" altLang="zh-CN" sz="18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94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05290D7-E868-0BF7-7081-305E68B0192A}"/>
              </a:ext>
            </a:extLst>
          </p:cNvPr>
          <p:cNvSpPr/>
          <p:nvPr/>
        </p:nvSpPr>
        <p:spPr>
          <a:xfrm>
            <a:off x="6413500" y="2605413"/>
            <a:ext cx="5083175" cy="28162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991A61-B331-7164-A5F2-102E1781E5D5}"/>
              </a:ext>
            </a:extLst>
          </p:cNvPr>
          <p:cNvSpPr txBox="1"/>
          <p:nvPr/>
        </p:nvSpPr>
        <p:spPr>
          <a:xfrm>
            <a:off x="6662142" y="3007217"/>
            <a:ext cx="4585890" cy="879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文字是您思想的提炼，为了最终演示发布的良好效果，请尽量言简意赅的阐述观点。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325A3D-2F44-8E82-2ED0-0B9579DB2BD6}"/>
              </a:ext>
            </a:extLst>
          </p:cNvPr>
          <p:cNvSpPr txBox="1"/>
          <p:nvPr/>
        </p:nvSpPr>
        <p:spPr>
          <a:xfrm>
            <a:off x="6662142" y="4025678"/>
            <a:ext cx="4585890" cy="879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文字是您思想的提炼，为了最终演示发布的良好效果，请尽量言简意赅的阐述观点。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7E3F84-4E8D-517F-9A98-B812C4D6B79F}"/>
              </a:ext>
            </a:extLst>
          </p:cNvPr>
          <p:cNvSpPr/>
          <p:nvPr/>
        </p:nvSpPr>
        <p:spPr>
          <a:xfrm>
            <a:off x="695326" y="2605413"/>
            <a:ext cx="5083175" cy="2816253"/>
          </a:xfrm>
          <a:prstGeom prst="rect">
            <a:avLst/>
          </a:prstGeom>
          <a:noFill/>
          <a:ln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en-US" dirty="0"/>
              <a:t>段距规范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FDC0AA-83A2-180F-5328-4FD20292FA7B}"/>
              </a:ext>
            </a:extLst>
          </p:cNvPr>
          <p:cNvSpPr txBox="1"/>
          <p:nvPr/>
        </p:nvSpPr>
        <p:spPr>
          <a:xfrm>
            <a:off x="587375" y="990601"/>
            <a:ext cx="9801225" cy="587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两段文字内容的间距，一定要大于行距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(1&gt;2)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95A87D-D29D-3A81-63CE-4B709BFDB2B6}"/>
              </a:ext>
            </a:extLst>
          </p:cNvPr>
          <p:cNvSpPr txBox="1"/>
          <p:nvPr/>
        </p:nvSpPr>
        <p:spPr>
          <a:xfrm>
            <a:off x="879532" y="3043144"/>
            <a:ext cx="4702772" cy="2541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文字是您思想的提炼，为了最终演示发布的良好效果，请尽量言简意赅的阐述观点。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文字是您思想的提炼，为了最终演示发布的良好效果，请尽量言简意赅的阐述观点。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626F66-77EE-D58E-C735-9B9FE76D343A}"/>
              </a:ext>
            </a:extLst>
          </p:cNvPr>
          <p:cNvSpPr/>
          <p:nvPr/>
        </p:nvSpPr>
        <p:spPr>
          <a:xfrm>
            <a:off x="7627620" y="3811229"/>
            <a:ext cx="1303020" cy="36640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</a:t>
            </a:r>
            <a:endParaRPr lang="zh-CN" altLang="en-US" dirty="0">
              <a:solidFill>
                <a:srgbClr val="C0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42BA88-8514-AB64-F2A4-470FAA1A5236}"/>
              </a:ext>
            </a:extLst>
          </p:cNvPr>
          <p:cNvSpPr/>
          <p:nvPr/>
        </p:nvSpPr>
        <p:spPr>
          <a:xfrm>
            <a:off x="8815070" y="3401589"/>
            <a:ext cx="1303020" cy="1857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endParaRPr lang="zh-CN" altLang="en-US" sz="1200" dirty="0">
              <a:solidFill>
                <a:srgbClr val="C0000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1" name="任意多边形: 形状 11">
            <a:extLst>
              <a:ext uri="{FF2B5EF4-FFF2-40B4-BE49-F238E27FC236}">
                <a16:creationId xmlns:a16="http://schemas.microsoft.com/office/drawing/2014/main" id="{6ABCF97D-BDF8-2AEC-77BF-BB167280A56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5869784" y="3800612"/>
            <a:ext cx="477831" cy="363183"/>
          </a:xfrm>
          <a:custGeom>
            <a:avLst/>
            <a:gdLst>
              <a:gd name="connsiteX0" fmla="*/ 1829836 w 3659671"/>
              <a:gd name="connsiteY0" fmla="*/ 0 h 5221922"/>
              <a:gd name="connsiteX1" fmla="*/ 2744236 w 3659671"/>
              <a:gd name="connsiteY1" fmla="*/ 1025479 h 5221922"/>
              <a:gd name="connsiteX2" fmla="*/ 2186407 w 3659671"/>
              <a:gd name="connsiteY2" fmla="*/ 1025479 h 5221922"/>
              <a:gd name="connsiteX3" fmla="*/ 2185603 w 3659671"/>
              <a:gd name="connsiteY3" fmla="*/ 1093353 h 5221922"/>
              <a:gd name="connsiteX4" fmla="*/ 2727829 w 3659671"/>
              <a:gd name="connsiteY4" fmla="*/ 3563174 h 5221922"/>
              <a:gd name="connsiteX5" fmla="*/ 3563896 w 3659671"/>
              <a:gd name="connsiteY5" fmla="*/ 5096147 h 5221922"/>
              <a:gd name="connsiteX6" fmla="*/ 3659671 w 3659671"/>
              <a:gd name="connsiteY6" fmla="*/ 5221922 h 5221922"/>
              <a:gd name="connsiteX7" fmla="*/ 0 w 3659671"/>
              <a:gd name="connsiteY7" fmla="*/ 5221922 h 5221922"/>
              <a:gd name="connsiteX8" fmla="*/ 95777 w 3659671"/>
              <a:gd name="connsiteY8" fmla="*/ 5096145 h 5221922"/>
              <a:gd name="connsiteX9" fmla="*/ 931844 w 3659671"/>
              <a:gd name="connsiteY9" fmla="*/ 3563172 h 5221922"/>
              <a:gd name="connsiteX10" fmla="*/ 1474070 w 3659671"/>
              <a:gd name="connsiteY10" fmla="*/ 1093351 h 5221922"/>
              <a:gd name="connsiteX11" fmla="*/ 1473265 w 3659671"/>
              <a:gd name="connsiteY11" fmla="*/ 1025479 h 5221922"/>
              <a:gd name="connsiteX12" fmla="*/ 915436 w 3659671"/>
              <a:gd name="connsiteY12" fmla="*/ 1025479 h 52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9671" h="5221922">
                <a:moveTo>
                  <a:pt x="1829836" y="0"/>
                </a:moveTo>
                <a:lnTo>
                  <a:pt x="2744236" y="1025479"/>
                </a:lnTo>
                <a:lnTo>
                  <a:pt x="2186407" y="1025479"/>
                </a:lnTo>
                <a:lnTo>
                  <a:pt x="2185603" y="1093353"/>
                </a:lnTo>
                <a:cubicBezTo>
                  <a:pt x="2203211" y="1854161"/>
                  <a:pt x="2380074" y="2708036"/>
                  <a:pt x="2727829" y="3563174"/>
                </a:cubicBezTo>
                <a:cubicBezTo>
                  <a:pt x="2959665" y="4133266"/>
                  <a:pt x="3245505" y="4649949"/>
                  <a:pt x="3563896" y="5096147"/>
                </a:cubicBezTo>
                <a:lnTo>
                  <a:pt x="3659671" y="5221922"/>
                </a:lnTo>
                <a:lnTo>
                  <a:pt x="0" y="5221922"/>
                </a:lnTo>
                <a:lnTo>
                  <a:pt x="95777" y="5096145"/>
                </a:lnTo>
                <a:cubicBezTo>
                  <a:pt x="414167" y="4649947"/>
                  <a:pt x="700007" y="4133264"/>
                  <a:pt x="931844" y="3563172"/>
                </a:cubicBezTo>
                <a:cubicBezTo>
                  <a:pt x="1279598" y="2708034"/>
                  <a:pt x="1456462" y="1854159"/>
                  <a:pt x="1474070" y="1093351"/>
                </a:cubicBezTo>
                <a:lnTo>
                  <a:pt x="1473265" y="1025479"/>
                </a:lnTo>
                <a:lnTo>
                  <a:pt x="915436" y="1025479"/>
                </a:lnTo>
                <a:close/>
              </a:path>
            </a:pathLst>
          </a:custGeom>
          <a:gradFill>
            <a:gsLst>
              <a:gs pos="0">
                <a:srgbClr val="00A6E1"/>
              </a:gs>
              <a:gs pos="100000">
                <a:srgbClr val="00A6E1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DAF593-80DD-0F85-2ABA-70912D717F5A}"/>
              </a:ext>
            </a:extLst>
          </p:cNvPr>
          <p:cNvSpPr txBox="1"/>
          <p:nvPr/>
        </p:nvSpPr>
        <p:spPr>
          <a:xfrm>
            <a:off x="2206570" y="5656123"/>
            <a:ext cx="2060686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错误示例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743AE5-F31B-A5AE-F694-D9DDA3169B3C}"/>
              </a:ext>
            </a:extLst>
          </p:cNvPr>
          <p:cNvSpPr txBox="1"/>
          <p:nvPr/>
        </p:nvSpPr>
        <p:spPr>
          <a:xfrm>
            <a:off x="7900297" y="5656123"/>
            <a:ext cx="2060686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正确示例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F6D3FE-0E45-6164-3C20-45EE0305BFEB}"/>
              </a:ext>
            </a:extLst>
          </p:cNvPr>
          <p:cNvSpPr txBox="1"/>
          <p:nvPr/>
        </p:nvSpPr>
        <p:spPr>
          <a:xfrm>
            <a:off x="587375" y="1722263"/>
            <a:ext cx="9373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默认整篇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PPT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的段距保持一致的规则，如：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是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</a:t>
            </a:r>
            <a:r>
              <a:rPr lang="zh-CN" altLang="en-US" dirty="0">
                <a:solidFill>
                  <a:srgbClr val="191919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二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倍，那整篇都要保持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是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的二倍</a:t>
            </a:r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791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对齐准则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FDC0AA-83A2-180F-5328-4FD20292FA7B}"/>
              </a:ext>
            </a:extLst>
          </p:cNvPr>
          <p:cNvSpPr txBox="1"/>
          <p:nvPr/>
        </p:nvSpPr>
        <p:spPr>
          <a:xfrm>
            <a:off x="587375" y="990601"/>
            <a:ext cx="11017250" cy="587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使用对齐或居中方式来排列文字、图片和形状，以增强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的整洁感和美观度</a:t>
            </a:r>
            <a:endParaRPr lang="en-US" altLang="zh-CN" sz="24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6DB840-DD5B-6E08-4034-9CCC05ECE9C5}"/>
              </a:ext>
            </a:extLst>
          </p:cNvPr>
          <p:cNvSpPr txBox="1"/>
          <p:nvPr/>
        </p:nvSpPr>
        <p:spPr>
          <a:xfrm>
            <a:off x="587375" y="1722263"/>
            <a:ext cx="7148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可以让元素沿着直线</a:t>
            </a:r>
            <a:r>
              <a:rPr lang="zh-CN" altLang="en-US" dirty="0">
                <a:solidFill>
                  <a:srgbClr val="191919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对齐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，也可以让元素沿着曲线</a:t>
            </a:r>
            <a:r>
              <a:rPr lang="zh-CN" altLang="en-US" dirty="0">
                <a:solidFill>
                  <a:srgbClr val="191919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对齐</a:t>
            </a:r>
            <a:endParaRPr lang="zh-CN" altLang="en-US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3AF7C6-407C-5790-789D-483C3683786A}"/>
              </a:ext>
            </a:extLst>
          </p:cNvPr>
          <p:cNvSpPr txBox="1"/>
          <p:nvPr/>
        </p:nvSpPr>
        <p:spPr>
          <a:xfrm>
            <a:off x="1426065" y="2664618"/>
            <a:ext cx="2343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沿直线对齐的示例</a:t>
            </a:r>
            <a:endParaRPr lang="zh-CN" altLang="en-US" dirty="0">
              <a:solidFill>
                <a:srgbClr val="00479D"/>
              </a:solidFill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FF5E5D4-1D13-2AD3-6165-D02F869DCE7F}"/>
              </a:ext>
            </a:extLst>
          </p:cNvPr>
          <p:cNvGrpSpPr/>
          <p:nvPr/>
        </p:nvGrpSpPr>
        <p:grpSpPr>
          <a:xfrm>
            <a:off x="1744461" y="3379877"/>
            <a:ext cx="1268729" cy="2308860"/>
            <a:chOff x="1047750" y="2910840"/>
            <a:chExt cx="1268729" cy="2308860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437F2A1-D234-3BFD-E96E-82B934FBE65A}"/>
                </a:ext>
              </a:extLst>
            </p:cNvPr>
            <p:cNvSpPr/>
            <p:nvPr/>
          </p:nvSpPr>
          <p:spPr>
            <a:xfrm>
              <a:off x="1047750" y="3116580"/>
              <a:ext cx="312420" cy="312420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21BA84C-F103-563F-4A3C-EA30759895ED}"/>
                </a:ext>
              </a:extLst>
            </p:cNvPr>
            <p:cNvSpPr/>
            <p:nvPr/>
          </p:nvSpPr>
          <p:spPr>
            <a:xfrm>
              <a:off x="1047750" y="3640455"/>
              <a:ext cx="312420" cy="312420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2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5A99E5F1-0157-2E30-5C13-A4EA530CEDEF}"/>
                </a:ext>
              </a:extLst>
            </p:cNvPr>
            <p:cNvSpPr/>
            <p:nvPr/>
          </p:nvSpPr>
          <p:spPr>
            <a:xfrm>
              <a:off x="1047750" y="4164330"/>
              <a:ext cx="312420" cy="312420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0E85EBB-68CF-9A3E-8814-0E9B18A515E3}"/>
                </a:ext>
              </a:extLst>
            </p:cNvPr>
            <p:cNvSpPr/>
            <p:nvPr/>
          </p:nvSpPr>
          <p:spPr>
            <a:xfrm>
              <a:off x="1047750" y="4688205"/>
              <a:ext cx="312420" cy="312420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4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459F2C4-DAEA-3F5E-4EC4-98D265595B9B}"/>
                </a:ext>
              </a:extLst>
            </p:cNvPr>
            <p:cNvSpPr txBox="1"/>
            <p:nvPr/>
          </p:nvSpPr>
          <p:spPr>
            <a:xfrm>
              <a:off x="1360170" y="3048773"/>
              <a:ext cx="9563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459690D-62A5-202B-7BDA-60DD80A1AF84}"/>
                </a:ext>
              </a:extLst>
            </p:cNvPr>
            <p:cNvSpPr txBox="1"/>
            <p:nvPr/>
          </p:nvSpPr>
          <p:spPr>
            <a:xfrm>
              <a:off x="1360169" y="3251240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C7ED306-B8E1-97E1-E1C8-2FE930FB38DF}"/>
                </a:ext>
              </a:extLst>
            </p:cNvPr>
            <p:cNvSpPr txBox="1"/>
            <p:nvPr/>
          </p:nvSpPr>
          <p:spPr>
            <a:xfrm>
              <a:off x="1360170" y="3590539"/>
              <a:ext cx="9563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0673B42-C49D-F591-9C7E-36D3FACE1AEE}"/>
                </a:ext>
              </a:extLst>
            </p:cNvPr>
            <p:cNvSpPr txBox="1"/>
            <p:nvPr/>
          </p:nvSpPr>
          <p:spPr>
            <a:xfrm>
              <a:off x="1360169" y="3793006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3AD0CD7-A176-9420-F781-BF29F5324821}"/>
                </a:ext>
              </a:extLst>
            </p:cNvPr>
            <p:cNvSpPr txBox="1"/>
            <p:nvPr/>
          </p:nvSpPr>
          <p:spPr>
            <a:xfrm>
              <a:off x="1360170" y="4126646"/>
              <a:ext cx="9563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B55ED2A-202A-4C09-B5DD-7444F0F34A62}"/>
                </a:ext>
              </a:extLst>
            </p:cNvPr>
            <p:cNvSpPr txBox="1"/>
            <p:nvPr/>
          </p:nvSpPr>
          <p:spPr>
            <a:xfrm>
              <a:off x="1360169" y="4329113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E866618-A22B-8C6C-C449-1649FDC49CD2}"/>
                </a:ext>
              </a:extLst>
            </p:cNvPr>
            <p:cNvSpPr txBox="1"/>
            <p:nvPr/>
          </p:nvSpPr>
          <p:spPr>
            <a:xfrm>
              <a:off x="1360170" y="4639091"/>
              <a:ext cx="9563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34B1647-CB4F-F530-F72B-895CD3A44AD4}"/>
                </a:ext>
              </a:extLst>
            </p:cNvPr>
            <p:cNvSpPr txBox="1"/>
            <p:nvPr/>
          </p:nvSpPr>
          <p:spPr>
            <a:xfrm>
              <a:off x="1360169" y="4841558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A70D8A0-DFD0-EE31-D2B4-F0ACD82DC2AD}"/>
                </a:ext>
              </a:extLst>
            </p:cNvPr>
            <p:cNvCxnSpPr>
              <a:cxnSpLocks/>
            </p:cNvCxnSpPr>
            <p:nvPr/>
          </p:nvCxnSpPr>
          <p:spPr>
            <a:xfrm>
              <a:off x="1203960" y="2910840"/>
              <a:ext cx="0" cy="230886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B34AB6A7-7E54-8A63-E486-71430CDD3DF0}"/>
              </a:ext>
            </a:extLst>
          </p:cNvPr>
          <p:cNvSpPr txBox="1"/>
          <p:nvPr/>
        </p:nvSpPr>
        <p:spPr>
          <a:xfrm>
            <a:off x="8989173" y="2664618"/>
            <a:ext cx="1800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视觉补齐的示例</a:t>
            </a:r>
            <a:endParaRPr lang="zh-CN" altLang="en-US" dirty="0">
              <a:solidFill>
                <a:srgbClr val="00479D"/>
              </a:solidFill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C4993C4E-3DB1-0BF6-E208-BA72040CA7AE}"/>
              </a:ext>
            </a:extLst>
          </p:cNvPr>
          <p:cNvGrpSpPr/>
          <p:nvPr/>
        </p:nvGrpSpPr>
        <p:grpSpPr>
          <a:xfrm>
            <a:off x="8236222" y="3780887"/>
            <a:ext cx="3306220" cy="1327241"/>
            <a:chOff x="8236222" y="3646798"/>
            <a:chExt cx="3306220" cy="1327241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E6E1E3AC-C962-B6F6-0378-343A96D57A64}"/>
                </a:ext>
              </a:extLst>
            </p:cNvPr>
            <p:cNvSpPr/>
            <p:nvPr/>
          </p:nvSpPr>
          <p:spPr>
            <a:xfrm>
              <a:off x="8236222" y="3838796"/>
              <a:ext cx="628378" cy="628378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E23D6FDF-3622-8A58-403F-74442A12323F}"/>
                </a:ext>
              </a:extLst>
            </p:cNvPr>
            <p:cNvSpPr/>
            <p:nvPr/>
          </p:nvSpPr>
          <p:spPr>
            <a:xfrm>
              <a:off x="9049355" y="4236022"/>
              <a:ext cx="628378" cy="628378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2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4E74130C-35E9-2DC0-1B50-C24750A3C990}"/>
                </a:ext>
              </a:extLst>
            </p:cNvPr>
            <p:cNvSpPr/>
            <p:nvPr/>
          </p:nvSpPr>
          <p:spPr>
            <a:xfrm>
              <a:off x="9938433" y="4152985"/>
              <a:ext cx="821054" cy="821054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7E36FAD4-DDA6-6ED3-DE8F-16970F532A87}"/>
                </a:ext>
              </a:extLst>
            </p:cNvPr>
            <p:cNvSpPr/>
            <p:nvPr/>
          </p:nvSpPr>
          <p:spPr>
            <a:xfrm>
              <a:off x="10914064" y="3787860"/>
              <a:ext cx="628378" cy="628378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4</a:t>
              </a:r>
              <a:endPara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AFE3E9B-D529-A0A8-DEB3-7D5372D04016}"/>
                </a:ext>
              </a:extLst>
            </p:cNvPr>
            <p:cNvSpPr/>
            <p:nvPr/>
          </p:nvSpPr>
          <p:spPr>
            <a:xfrm>
              <a:off x="8324850" y="3646798"/>
              <a:ext cx="3128964" cy="970211"/>
            </a:xfrm>
            <a:custGeom>
              <a:avLst/>
              <a:gdLst>
                <a:gd name="connsiteX0" fmla="*/ 0 w 3128963"/>
                <a:gd name="connsiteY0" fmla="*/ 970211 h 1940422"/>
                <a:gd name="connsiteX1" fmla="*/ 1564482 w 3128963"/>
                <a:gd name="connsiteY1" fmla="*/ 0 h 1940422"/>
                <a:gd name="connsiteX2" fmla="*/ 3128964 w 3128963"/>
                <a:gd name="connsiteY2" fmla="*/ 970211 h 1940422"/>
                <a:gd name="connsiteX3" fmla="*/ 1564482 w 3128963"/>
                <a:gd name="connsiteY3" fmla="*/ 1940422 h 1940422"/>
                <a:gd name="connsiteX4" fmla="*/ 0 w 3128963"/>
                <a:gd name="connsiteY4" fmla="*/ 970211 h 1940422"/>
                <a:gd name="connsiteX0" fmla="*/ 1564482 w 3128964"/>
                <a:gd name="connsiteY0" fmla="*/ 0 h 1940422"/>
                <a:gd name="connsiteX1" fmla="*/ 3128964 w 3128964"/>
                <a:gd name="connsiteY1" fmla="*/ 970211 h 1940422"/>
                <a:gd name="connsiteX2" fmla="*/ 1564482 w 3128964"/>
                <a:gd name="connsiteY2" fmla="*/ 1940422 h 1940422"/>
                <a:gd name="connsiteX3" fmla="*/ 0 w 3128964"/>
                <a:gd name="connsiteY3" fmla="*/ 970211 h 1940422"/>
                <a:gd name="connsiteX4" fmla="*/ 1655922 w 3128964"/>
                <a:gd name="connsiteY4" fmla="*/ 91440 h 1940422"/>
                <a:gd name="connsiteX0" fmla="*/ 1564482 w 3128964"/>
                <a:gd name="connsiteY0" fmla="*/ 0 h 1940422"/>
                <a:gd name="connsiteX1" fmla="*/ 3128964 w 3128964"/>
                <a:gd name="connsiteY1" fmla="*/ 970211 h 1940422"/>
                <a:gd name="connsiteX2" fmla="*/ 1564482 w 3128964"/>
                <a:gd name="connsiteY2" fmla="*/ 1940422 h 1940422"/>
                <a:gd name="connsiteX3" fmla="*/ 0 w 3128964"/>
                <a:gd name="connsiteY3" fmla="*/ 970211 h 1940422"/>
                <a:gd name="connsiteX0" fmla="*/ 3128964 w 3128964"/>
                <a:gd name="connsiteY0" fmla="*/ 0 h 970211"/>
                <a:gd name="connsiteX1" fmla="*/ 1564482 w 3128964"/>
                <a:gd name="connsiteY1" fmla="*/ 970211 h 970211"/>
                <a:gd name="connsiteX2" fmla="*/ 0 w 3128964"/>
                <a:gd name="connsiteY2" fmla="*/ 0 h 97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28964" h="970211">
                  <a:moveTo>
                    <a:pt x="3128964" y="0"/>
                  </a:moveTo>
                  <a:cubicBezTo>
                    <a:pt x="3128964" y="535833"/>
                    <a:pt x="2428522" y="970211"/>
                    <a:pt x="1564482" y="970211"/>
                  </a:cubicBezTo>
                  <a:cubicBezTo>
                    <a:pt x="700442" y="970211"/>
                    <a:pt x="0" y="535833"/>
                    <a:pt x="0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ACF4D4D0-7C48-D47F-B0B0-429FBBA896A7}"/>
              </a:ext>
            </a:extLst>
          </p:cNvPr>
          <p:cNvSpPr txBox="1"/>
          <p:nvPr/>
        </p:nvSpPr>
        <p:spPr>
          <a:xfrm>
            <a:off x="4826298" y="2664618"/>
            <a:ext cx="2133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沿曲线对齐的示例</a:t>
            </a:r>
            <a:endParaRPr lang="zh-CN" altLang="en-US" dirty="0">
              <a:solidFill>
                <a:srgbClr val="00479D"/>
              </a:solidFill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F575A61B-1DA4-3D2B-4229-5AD73C6182EF}"/>
              </a:ext>
            </a:extLst>
          </p:cNvPr>
          <p:cNvGrpSpPr/>
          <p:nvPr/>
        </p:nvGrpSpPr>
        <p:grpSpPr>
          <a:xfrm>
            <a:off x="3564594" y="3303963"/>
            <a:ext cx="4279733" cy="2492496"/>
            <a:chOff x="3186928" y="3244638"/>
            <a:chExt cx="4279733" cy="2492496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A9A2C86-A45C-89C6-82D6-5832AA3303E3}"/>
                </a:ext>
              </a:extLst>
            </p:cNvPr>
            <p:cNvSpPr txBox="1"/>
            <p:nvPr/>
          </p:nvSpPr>
          <p:spPr>
            <a:xfrm>
              <a:off x="4744775" y="5272595"/>
              <a:ext cx="9563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CC8AF1C-0D7C-D28F-9D9A-E1B920CF3560}"/>
                </a:ext>
              </a:extLst>
            </p:cNvPr>
            <p:cNvSpPr txBox="1"/>
            <p:nvPr/>
          </p:nvSpPr>
          <p:spPr>
            <a:xfrm>
              <a:off x="4744775" y="5521690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489AC7A-6145-99E8-B8BA-81041000C647}"/>
                </a:ext>
              </a:extLst>
            </p:cNvPr>
            <p:cNvSpPr txBox="1"/>
            <p:nvPr/>
          </p:nvSpPr>
          <p:spPr>
            <a:xfrm>
              <a:off x="4744775" y="3244638"/>
              <a:ext cx="9563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89ED09B-050F-8324-FC86-8A1C96CA5CBD}"/>
                </a:ext>
              </a:extLst>
            </p:cNvPr>
            <p:cNvSpPr txBox="1"/>
            <p:nvPr/>
          </p:nvSpPr>
          <p:spPr>
            <a:xfrm>
              <a:off x="4744775" y="3493733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222AE64-96BC-4EAD-DFEA-67DB87AE3AD0}"/>
                </a:ext>
              </a:extLst>
            </p:cNvPr>
            <p:cNvSpPr txBox="1"/>
            <p:nvPr/>
          </p:nvSpPr>
          <p:spPr>
            <a:xfrm>
              <a:off x="6510352" y="4237929"/>
              <a:ext cx="9563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13FB597-536F-516B-2AE6-164AA3A318FD}"/>
                </a:ext>
              </a:extLst>
            </p:cNvPr>
            <p:cNvSpPr txBox="1"/>
            <p:nvPr/>
          </p:nvSpPr>
          <p:spPr>
            <a:xfrm>
              <a:off x="6400792" y="4487024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3FBB266-6E32-325D-7DAD-B2FB4DBB8A66}"/>
                </a:ext>
              </a:extLst>
            </p:cNvPr>
            <p:cNvSpPr txBox="1"/>
            <p:nvPr/>
          </p:nvSpPr>
          <p:spPr>
            <a:xfrm>
              <a:off x="3296488" y="4237929"/>
              <a:ext cx="9563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12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2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37BE245C-67BA-121C-5A70-7494FA4BEF80}"/>
                </a:ext>
              </a:extLst>
            </p:cNvPr>
            <p:cNvSpPr txBox="1"/>
            <p:nvPr/>
          </p:nvSpPr>
          <p:spPr>
            <a:xfrm>
              <a:off x="3186928" y="4487024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B08277B7-63E0-8385-3590-3BF31C7C9D19}"/>
                </a:ext>
              </a:extLst>
            </p:cNvPr>
            <p:cNvCxnSpPr>
              <a:cxnSpLocks/>
            </p:cNvCxnSpPr>
            <p:nvPr/>
          </p:nvCxnSpPr>
          <p:spPr>
            <a:xfrm>
              <a:off x="4025342" y="4466548"/>
              <a:ext cx="2369604" cy="0"/>
            </a:xfrm>
            <a:prstGeom prst="straightConnector1">
              <a:avLst/>
            </a:prstGeom>
            <a:ln>
              <a:solidFill>
                <a:srgbClr val="00479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62">
              <a:extLst>
                <a:ext uri="{FF2B5EF4-FFF2-40B4-BE49-F238E27FC236}">
                  <a16:creationId xmlns:a16="http://schemas.microsoft.com/office/drawing/2014/main" id="{9F45DB8A-15E6-6EE1-8D37-C55C297ACC20}"/>
                </a:ext>
              </a:extLst>
            </p:cNvPr>
            <p:cNvSpPr/>
            <p:nvPr/>
          </p:nvSpPr>
          <p:spPr>
            <a:xfrm rot="209996" flipH="1" flipV="1">
              <a:off x="3690187" y="4743269"/>
              <a:ext cx="2981038" cy="460637"/>
            </a:xfrm>
            <a:custGeom>
              <a:avLst/>
              <a:gdLst>
                <a:gd name="connsiteX0" fmla="*/ 0 w 3233852"/>
                <a:gd name="connsiteY0" fmla="*/ 744368 h 1488735"/>
                <a:gd name="connsiteX1" fmla="*/ 1616926 w 3233852"/>
                <a:gd name="connsiteY1" fmla="*/ 0 h 1488735"/>
                <a:gd name="connsiteX2" fmla="*/ 3233852 w 3233852"/>
                <a:gd name="connsiteY2" fmla="*/ 744368 h 1488735"/>
                <a:gd name="connsiteX3" fmla="*/ 1616926 w 3233852"/>
                <a:gd name="connsiteY3" fmla="*/ 1488736 h 1488735"/>
                <a:gd name="connsiteX4" fmla="*/ 0 w 3233852"/>
                <a:gd name="connsiteY4" fmla="*/ 744368 h 1488735"/>
                <a:gd name="connsiteX0" fmla="*/ 1616926 w 3233852"/>
                <a:gd name="connsiteY0" fmla="*/ 1488736 h 1580176"/>
                <a:gd name="connsiteX1" fmla="*/ 0 w 3233852"/>
                <a:gd name="connsiteY1" fmla="*/ 744368 h 1580176"/>
                <a:gd name="connsiteX2" fmla="*/ 1616926 w 3233852"/>
                <a:gd name="connsiteY2" fmla="*/ 0 h 1580176"/>
                <a:gd name="connsiteX3" fmla="*/ 3233852 w 3233852"/>
                <a:gd name="connsiteY3" fmla="*/ 744368 h 1580176"/>
                <a:gd name="connsiteX4" fmla="*/ 1708366 w 3233852"/>
                <a:gd name="connsiteY4" fmla="*/ 1580176 h 1580176"/>
                <a:gd name="connsiteX0" fmla="*/ 1616926 w 3233852"/>
                <a:gd name="connsiteY0" fmla="*/ 1488736 h 1488736"/>
                <a:gd name="connsiteX1" fmla="*/ 0 w 3233852"/>
                <a:gd name="connsiteY1" fmla="*/ 744368 h 1488736"/>
                <a:gd name="connsiteX2" fmla="*/ 1616926 w 3233852"/>
                <a:gd name="connsiteY2" fmla="*/ 0 h 1488736"/>
                <a:gd name="connsiteX3" fmla="*/ 3233852 w 3233852"/>
                <a:gd name="connsiteY3" fmla="*/ 744368 h 1488736"/>
                <a:gd name="connsiteX0" fmla="*/ 0 w 3233852"/>
                <a:gd name="connsiteY0" fmla="*/ 744368 h 744368"/>
                <a:gd name="connsiteX1" fmla="*/ 1616926 w 3233852"/>
                <a:gd name="connsiteY1" fmla="*/ 0 h 744368"/>
                <a:gd name="connsiteX2" fmla="*/ 3233852 w 3233852"/>
                <a:gd name="connsiteY2" fmla="*/ 744368 h 744368"/>
                <a:gd name="connsiteX0" fmla="*/ 30611 w 3264463"/>
                <a:gd name="connsiteY0" fmla="*/ 749269 h 749269"/>
                <a:gd name="connsiteX1" fmla="*/ 156773 w 3264463"/>
                <a:gd name="connsiteY1" fmla="*/ 441977 h 749269"/>
                <a:gd name="connsiteX2" fmla="*/ 1647537 w 3264463"/>
                <a:gd name="connsiteY2" fmla="*/ 4901 h 749269"/>
                <a:gd name="connsiteX3" fmla="*/ 3264463 w 3264463"/>
                <a:gd name="connsiteY3" fmla="*/ 749269 h 749269"/>
                <a:gd name="connsiteX0" fmla="*/ 30611 w 3264463"/>
                <a:gd name="connsiteY0" fmla="*/ 745059 h 745059"/>
                <a:gd name="connsiteX1" fmla="*/ 156773 w 3264463"/>
                <a:gd name="connsiteY1" fmla="*/ 437767 h 745059"/>
                <a:gd name="connsiteX2" fmla="*/ 1647537 w 3264463"/>
                <a:gd name="connsiteY2" fmla="*/ 691 h 745059"/>
                <a:gd name="connsiteX3" fmla="*/ 2995224 w 3264463"/>
                <a:gd name="connsiteY3" fmla="*/ 346955 h 745059"/>
                <a:gd name="connsiteX4" fmla="*/ 3264463 w 3264463"/>
                <a:gd name="connsiteY4" fmla="*/ 745059 h 745059"/>
                <a:gd name="connsiteX0" fmla="*/ 30611 w 2995224"/>
                <a:gd name="connsiteY0" fmla="*/ 745059 h 745059"/>
                <a:gd name="connsiteX1" fmla="*/ 156773 w 2995224"/>
                <a:gd name="connsiteY1" fmla="*/ 437767 h 745059"/>
                <a:gd name="connsiteX2" fmla="*/ 1647537 w 2995224"/>
                <a:gd name="connsiteY2" fmla="*/ 691 h 745059"/>
                <a:gd name="connsiteX3" fmla="*/ 2995224 w 2995224"/>
                <a:gd name="connsiteY3" fmla="*/ 346955 h 745059"/>
                <a:gd name="connsiteX0" fmla="*/ 0 w 2838451"/>
                <a:gd name="connsiteY0" fmla="*/ 437767 h 437767"/>
                <a:gd name="connsiteX1" fmla="*/ 1490764 w 2838451"/>
                <a:gd name="connsiteY1" fmla="*/ 691 h 437767"/>
                <a:gd name="connsiteX2" fmla="*/ 2838451 w 2838451"/>
                <a:gd name="connsiteY2" fmla="*/ 346955 h 437767"/>
                <a:gd name="connsiteX0" fmla="*/ 0 w 2838451"/>
                <a:gd name="connsiteY0" fmla="*/ 392515 h 392515"/>
                <a:gd name="connsiteX1" fmla="*/ 1357414 w 2838451"/>
                <a:gd name="connsiteY1" fmla="*/ 845 h 392515"/>
                <a:gd name="connsiteX2" fmla="*/ 2838451 w 2838451"/>
                <a:gd name="connsiteY2" fmla="*/ 301703 h 392515"/>
                <a:gd name="connsiteX0" fmla="*/ 0 w 2838451"/>
                <a:gd name="connsiteY0" fmla="*/ 392514 h 392514"/>
                <a:gd name="connsiteX1" fmla="*/ 1420914 w 2838451"/>
                <a:gd name="connsiteY1" fmla="*/ 844 h 392514"/>
                <a:gd name="connsiteX2" fmla="*/ 2838451 w 2838451"/>
                <a:gd name="connsiteY2" fmla="*/ 301702 h 392514"/>
                <a:gd name="connsiteX0" fmla="*/ 0 w 2838451"/>
                <a:gd name="connsiteY0" fmla="*/ 287449 h 287449"/>
                <a:gd name="connsiteX1" fmla="*/ 1357414 w 2838451"/>
                <a:gd name="connsiteY1" fmla="*/ 1727 h 287449"/>
                <a:gd name="connsiteX2" fmla="*/ 2838451 w 2838451"/>
                <a:gd name="connsiteY2" fmla="*/ 196637 h 287449"/>
                <a:gd name="connsiteX0" fmla="*/ 0 w 2838451"/>
                <a:gd name="connsiteY0" fmla="*/ 252372 h 252372"/>
                <a:gd name="connsiteX1" fmla="*/ 1404854 w 2838451"/>
                <a:gd name="connsiteY1" fmla="*/ 2624 h 252372"/>
                <a:gd name="connsiteX2" fmla="*/ 2838451 w 2838451"/>
                <a:gd name="connsiteY2" fmla="*/ 161560 h 25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8451" h="252372">
                  <a:moveTo>
                    <a:pt x="0" y="252372"/>
                  </a:moveTo>
                  <a:cubicBezTo>
                    <a:pt x="269488" y="128311"/>
                    <a:pt x="931779" y="17759"/>
                    <a:pt x="1404854" y="2624"/>
                  </a:cubicBezTo>
                  <a:cubicBezTo>
                    <a:pt x="1877929" y="-12511"/>
                    <a:pt x="2568963" y="37499"/>
                    <a:pt x="2838451" y="161560"/>
                  </a:cubicBezTo>
                </a:path>
              </a:pathLst>
            </a:custGeom>
            <a:noFill/>
            <a:ln>
              <a:solidFill>
                <a:srgbClr val="C00000"/>
              </a:solidFill>
              <a:head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2">
              <a:extLst>
                <a:ext uri="{FF2B5EF4-FFF2-40B4-BE49-F238E27FC236}">
                  <a16:creationId xmlns:a16="http://schemas.microsoft.com/office/drawing/2014/main" id="{2E734037-E346-9040-D062-25A81107F451}"/>
                </a:ext>
              </a:extLst>
            </p:cNvPr>
            <p:cNvSpPr/>
            <p:nvPr/>
          </p:nvSpPr>
          <p:spPr>
            <a:xfrm rot="209996">
              <a:off x="3664816" y="3737437"/>
              <a:ext cx="2981038" cy="460637"/>
            </a:xfrm>
            <a:custGeom>
              <a:avLst/>
              <a:gdLst>
                <a:gd name="connsiteX0" fmla="*/ 0 w 3233852"/>
                <a:gd name="connsiteY0" fmla="*/ 744368 h 1488735"/>
                <a:gd name="connsiteX1" fmla="*/ 1616926 w 3233852"/>
                <a:gd name="connsiteY1" fmla="*/ 0 h 1488735"/>
                <a:gd name="connsiteX2" fmla="*/ 3233852 w 3233852"/>
                <a:gd name="connsiteY2" fmla="*/ 744368 h 1488735"/>
                <a:gd name="connsiteX3" fmla="*/ 1616926 w 3233852"/>
                <a:gd name="connsiteY3" fmla="*/ 1488736 h 1488735"/>
                <a:gd name="connsiteX4" fmla="*/ 0 w 3233852"/>
                <a:gd name="connsiteY4" fmla="*/ 744368 h 1488735"/>
                <a:gd name="connsiteX0" fmla="*/ 1616926 w 3233852"/>
                <a:gd name="connsiteY0" fmla="*/ 1488736 h 1580176"/>
                <a:gd name="connsiteX1" fmla="*/ 0 w 3233852"/>
                <a:gd name="connsiteY1" fmla="*/ 744368 h 1580176"/>
                <a:gd name="connsiteX2" fmla="*/ 1616926 w 3233852"/>
                <a:gd name="connsiteY2" fmla="*/ 0 h 1580176"/>
                <a:gd name="connsiteX3" fmla="*/ 3233852 w 3233852"/>
                <a:gd name="connsiteY3" fmla="*/ 744368 h 1580176"/>
                <a:gd name="connsiteX4" fmla="*/ 1708366 w 3233852"/>
                <a:gd name="connsiteY4" fmla="*/ 1580176 h 1580176"/>
                <a:gd name="connsiteX0" fmla="*/ 1616926 w 3233852"/>
                <a:gd name="connsiteY0" fmla="*/ 1488736 h 1488736"/>
                <a:gd name="connsiteX1" fmla="*/ 0 w 3233852"/>
                <a:gd name="connsiteY1" fmla="*/ 744368 h 1488736"/>
                <a:gd name="connsiteX2" fmla="*/ 1616926 w 3233852"/>
                <a:gd name="connsiteY2" fmla="*/ 0 h 1488736"/>
                <a:gd name="connsiteX3" fmla="*/ 3233852 w 3233852"/>
                <a:gd name="connsiteY3" fmla="*/ 744368 h 1488736"/>
                <a:gd name="connsiteX0" fmla="*/ 0 w 3233852"/>
                <a:gd name="connsiteY0" fmla="*/ 744368 h 744368"/>
                <a:gd name="connsiteX1" fmla="*/ 1616926 w 3233852"/>
                <a:gd name="connsiteY1" fmla="*/ 0 h 744368"/>
                <a:gd name="connsiteX2" fmla="*/ 3233852 w 3233852"/>
                <a:gd name="connsiteY2" fmla="*/ 744368 h 744368"/>
                <a:gd name="connsiteX0" fmla="*/ 30611 w 3264463"/>
                <a:gd name="connsiteY0" fmla="*/ 749269 h 749269"/>
                <a:gd name="connsiteX1" fmla="*/ 156773 w 3264463"/>
                <a:gd name="connsiteY1" fmla="*/ 441977 h 749269"/>
                <a:gd name="connsiteX2" fmla="*/ 1647537 w 3264463"/>
                <a:gd name="connsiteY2" fmla="*/ 4901 h 749269"/>
                <a:gd name="connsiteX3" fmla="*/ 3264463 w 3264463"/>
                <a:gd name="connsiteY3" fmla="*/ 749269 h 749269"/>
                <a:gd name="connsiteX0" fmla="*/ 30611 w 3264463"/>
                <a:gd name="connsiteY0" fmla="*/ 745059 h 745059"/>
                <a:gd name="connsiteX1" fmla="*/ 156773 w 3264463"/>
                <a:gd name="connsiteY1" fmla="*/ 437767 h 745059"/>
                <a:gd name="connsiteX2" fmla="*/ 1647537 w 3264463"/>
                <a:gd name="connsiteY2" fmla="*/ 691 h 745059"/>
                <a:gd name="connsiteX3" fmla="*/ 2995224 w 3264463"/>
                <a:gd name="connsiteY3" fmla="*/ 346955 h 745059"/>
                <a:gd name="connsiteX4" fmla="*/ 3264463 w 3264463"/>
                <a:gd name="connsiteY4" fmla="*/ 745059 h 745059"/>
                <a:gd name="connsiteX0" fmla="*/ 30611 w 2995224"/>
                <a:gd name="connsiteY0" fmla="*/ 745059 h 745059"/>
                <a:gd name="connsiteX1" fmla="*/ 156773 w 2995224"/>
                <a:gd name="connsiteY1" fmla="*/ 437767 h 745059"/>
                <a:gd name="connsiteX2" fmla="*/ 1647537 w 2995224"/>
                <a:gd name="connsiteY2" fmla="*/ 691 h 745059"/>
                <a:gd name="connsiteX3" fmla="*/ 2995224 w 2995224"/>
                <a:gd name="connsiteY3" fmla="*/ 346955 h 745059"/>
                <a:gd name="connsiteX0" fmla="*/ 0 w 2838451"/>
                <a:gd name="connsiteY0" fmla="*/ 437767 h 437767"/>
                <a:gd name="connsiteX1" fmla="*/ 1490764 w 2838451"/>
                <a:gd name="connsiteY1" fmla="*/ 691 h 437767"/>
                <a:gd name="connsiteX2" fmla="*/ 2838451 w 2838451"/>
                <a:gd name="connsiteY2" fmla="*/ 346955 h 437767"/>
                <a:gd name="connsiteX0" fmla="*/ 0 w 2838451"/>
                <a:gd name="connsiteY0" fmla="*/ 392515 h 392515"/>
                <a:gd name="connsiteX1" fmla="*/ 1357414 w 2838451"/>
                <a:gd name="connsiteY1" fmla="*/ 845 h 392515"/>
                <a:gd name="connsiteX2" fmla="*/ 2838451 w 2838451"/>
                <a:gd name="connsiteY2" fmla="*/ 301703 h 392515"/>
                <a:gd name="connsiteX0" fmla="*/ 0 w 2838451"/>
                <a:gd name="connsiteY0" fmla="*/ 392514 h 392514"/>
                <a:gd name="connsiteX1" fmla="*/ 1420914 w 2838451"/>
                <a:gd name="connsiteY1" fmla="*/ 844 h 392514"/>
                <a:gd name="connsiteX2" fmla="*/ 2838451 w 2838451"/>
                <a:gd name="connsiteY2" fmla="*/ 301702 h 392514"/>
                <a:gd name="connsiteX0" fmla="*/ 0 w 2838451"/>
                <a:gd name="connsiteY0" fmla="*/ 287449 h 287449"/>
                <a:gd name="connsiteX1" fmla="*/ 1357414 w 2838451"/>
                <a:gd name="connsiteY1" fmla="*/ 1727 h 287449"/>
                <a:gd name="connsiteX2" fmla="*/ 2838451 w 2838451"/>
                <a:gd name="connsiteY2" fmla="*/ 196637 h 287449"/>
                <a:gd name="connsiteX0" fmla="*/ 0 w 2838451"/>
                <a:gd name="connsiteY0" fmla="*/ 252372 h 252372"/>
                <a:gd name="connsiteX1" fmla="*/ 1404854 w 2838451"/>
                <a:gd name="connsiteY1" fmla="*/ 2624 h 252372"/>
                <a:gd name="connsiteX2" fmla="*/ 2838451 w 2838451"/>
                <a:gd name="connsiteY2" fmla="*/ 161560 h 25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8451" h="252372">
                  <a:moveTo>
                    <a:pt x="0" y="252372"/>
                  </a:moveTo>
                  <a:cubicBezTo>
                    <a:pt x="269488" y="128311"/>
                    <a:pt x="931779" y="17759"/>
                    <a:pt x="1404854" y="2624"/>
                  </a:cubicBezTo>
                  <a:cubicBezTo>
                    <a:pt x="1877929" y="-12511"/>
                    <a:pt x="2568963" y="37499"/>
                    <a:pt x="2838451" y="161560"/>
                  </a:cubicBezTo>
                </a:path>
              </a:pathLst>
            </a:custGeom>
            <a:noFill/>
            <a:ln>
              <a:solidFill>
                <a:srgbClr val="C00000"/>
              </a:solidFill>
              <a:head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91B2B8A-9093-448B-5BD6-E0E38D3B316D}"/>
                </a:ext>
              </a:extLst>
            </p:cNvPr>
            <p:cNvSpPr txBox="1"/>
            <p:nvPr/>
          </p:nvSpPr>
          <p:spPr>
            <a:xfrm>
              <a:off x="4798980" y="4235040"/>
              <a:ext cx="9563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800" b="0" i="0" dirty="0">
                  <a:solidFill>
                    <a:srgbClr val="191919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内容文本内容</a:t>
              </a:r>
              <a:endParaRPr lang="zh-CN" altLang="en-US" sz="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9713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26C85C1-F32C-0A69-7851-1F787F3793A8}"/>
              </a:ext>
            </a:extLst>
          </p:cNvPr>
          <p:cNvSpPr/>
          <p:nvPr/>
        </p:nvSpPr>
        <p:spPr>
          <a:xfrm>
            <a:off x="695325" y="3429000"/>
            <a:ext cx="10801350" cy="2592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对齐准则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E80344-B532-F8FA-3CB1-8B2BD5A48D71}"/>
              </a:ext>
            </a:extLst>
          </p:cNvPr>
          <p:cNvSpPr txBox="1"/>
          <p:nvPr/>
        </p:nvSpPr>
        <p:spPr>
          <a:xfrm>
            <a:off x="5195841" y="2800180"/>
            <a:ext cx="1800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居中对齐的示例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052AEE-28D1-DCEE-4909-A6BD7980A167}"/>
              </a:ext>
            </a:extLst>
          </p:cNvPr>
          <p:cNvSpPr txBox="1"/>
          <p:nvPr/>
        </p:nvSpPr>
        <p:spPr>
          <a:xfrm>
            <a:off x="2960767" y="1431979"/>
            <a:ext cx="6270466" cy="8793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每个章节页标题会因内容多少不同导致排版不一致，现规定：</a:t>
            </a:r>
            <a:endParaRPr lang="en-US" altLang="zh-CN" b="0" i="0" dirty="0">
              <a:solidFill>
                <a:srgbClr val="191919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0" i="0" dirty="0">
                <a:solidFill>
                  <a:srgbClr val="191919"/>
                </a:solidFill>
                <a:effectLst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标题内容书写完成之后，可将整体组合再居中</a:t>
            </a:r>
            <a:endParaRPr lang="zh-CN" altLang="en-US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D12CC7A-10FD-6ABB-11CE-35483AFE2E73}"/>
              </a:ext>
            </a:extLst>
          </p:cNvPr>
          <p:cNvGrpSpPr/>
          <p:nvPr/>
        </p:nvGrpSpPr>
        <p:grpSpPr>
          <a:xfrm>
            <a:off x="4058920" y="3713027"/>
            <a:ext cx="4074160" cy="2024331"/>
            <a:chOff x="3325495" y="1954579"/>
            <a:chExt cx="4074160" cy="202433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D24311D-A2C1-BBBD-778E-1FC9D2BD39FF}"/>
                </a:ext>
              </a:extLst>
            </p:cNvPr>
            <p:cNvSpPr txBox="1"/>
            <p:nvPr/>
          </p:nvSpPr>
          <p:spPr>
            <a:xfrm>
              <a:off x="3325495" y="1954579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01</a:t>
              </a:r>
              <a:endParaRPr lang="zh-CN" altLang="en-US" sz="10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D17B24C-5250-EA52-68D2-3ABF6495197C}"/>
                </a:ext>
              </a:extLst>
            </p:cNvPr>
            <p:cNvSpPr txBox="1"/>
            <p:nvPr/>
          </p:nvSpPr>
          <p:spPr>
            <a:xfrm>
              <a:off x="4761865" y="2347694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endParaRPr lang="zh-CN" altLang="en-US" sz="10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CCCFE81-3AB5-D601-3AE5-196991098529}"/>
                </a:ext>
              </a:extLst>
            </p:cNvPr>
            <p:cNvSpPr txBox="1"/>
            <p:nvPr/>
          </p:nvSpPr>
          <p:spPr>
            <a:xfrm>
              <a:off x="5362575" y="2997143"/>
              <a:ext cx="20370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章节标题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251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BBFCC34-3E32-EF7F-0447-50888B50AD1C}"/>
              </a:ext>
            </a:extLst>
          </p:cNvPr>
          <p:cNvSpPr/>
          <p:nvPr/>
        </p:nvSpPr>
        <p:spPr>
          <a:xfrm>
            <a:off x="695325" y="1957910"/>
            <a:ext cx="10801350" cy="4063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1.7 </a:t>
            </a:r>
            <a:r>
              <a:rPr lang="zh-CN" altLang="en-US" dirty="0"/>
              <a:t>序号等级使用规则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FDC0AA-83A2-180F-5328-4FD20292FA7B}"/>
              </a:ext>
            </a:extLst>
          </p:cNvPr>
          <p:cNvSpPr txBox="1"/>
          <p:nvPr/>
        </p:nvSpPr>
        <p:spPr>
          <a:xfrm>
            <a:off x="587375" y="1131379"/>
            <a:ext cx="11212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通过序号等级的使用，可以使文档结构更加清晰、易于阅读，方便快速获取信息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5D15AA-B478-C06F-587A-8C20A0758646}"/>
              </a:ext>
            </a:extLst>
          </p:cNvPr>
          <p:cNvSpPr txBox="1"/>
          <p:nvPr/>
        </p:nvSpPr>
        <p:spPr>
          <a:xfrm>
            <a:off x="1560873" y="2221956"/>
            <a:ext cx="3013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目录 </a:t>
            </a:r>
            <a:r>
              <a:rPr lang="en-US" altLang="zh-CN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01</a:t>
            </a:r>
            <a:r>
              <a:rPr lang="zh-CN" altLang="en-US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、</a:t>
            </a:r>
            <a:r>
              <a:rPr lang="en-US" altLang="zh-CN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02</a:t>
            </a:r>
            <a:r>
              <a:rPr lang="zh-CN" altLang="en-US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、</a:t>
            </a:r>
            <a:r>
              <a:rPr lang="en-US" altLang="zh-CN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03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…</a:t>
            </a:r>
            <a:endParaRPr lang="zh-CN" altLang="en-US" sz="2400" dirty="0">
              <a:solidFill>
                <a:srgbClr val="00479D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94FACD-3147-D0C5-9247-EC0B26F21080}"/>
              </a:ext>
            </a:extLst>
          </p:cNvPr>
          <p:cNvSpPr txBox="1"/>
          <p:nvPr/>
        </p:nvSpPr>
        <p:spPr>
          <a:xfrm>
            <a:off x="1560873" y="2855676"/>
            <a:ext cx="9070254" cy="79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幻灯片标题</a:t>
            </a:r>
            <a:r>
              <a:rPr lang="en-US" altLang="zh-CN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1.1</a:t>
            </a:r>
            <a:r>
              <a:rPr lang="zh-CN" altLang="en-US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、</a:t>
            </a:r>
            <a:r>
              <a:rPr lang="en-US" altLang="zh-CN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1.2</a:t>
            </a:r>
            <a:r>
              <a:rPr lang="zh-CN" altLang="en-US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、</a:t>
            </a:r>
            <a:r>
              <a:rPr lang="en-US" altLang="zh-CN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1.3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zh-CN" altLang="en-US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（如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页幻灯片展示同一内容的不同样式，可添加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进行区分，如：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1.1</a:t>
            </a:r>
            <a:r>
              <a:rPr lang="zh-CN" altLang="en-US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系统截图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，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1.1</a:t>
            </a:r>
            <a:r>
              <a:rPr lang="zh-CN" altLang="en-US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系统截图</a:t>
            </a:r>
            <a:r>
              <a:rPr lang="en-US" altLang="zh-CN" sz="2400" baseline="-25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305DA54-A3FD-B9F0-532F-DC96D975C0C3}"/>
              </a:ext>
            </a:extLst>
          </p:cNvPr>
          <p:cNvGrpSpPr/>
          <p:nvPr/>
        </p:nvGrpSpPr>
        <p:grpSpPr>
          <a:xfrm>
            <a:off x="1560873" y="3878084"/>
            <a:ext cx="4745556" cy="1712135"/>
            <a:chOff x="1560873" y="3635254"/>
            <a:chExt cx="4745556" cy="171213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E296FAB-0769-851B-3FC5-E1180D810B6C}"/>
                </a:ext>
              </a:extLst>
            </p:cNvPr>
            <p:cNvSpPr txBox="1"/>
            <p:nvPr/>
          </p:nvSpPr>
          <p:spPr>
            <a:xfrm>
              <a:off x="2734172" y="3635254"/>
              <a:ext cx="3572257" cy="1712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一级：</a:t>
              </a:r>
              <a:r>
                <a:rPr lang="en-US" altLang="zh-CN" sz="1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1.</a:t>
              </a:r>
              <a:r>
                <a:rPr lang="zh-CN" altLang="en-US" sz="1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</a:t>
              </a:r>
              <a:r>
                <a:rPr lang="en-US" altLang="zh-CN" sz="1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2.</a:t>
              </a:r>
              <a:r>
                <a:rPr lang="zh-CN" altLang="en-US" sz="1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</a:t>
              </a:r>
              <a:r>
                <a:rPr lang="en-US" altLang="zh-CN" sz="1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3. </a:t>
              </a:r>
              <a:r>
                <a:rPr lang="en-US" altLang="zh-CN" sz="1800" baseline="-25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…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二级：</a:t>
              </a:r>
              <a:r>
                <a:rPr lang="en-US" altLang="zh-CN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）</a:t>
              </a:r>
              <a:r>
                <a:rPr lang="en-US" altLang="zh-CN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2</a:t>
              </a: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）</a:t>
              </a:r>
              <a:r>
                <a:rPr lang="en-US" altLang="zh-CN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</a:t>
              </a: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）</a:t>
              </a:r>
              <a:r>
                <a:rPr lang="en-US" altLang="zh-CN" sz="1800" baseline="-25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…</a:t>
              </a:r>
              <a:endParaRPr lang="en-US" altLang="zh-CN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三级：</a:t>
              </a: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Wingdings" panose="05000000000000000000" pitchFamily="2" charset="2"/>
                </a:rPr>
                <a:t>（</a:t>
              </a:r>
              <a:r>
                <a:rPr lang="en-US" altLang="zh-CN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Wingdings" panose="05000000000000000000" pitchFamily="2" charset="2"/>
                </a:rPr>
                <a:t>1</a:t>
              </a: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Wingdings" panose="05000000000000000000" pitchFamily="2" charset="2"/>
                </a:rPr>
                <a:t>）（</a:t>
              </a:r>
              <a:r>
                <a:rPr lang="en-US" altLang="zh-CN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Wingdings" panose="05000000000000000000" pitchFamily="2" charset="2"/>
                </a:rPr>
                <a:t>2</a:t>
              </a: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Wingdings" panose="05000000000000000000" pitchFamily="2" charset="2"/>
                </a:rPr>
                <a:t>）（</a:t>
              </a:r>
              <a:r>
                <a:rPr lang="en-US" altLang="zh-CN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Wingdings" panose="05000000000000000000" pitchFamily="2" charset="2"/>
                </a:rPr>
                <a:t>3</a:t>
              </a: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Wingdings" panose="05000000000000000000" pitchFamily="2" charset="2"/>
                </a:rPr>
                <a:t>）</a:t>
              </a:r>
              <a:r>
                <a:rPr lang="en-US" altLang="zh-CN" sz="1800" baseline="-25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 …</a:t>
              </a:r>
              <a:endParaRPr lang="en-US" altLang="zh-CN" dirty="0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Wingdings" panose="05000000000000000000" pitchFamily="2" charset="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Wingdings" panose="05000000000000000000" pitchFamily="2" charset="2"/>
                </a:rPr>
                <a:t>四级：</a:t>
              </a:r>
              <a:endPara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C1329F3-C21C-F104-E7DF-9331A1A05382}"/>
                </a:ext>
              </a:extLst>
            </p:cNvPr>
            <p:cNvSpPr txBox="1"/>
            <p:nvPr/>
          </p:nvSpPr>
          <p:spPr>
            <a:xfrm>
              <a:off x="1560873" y="4280887"/>
              <a:ext cx="8640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00479D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内页</a:t>
              </a:r>
              <a:endParaRPr lang="en-US" altLang="zh-CN" sz="2400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08461025-DAC2-036E-5ED9-4A6CC3017216}"/>
                </a:ext>
              </a:extLst>
            </p:cNvPr>
            <p:cNvSpPr/>
            <p:nvPr/>
          </p:nvSpPr>
          <p:spPr>
            <a:xfrm>
              <a:off x="2424928" y="3803105"/>
              <a:ext cx="309244" cy="1379136"/>
            </a:xfrm>
            <a:prstGeom prst="leftBrac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F447234-FB8F-0003-1C01-0C68F1A26813}"/>
              </a:ext>
            </a:extLst>
          </p:cNvPr>
          <p:cNvSpPr txBox="1"/>
          <p:nvPr/>
        </p:nvSpPr>
        <p:spPr>
          <a:xfrm>
            <a:off x="3439917" y="5194266"/>
            <a:ext cx="43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41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844AD97-9054-952B-DB5C-FB022FA6A059}"/>
              </a:ext>
            </a:extLst>
          </p:cNvPr>
          <p:cNvGrpSpPr/>
          <p:nvPr/>
        </p:nvGrpSpPr>
        <p:grpSpPr>
          <a:xfrm>
            <a:off x="4058920" y="2416835"/>
            <a:ext cx="4074160" cy="2024331"/>
            <a:chOff x="3325495" y="1954579"/>
            <a:chExt cx="4074160" cy="202433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D403831-EB52-3CE2-1493-07B2A96DFAB0}"/>
                </a:ext>
              </a:extLst>
            </p:cNvPr>
            <p:cNvSpPr txBox="1"/>
            <p:nvPr/>
          </p:nvSpPr>
          <p:spPr>
            <a:xfrm>
              <a:off x="3325495" y="1954579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02</a:t>
              </a:r>
              <a:endParaRPr lang="zh-CN" altLang="en-US" sz="10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2DC9A56-1686-0D38-7784-B6FDE417F66A}"/>
                </a:ext>
              </a:extLst>
            </p:cNvPr>
            <p:cNvSpPr txBox="1"/>
            <p:nvPr/>
          </p:nvSpPr>
          <p:spPr>
            <a:xfrm>
              <a:off x="4761865" y="2347694"/>
              <a:ext cx="203708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endParaRPr lang="zh-CN" altLang="en-US" sz="10000" dirty="0">
                <a:solidFill>
                  <a:srgbClr val="00479D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A6D6D93-E965-B2BC-EC71-309649400A8B}"/>
                </a:ext>
              </a:extLst>
            </p:cNvPr>
            <p:cNvSpPr txBox="1"/>
            <p:nvPr/>
          </p:nvSpPr>
          <p:spPr>
            <a:xfrm>
              <a:off x="5362575" y="2997143"/>
              <a:ext cx="20370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00479D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注意事项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958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PPT</a:t>
            </a:r>
            <a:r>
              <a:rPr lang="zh-CN" altLang="en-US" dirty="0"/>
              <a:t>选择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1E9E63D-6AD3-0E6A-0A10-D7E86A6B2D68}"/>
              </a:ext>
            </a:extLst>
          </p:cNvPr>
          <p:cNvCxnSpPr/>
          <p:nvPr/>
        </p:nvCxnSpPr>
        <p:spPr>
          <a:xfrm>
            <a:off x="1044028" y="2784762"/>
            <a:ext cx="2076450" cy="0"/>
          </a:xfrm>
          <a:prstGeom prst="line">
            <a:avLst/>
          </a:prstGeom>
          <a:ln w="22225">
            <a:solidFill>
              <a:srgbClr val="00479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012EBFC-4745-DB97-FE38-7C6B2A071A50}"/>
              </a:ext>
            </a:extLst>
          </p:cNvPr>
          <p:cNvSpPr txBox="1"/>
          <p:nvPr/>
        </p:nvSpPr>
        <p:spPr>
          <a:xfrm>
            <a:off x="1465396" y="2220482"/>
            <a:ext cx="1139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类型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F95218-15DB-E38F-F1DE-657E7B3E4A14}"/>
              </a:ext>
            </a:extLst>
          </p:cNvPr>
          <p:cNvSpPr txBox="1"/>
          <p:nvPr/>
        </p:nvSpPr>
        <p:spPr>
          <a:xfrm>
            <a:off x="587375" y="3052471"/>
            <a:ext cx="3209925" cy="153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PPT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要分清是阅读型还是演讲型，阅读性可长篇文字展示，但演讲型要力求精炼（不是删减内容）</a:t>
            </a: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,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力求较好的视觉表达效果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DB687B0-6C77-5BB4-BA22-56AE8BC3A18A}"/>
              </a:ext>
            </a:extLst>
          </p:cNvPr>
          <p:cNvCxnSpPr/>
          <p:nvPr/>
        </p:nvCxnSpPr>
        <p:spPr>
          <a:xfrm>
            <a:off x="4898353" y="2790912"/>
            <a:ext cx="2076450" cy="0"/>
          </a:xfrm>
          <a:prstGeom prst="line">
            <a:avLst/>
          </a:prstGeom>
          <a:ln w="22225">
            <a:solidFill>
              <a:srgbClr val="00479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D6638BB-F21C-8B05-0198-09EA7F626921}"/>
              </a:ext>
            </a:extLst>
          </p:cNvPr>
          <p:cNvSpPr txBox="1"/>
          <p:nvPr/>
        </p:nvSpPr>
        <p:spPr>
          <a:xfrm>
            <a:off x="5167321" y="2226632"/>
            <a:ext cx="165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确定受众群体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BEA1C9-708C-7261-83F9-2677AD5D7E34}"/>
              </a:ext>
            </a:extLst>
          </p:cNvPr>
          <p:cNvSpPr txBox="1"/>
          <p:nvPr/>
        </p:nvSpPr>
        <p:spPr>
          <a:xfrm>
            <a:off x="4644955" y="3052471"/>
            <a:ext cx="2886145" cy="153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如行业特征、年龄、喜好等。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面向的群体不同，可选择不同的展现形式，避免千篇一律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A9411B3-769D-2215-A539-903844990646}"/>
              </a:ext>
            </a:extLst>
          </p:cNvPr>
          <p:cNvCxnSpPr/>
          <p:nvPr/>
        </p:nvCxnSpPr>
        <p:spPr>
          <a:xfrm>
            <a:off x="9077270" y="2790912"/>
            <a:ext cx="2076450" cy="0"/>
          </a:xfrm>
          <a:prstGeom prst="line">
            <a:avLst/>
          </a:prstGeom>
          <a:ln w="22225">
            <a:solidFill>
              <a:srgbClr val="00479D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7FA7707-9D0F-8E61-F5B9-D3C8B2F3C47E}"/>
              </a:ext>
            </a:extLst>
          </p:cNvPr>
          <p:cNvSpPr txBox="1"/>
          <p:nvPr/>
        </p:nvSpPr>
        <p:spPr>
          <a:xfrm>
            <a:off x="9346238" y="2226632"/>
            <a:ext cx="165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使用的场景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F70A6D0-34F4-0B46-D1B2-C334089D7C34}"/>
              </a:ext>
            </a:extLst>
          </p:cNvPr>
          <p:cNvSpPr txBox="1"/>
          <p:nvPr/>
        </p:nvSpPr>
        <p:spPr>
          <a:xfrm>
            <a:off x="8462469" y="3052471"/>
            <a:ext cx="3063328" cy="153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根据不同场景设定进行设计制作。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比如严肃场合就可使用</a:t>
            </a: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种以内、稳重的颜色，交流的场合可活泼一些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pc-mouse-top-view_18391">
            <a:extLst>
              <a:ext uri="{FF2B5EF4-FFF2-40B4-BE49-F238E27FC236}">
                <a16:creationId xmlns:a16="http://schemas.microsoft.com/office/drawing/2014/main" id="{C30AC6BC-EC23-2DD3-D54E-120744E5B216}"/>
              </a:ext>
            </a:extLst>
          </p:cNvPr>
          <p:cNvSpPr/>
          <p:nvPr/>
        </p:nvSpPr>
        <p:spPr>
          <a:xfrm>
            <a:off x="2545814" y="2264732"/>
            <a:ext cx="115898" cy="228437"/>
          </a:xfrm>
          <a:custGeom>
            <a:avLst/>
            <a:gdLst>
              <a:gd name="connsiteX0" fmla="*/ 134436 w 308300"/>
              <a:gd name="connsiteY0" fmla="*/ 370919 h 607666"/>
              <a:gd name="connsiteX1" fmla="*/ 165354 w 308300"/>
              <a:gd name="connsiteY1" fmla="*/ 370919 h 607666"/>
              <a:gd name="connsiteX2" fmla="*/ 175920 w 308300"/>
              <a:gd name="connsiteY2" fmla="*/ 381553 h 607666"/>
              <a:gd name="connsiteX3" fmla="*/ 165354 w 308300"/>
              <a:gd name="connsiteY3" fmla="*/ 392089 h 607666"/>
              <a:gd name="connsiteX4" fmla="*/ 134436 w 308300"/>
              <a:gd name="connsiteY4" fmla="*/ 392089 h 607666"/>
              <a:gd name="connsiteX5" fmla="*/ 123772 w 308300"/>
              <a:gd name="connsiteY5" fmla="*/ 381553 h 607666"/>
              <a:gd name="connsiteX6" fmla="*/ 134436 w 308300"/>
              <a:gd name="connsiteY6" fmla="*/ 370919 h 607666"/>
              <a:gd name="connsiteX7" fmla="*/ 10658 w 308300"/>
              <a:gd name="connsiteY7" fmla="*/ 326604 h 607666"/>
              <a:gd name="connsiteX8" fmla="*/ 123789 w 308300"/>
              <a:gd name="connsiteY8" fmla="*/ 326604 h 607666"/>
              <a:gd name="connsiteX9" fmla="*/ 134447 w 308300"/>
              <a:gd name="connsiteY9" fmla="*/ 337245 h 607666"/>
              <a:gd name="connsiteX10" fmla="*/ 123789 w 308300"/>
              <a:gd name="connsiteY10" fmla="*/ 347789 h 607666"/>
              <a:gd name="connsiteX11" fmla="*/ 21218 w 308300"/>
              <a:gd name="connsiteY11" fmla="*/ 347789 h 607666"/>
              <a:gd name="connsiteX12" fmla="*/ 21218 w 308300"/>
              <a:gd name="connsiteY12" fmla="*/ 467184 h 607666"/>
              <a:gd name="connsiteX13" fmla="*/ 154199 w 308300"/>
              <a:gd name="connsiteY13" fmla="*/ 586579 h 607666"/>
              <a:gd name="connsiteX14" fmla="*/ 287082 w 308300"/>
              <a:gd name="connsiteY14" fmla="*/ 467184 h 607666"/>
              <a:gd name="connsiteX15" fmla="*/ 287082 w 308300"/>
              <a:gd name="connsiteY15" fmla="*/ 347789 h 607666"/>
              <a:gd name="connsiteX16" fmla="*/ 175906 w 308300"/>
              <a:gd name="connsiteY16" fmla="*/ 347789 h 607666"/>
              <a:gd name="connsiteX17" fmla="*/ 165346 w 308300"/>
              <a:gd name="connsiteY17" fmla="*/ 337245 h 607666"/>
              <a:gd name="connsiteX18" fmla="*/ 175906 w 308300"/>
              <a:gd name="connsiteY18" fmla="*/ 326604 h 607666"/>
              <a:gd name="connsiteX19" fmla="*/ 297740 w 308300"/>
              <a:gd name="connsiteY19" fmla="*/ 326604 h 607666"/>
              <a:gd name="connsiteX20" fmla="*/ 308300 w 308300"/>
              <a:gd name="connsiteY20" fmla="*/ 337245 h 607666"/>
              <a:gd name="connsiteX21" fmla="*/ 308300 w 308300"/>
              <a:gd name="connsiteY21" fmla="*/ 467184 h 607666"/>
              <a:gd name="connsiteX22" fmla="*/ 154199 w 308300"/>
              <a:gd name="connsiteY22" fmla="*/ 607666 h 607666"/>
              <a:gd name="connsiteX23" fmla="*/ 0 w 308300"/>
              <a:gd name="connsiteY23" fmla="*/ 467184 h 607666"/>
              <a:gd name="connsiteX24" fmla="*/ 0 w 308300"/>
              <a:gd name="connsiteY24" fmla="*/ 337245 h 607666"/>
              <a:gd name="connsiteX25" fmla="*/ 10658 w 308300"/>
              <a:gd name="connsiteY25" fmla="*/ 326604 h 607666"/>
              <a:gd name="connsiteX26" fmla="*/ 186555 w 308300"/>
              <a:gd name="connsiteY26" fmla="*/ 171873 h 607666"/>
              <a:gd name="connsiteX27" fmla="*/ 186555 w 308300"/>
              <a:gd name="connsiteY27" fmla="*/ 285727 h 607666"/>
              <a:gd name="connsiteX28" fmla="*/ 278472 w 308300"/>
              <a:gd name="connsiteY28" fmla="*/ 285727 h 607666"/>
              <a:gd name="connsiteX29" fmla="*/ 278472 w 308300"/>
              <a:gd name="connsiteY29" fmla="*/ 216204 h 607666"/>
              <a:gd name="connsiteX30" fmla="*/ 234078 w 308300"/>
              <a:gd name="connsiteY30" fmla="*/ 171873 h 607666"/>
              <a:gd name="connsiteX31" fmla="*/ 65600 w 308300"/>
              <a:gd name="connsiteY31" fmla="*/ 171873 h 607666"/>
              <a:gd name="connsiteX32" fmla="*/ 21215 w 308300"/>
              <a:gd name="connsiteY32" fmla="*/ 216204 h 607666"/>
              <a:gd name="connsiteX33" fmla="*/ 21215 w 308300"/>
              <a:gd name="connsiteY33" fmla="*/ 285727 h 607666"/>
              <a:gd name="connsiteX34" fmla="*/ 113212 w 308300"/>
              <a:gd name="connsiteY34" fmla="*/ 285727 h 607666"/>
              <a:gd name="connsiteX35" fmla="*/ 113212 w 308300"/>
              <a:gd name="connsiteY35" fmla="*/ 171873 h 607666"/>
              <a:gd name="connsiteX36" fmla="*/ 175896 w 308300"/>
              <a:gd name="connsiteY36" fmla="*/ 150684 h 607666"/>
              <a:gd name="connsiteX37" fmla="*/ 234078 w 308300"/>
              <a:gd name="connsiteY37" fmla="*/ 150684 h 607666"/>
              <a:gd name="connsiteX38" fmla="*/ 299691 w 308300"/>
              <a:gd name="connsiteY38" fmla="*/ 216204 h 607666"/>
              <a:gd name="connsiteX39" fmla="*/ 299691 w 308300"/>
              <a:gd name="connsiteY39" fmla="*/ 296370 h 607666"/>
              <a:gd name="connsiteX40" fmla="*/ 289131 w 308300"/>
              <a:gd name="connsiteY40" fmla="*/ 306916 h 607666"/>
              <a:gd name="connsiteX41" fmla="*/ 175896 w 308300"/>
              <a:gd name="connsiteY41" fmla="*/ 306916 h 607666"/>
              <a:gd name="connsiteX42" fmla="*/ 165335 w 308300"/>
              <a:gd name="connsiteY42" fmla="*/ 296370 h 607666"/>
              <a:gd name="connsiteX43" fmla="*/ 165335 w 308300"/>
              <a:gd name="connsiteY43" fmla="*/ 161327 h 607666"/>
              <a:gd name="connsiteX44" fmla="*/ 175896 w 308300"/>
              <a:gd name="connsiteY44" fmla="*/ 150684 h 607666"/>
              <a:gd name="connsiteX45" fmla="*/ 65600 w 308300"/>
              <a:gd name="connsiteY45" fmla="*/ 150684 h 607666"/>
              <a:gd name="connsiteX46" fmla="*/ 123770 w 308300"/>
              <a:gd name="connsiteY46" fmla="*/ 150684 h 607666"/>
              <a:gd name="connsiteX47" fmla="*/ 134427 w 308300"/>
              <a:gd name="connsiteY47" fmla="*/ 161327 h 607666"/>
              <a:gd name="connsiteX48" fmla="*/ 134427 w 308300"/>
              <a:gd name="connsiteY48" fmla="*/ 296370 h 607666"/>
              <a:gd name="connsiteX49" fmla="*/ 123770 w 308300"/>
              <a:gd name="connsiteY49" fmla="*/ 306916 h 607666"/>
              <a:gd name="connsiteX50" fmla="*/ 10656 w 308300"/>
              <a:gd name="connsiteY50" fmla="*/ 306916 h 607666"/>
              <a:gd name="connsiteX51" fmla="*/ 0 w 308300"/>
              <a:gd name="connsiteY51" fmla="*/ 296370 h 607666"/>
              <a:gd name="connsiteX52" fmla="*/ 0 w 308300"/>
              <a:gd name="connsiteY52" fmla="*/ 216204 h 607666"/>
              <a:gd name="connsiteX53" fmla="*/ 65600 w 308300"/>
              <a:gd name="connsiteY53" fmla="*/ 150684 h 607666"/>
              <a:gd name="connsiteX54" fmla="*/ 272034 w 308300"/>
              <a:gd name="connsiteY54" fmla="*/ 156 h 607666"/>
              <a:gd name="connsiteX55" fmla="*/ 284259 w 308300"/>
              <a:gd name="connsiteY55" fmla="*/ 8648 h 607666"/>
              <a:gd name="connsiteX56" fmla="*/ 272328 w 308300"/>
              <a:gd name="connsiteY56" fmla="*/ 57357 h 607666"/>
              <a:gd name="connsiteX57" fmla="*/ 220493 w 308300"/>
              <a:gd name="connsiteY57" fmla="*/ 77563 h 607666"/>
              <a:gd name="connsiteX58" fmla="*/ 160443 w 308300"/>
              <a:gd name="connsiteY58" fmla="*/ 137009 h 607666"/>
              <a:gd name="connsiteX59" fmla="*/ 149881 w 308300"/>
              <a:gd name="connsiteY59" fmla="*/ 146380 h 607666"/>
              <a:gd name="connsiteX60" fmla="*/ 148707 w 308300"/>
              <a:gd name="connsiteY60" fmla="*/ 146380 h 607666"/>
              <a:gd name="connsiteX61" fmla="*/ 139318 w 308300"/>
              <a:gd name="connsiteY61" fmla="*/ 134764 h 607666"/>
              <a:gd name="connsiteX62" fmla="*/ 220493 w 308300"/>
              <a:gd name="connsiteY62" fmla="*/ 56381 h 607666"/>
              <a:gd name="connsiteX63" fmla="*/ 255995 w 308300"/>
              <a:gd name="connsiteY63" fmla="*/ 43887 h 607666"/>
              <a:gd name="connsiteX64" fmla="*/ 263428 w 308300"/>
              <a:gd name="connsiteY64" fmla="*/ 12358 h 607666"/>
              <a:gd name="connsiteX65" fmla="*/ 272034 w 308300"/>
              <a:gd name="connsiteY65" fmla="*/ 156 h 60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08300" h="607666">
                <a:moveTo>
                  <a:pt x="134436" y="370919"/>
                </a:moveTo>
                <a:lnTo>
                  <a:pt x="165354" y="370919"/>
                </a:lnTo>
                <a:cubicBezTo>
                  <a:pt x="171224" y="370919"/>
                  <a:pt x="175920" y="375699"/>
                  <a:pt x="175920" y="381553"/>
                </a:cubicBezTo>
                <a:cubicBezTo>
                  <a:pt x="175920" y="387309"/>
                  <a:pt x="171224" y="392089"/>
                  <a:pt x="165354" y="392089"/>
                </a:cubicBezTo>
                <a:lnTo>
                  <a:pt x="134436" y="392089"/>
                </a:lnTo>
                <a:cubicBezTo>
                  <a:pt x="128566" y="392089"/>
                  <a:pt x="123772" y="387309"/>
                  <a:pt x="123772" y="381553"/>
                </a:cubicBezTo>
                <a:cubicBezTo>
                  <a:pt x="123772" y="375699"/>
                  <a:pt x="128566" y="370919"/>
                  <a:pt x="134436" y="370919"/>
                </a:cubicBezTo>
                <a:close/>
                <a:moveTo>
                  <a:pt x="10658" y="326604"/>
                </a:moveTo>
                <a:lnTo>
                  <a:pt x="123789" y="326604"/>
                </a:lnTo>
                <a:cubicBezTo>
                  <a:pt x="129656" y="326604"/>
                  <a:pt x="134447" y="331388"/>
                  <a:pt x="134447" y="337245"/>
                </a:cubicBezTo>
                <a:cubicBezTo>
                  <a:pt x="134447" y="343005"/>
                  <a:pt x="129656" y="347789"/>
                  <a:pt x="123789" y="347789"/>
                </a:cubicBezTo>
                <a:lnTo>
                  <a:pt x="21218" y="347789"/>
                </a:lnTo>
                <a:lnTo>
                  <a:pt x="21218" y="467184"/>
                </a:lnTo>
                <a:cubicBezTo>
                  <a:pt x="21218" y="532983"/>
                  <a:pt x="80864" y="586579"/>
                  <a:pt x="154199" y="586579"/>
                </a:cubicBezTo>
                <a:cubicBezTo>
                  <a:pt x="227436" y="586579"/>
                  <a:pt x="287082" y="532983"/>
                  <a:pt x="287082" y="467184"/>
                </a:cubicBezTo>
                <a:lnTo>
                  <a:pt x="287082" y="347789"/>
                </a:lnTo>
                <a:lnTo>
                  <a:pt x="175906" y="347789"/>
                </a:lnTo>
                <a:cubicBezTo>
                  <a:pt x="170039" y="347789"/>
                  <a:pt x="165346" y="343005"/>
                  <a:pt x="165346" y="337245"/>
                </a:cubicBezTo>
                <a:cubicBezTo>
                  <a:pt x="165346" y="331388"/>
                  <a:pt x="170039" y="326604"/>
                  <a:pt x="175906" y="326604"/>
                </a:cubicBezTo>
                <a:lnTo>
                  <a:pt x="297740" y="326604"/>
                </a:lnTo>
                <a:cubicBezTo>
                  <a:pt x="303607" y="326604"/>
                  <a:pt x="308300" y="331388"/>
                  <a:pt x="308300" y="337245"/>
                </a:cubicBezTo>
                <a:lnTo>
                  <a:pt x="308300" y="467184"/>
                </a:lnTo>
                <a:cubicBezTo>
                  <a:pt x="308300" y="544698"/>
                  <a:pt x="239170" y="607666"/>
                  <a:pt x="154199" y="607666"/>
                </a:cubicBezTo>
                <a:cubicBezTo>
                  <a:pt x="69130" y="607666"/>
                  <a:pt x="0" y="544698"/>
                  <a:pt x="0" y="467184"/>
                </a:cubicBezTo>
                <a:lnTo>
                  <a:pt x="0" y="337245"/>
                </a:lnTo>
                <a:cubicBezTo>
                  <a:pt x="0" y="331388"/>
                  <a:pt x="4791" y="326604"/>
                  <a:pt x="10658" y="326604"/>
                </a:cubicBezTo>
                <a:close/>
                <a:moveTo>
                  <a:pt x="186555" y="171873"/>
                </a:moveTo>
                <a:lnTo>
                  <a:pt x="186555" y="285727"/>
                </a:lnTo>
                <a:lnTo>
                  <a:pt x="278472" y="285727"/>
                </a:lnTo>
                <a:lnTo>
                  <a:pt x="278472" y="216204"/>
                </a:lnTo>
                <a:cubicBezTo>
                  <a:pt x="278472" y="191793"/>
                  <a:pt x="258622" y="171873"/>
                  <a:pt x="234078" y="171873"/>
                </a:cubicBezTo>
                <a:close/>
                <a:moveTo>
                  <a:pt x="65600" y="171873"/>
                </a:moveTo>
                <a:cubicBezTo>
                  <a:pt x="41159" y="171873"/>
                  <a:pt x="21215" y="191793"/>
                  <a:pt x="21215" y="216204"/>
                </a:cubicBezTo>
                <a:lnTo>
                  <a:pt x="21215" y="285727"/>
                </a:lnTo>
                <a:lnTo>
                  <a:pt x="113212" y="285727"/>
                </a:lnTo>
                <a:lnTo>
                  <a:pt x="113212" y="171873"/>
                </a:lnTo>
                <a:close/>
                <a:moveTo>
                  <a:pt x="175896" y="150684"/>
                </a:moveTo>
                <a:lnTo>
                  <a:pt x="234078" y="150684"/>
                </a:lnTo>
                <a:cubicBezTo>
                  <a:pt x="270258" y="150684"/>
                  <a:pt x="299691" y="180075"/>
                  <a:pt x="299691" y="216204"/>
                </a:cubicBezTo>
                <a:lnTo>
                  <a:pt x="299691" y="296370"/>
                </a:lnTo>
                <a:cubicBezTo>
                  <a:pt x="299691" y="302131"/>
                  <a:pt x="294998" y="306916"/>
                  <a:pt x="289131" y="306916"/>
                </a:cubicBezTo>
                <a:lnTo>
                  <a:pt x="175896" y="306916"/>
                </a:lnTo>
                <a:cubicBezTo>
                  <a:pt x="170029" y="306916"/>
                  <a:pt x="165335" y="302131"/>
                  <a:pt x="165335" y="296370"/>
                </a:cubicBezTo>
                <a:lnTo>
                  <a:pt x="165335" y="161327"/>
                </a:lnTo>
                <a:cubicBezTo>
                  <a:pt x="165335" y="155469"/>
                  <a:pt x="170029" y="150684"/>
                  <a:pt x="175896" y="150684"/>
                </a:cubicBezTo>
                <a:close/>
                <a:moveTo>
                  <a:pt x="65600" y="150684"/>
                </a:moveTo>
                <a:lnTo>
                  <a:pt x="123770" y="150684"/>
                </a:lnTo>
                <a:cubicBezTo>
                  <a:pt x="129636" y="150684"/>
                  <a:pt x="134427" y="155469"/>
                  <a:pt x="134427" y="161327"/>
                </a:cubicBezTo>
                <a:lnTo>
                  <a:pt x="134427" y="296370"/>
                </a:lnTo>
                <a:cubicBezTo>
                  <a:pt x="134427" y="302131"/>
                  <a:pt x="129636" y="306916"/>
                  <a:pt x="123770" y="306916"/>
                </a:cubicBezTo>
                <a:lnTo>
                  <a:pt x="10656" y="306916"/>
                </a:lnTo>
                <a:cubicBezTo>
                  <a:pt x="4790" y="306916"/>
                  <a:pt x="0" y="302131"/>
                  <a:pt x="0" y="296370"/>
                </a:cubicBezTo>
                <a:lnTo>
                  <a:pt x="0" y="216204"/>
                </a:lnTo>
                <a:cubicBezTo>
                  <a:pt x="0" y="180075"/>
                  <a:pt x="29427" y="150684"/>
                  <a:pt x="65600" y="150684"/>
                </a:cubicBezTo>
                <a:close/>
                <a:moveTo>
                  <a:pt x="272034" y="156"/>
                </a:moveTo>
                <a:cubicBezTo>
                  <a:pt x="277805" y="-820"/>
                  <a:pt x="283281" y="2889"/>
                  <a:pt x="284259" y="8648"/>
                </a:cubicBezTo>
                <a:cubicBezTo>
                  <a:pt x="284553" y="9820"/>
                  <a:pt x="289247" y="37151"/>
                  <a:pt x="272328" y="57357"/>
                </a:cubicBezTo>
                <a:cubicBezTo>
                  <a:pt x="261081" y="70730"/>
                  <a:pt x="243672" y="77563"/>
                  <a:pt x="220493" y="77563"/>
                </a:cubicBezTo>
                <a:cubicBezTo>
                  <a:pt x="167485" y="77563"/>
                  <a:pt x="160639" y="134569"/>
                  <a:pt x="160443" y="137009"/>
                </a:cubicBezTo>
                <a:cubicBezTo>
                  <a:pt x="159856" y="142378"/>
                  <a:pt x="155260" y="146380"/>
                  <a:pt x="149881" y="146380"/>
                </a:cubicBezTo>
                <a:cubicBezTo>
                  <a:pt x="149489" y="146380"/>
                  <a:pt x="149098" y="146380"/>
                  <a:pt x="148707" y="146380"/>
                </a:cubicBezTo>
                <a:cubicBezTo>
                  <a:pt x="142937" y="145794"/>
                  <a:pt x="138731" y="140621"/>
                  <a:pt x="139318" y="134764"/>
                </a:cubicBezTo>
                <a:cubicBezTo>
                  <a:pt x="142056" y="107628"/>
                  <a:pt x="162693" y="56381"/>
                  <a:pt x="220493" y="56381"/>
                </a:cubicBezTo>
                <a:cubicBezTo>
                  <a:pt x="237021" y="56381"/>
                  <a:pt x="248953" y="52184"/>
                  <a:pt x="255995" y="43887"/>
                </a:cubicBezTo>
                <a:cubicBezTo>
                  <a:pt x="266557" y="31392"/>
                  <a:pt x="263428" y="12553"/>
                  <a:pt x="263428" y="12358"/>
                </a:cubicBezTo>
                <a:cubicBezTo>
                  <a:pt x="262450" y="6599"/>
                  <a:pt x="266264" y="1132"/>
                  <a:pt x="272034" y="156"/>
                </a:cubicBezTo>
                <a:close/>
              </a:path>
            </a:pathLst>
          </a:custGeom>
          <a:solidFill>
            <a:srgbClr val="1649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7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9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95C664B5-0CBF-F175-E8F8-5B5FC4789F72}"/>
              </a:ext>
            </a:extLst>
          </p:cNvPr>
          <p:cNvSpPr/>
          <p:nvPr/>
        </p:nvSpPr>
        <p:spPr>
          <a:xfrm>
            <a:off x="4354290" y="1413049"/>
            <a:ext cx="7142386" cy="4012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128BEC2-7CF3-3802-CBC7-A812747E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PPT</a:t>
            </a:r>
            <a:r>
              <a:rPr lang="zh-CN" altLang="en-US" dirty="0"/>
              <a:t>选择</a:t>
            </a:r>
            <a:r>
              <a:rPr lang="en-US" altLang="zh-CN" dirty="0"/>
              <a:t>-</a:t>
            </a:r>
            <a:r>
              <a:rPr lang="zh-CN" altLang="en-US" dirty="0"/>
              <a:t>示例说明</a:t>
            </a:r>
          </a:p>
        </p:txBody>
      </p:sp>
      <p:grpSp>
        <p:nvGrpSpPr>
          <p:cNvPr id="98" name="Group 40">
            <a:extLst>
              <a:ext uri="{FF2B5EF4-FFF2-40B4-BE49-F238E27FC236}">
                <a16:creationId xmlns:a16="http://schemas.microsoft.com/office/drawing/2014/main" id="{2A38BCF3-A176-EBEE-77C9-CBD7F511F06A}"/>
              </a:ext>
            </a:extLst>
          </p:cNvPr>
          <p:cNvGrpSpPr/>
          <p:nvPr/>
        </p:nvGrpSpPr>
        <p:grpSpPr>
          <a:xfrm>
            <a:off x="4608960" y="1732571"/>
            <a:ext cx="6568514" cy="3385001"/>
            <a:chOff x="2922009" y="1889498"/>
            <a:chExt cx="6568514" cy="3385001"/>
          </a:xfrm>
        </p:grpSpPr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EF06BBA9-6F86-B57C-13B7-2E39C1BAE46A}"/>
                </a:ext>
              </a:extLst>
            </p:cNvPr>
            <p:cNvSpPr/>
            <p:nvPr/>
          </p:nvSpPr>
          <p:spPr>
            <a:xfrm>
              <a:off x="2922009" y="1936260"/>
              <a:ext cx="1565275" cy="1565275"/>
            </a:xfrm>
            <a:prstGeom prst="ellipse">
              <a:avLst/>
            </a:prstGeom>
            <a:gradFill>
              <a:gsLst>
                <a:gs pos="0">
                  <a:srgbClr val="005ED0">
                    <a:alpha val="20000"/>
                  </a:srgbClr>
                </a:gs>
                <a:gs pos="100000">
                  <a:srgbClr val="005ED0">
                    <a:alpha val="0"/>
                  </a:srgbClr>
                </a:gs>
              </a:gsLst>
              <a:lin ang="10800000" scaled="0"/>
            </a:gradFill>
            <a:ln w="31750">
              <a:gradFill flip="none" rotWithShape="1">
                <a:gsLst>
                  <a:gs pos="45000">
                    <a:schemeClr val="accent1">
                      <a:alpha val="0"/>
                    </a:schemeClr>
                  </a:gs>
                  <a:gs pos="100000">
                    <a:schemeClr val="accent1">
                      <a:alpha val="4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254CE2E0-6855-0F5C-4C5A-1D64805725B2}"/>
                </a:ext>
              </a:extLst>
            </p:cNvPr>
            <p:cNvSpPr/>
            <p:nvPr/>
          </p:nvSpPr>
          <p:spPr>
            <a:xfrm>
              <a:off x="3091005" y="2105256"/>
              <a:ext cx="1227282" cy="1227282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1CF3F4A9-B4CD-0A2F-FC8B-6859AA8D9436}"/>
                </a:ext>
              </a:extLst>
            </p:cNvPr>
            <p:cNvSpPr/>
            <p:nvPr/>
          </p:nvSpPr>
          <p:spPr>
            <a:xfrm>
              <a:off x="3665178" y="1889498"/>
              <a:ext cx="78937" cy="78937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B906671D-4E79-80A3-F984-EE83A5140203}"/>
                </a:ext>
              </a:extLst>
            </p:cNvPr>
            <p:cNvSpPr/>
            <p:nvPr/>
          </p:nvSpPr>
          <p:spPr>
            <a:xfrm>
              <a:off x="3665178" y="3451663"/>
              <a:ext cx="78937" cy="78937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3" name="TextBox 20">
              <a:extLst>
                <a:ext uri="{FF2B5EF4-FFF2-40B4-BE49-F238E27FC236}">
                  <a16:creationId xmlns:a16="http://schemas.microsoft.com/office/drawing/2014/main" id="{793C4BDB-A8F6-E6B0-3136-B09F14C241EB}"/>
                </a:ext>
              </a:extLst>
            </p:cNvPr>
            <p:cNvSpPr txBox="1"/>
            <p:nvPr/>
          </p:nvSpPr>
          <p:spPr>
            <a:xfrm>
              <a:off x="2922009" y="4355225"/>
              <a:ext cx="1755570" cy="8989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PPT</a:t>
              </a:r>
              <a:r>
                <a:rPr lang="zh-CN" altLang="en-US" sz="1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要分清是阅读型还是演讲型，阅读性可长篇文字展示，但演讲型要力求精炼（不是删减内容）</a:t>
              </a:r>
              <a:endPara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04" name="Rectangle 71">
              <a:extLst>
                <a:ext uri="{FF2B5EF4-FFF2-40B4-BE49-F238E27FC236}">
                  <a16:creationId xmlns:a16="http://schemas.microsoft.com/office/drawing/2014/main" id="{1CF35F03-5F0D-F503-4AF4-7775A61E9514}"/>
                </a:ext>
              </a:extLst>
            </p:cNvPr>
            <p:cNvSpPr/>
            <p:nvPr/>
          </p:nvSpPr>
          <p:spPr>
            <a:xfrm>
              <a:off x="2969669" y="3835870"/>
              <a:ext cx="1469954" cy="2748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PPT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类型</a:t>
              </a:r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9392F528-FEA6-E78F-6CD5-E2109856797B}"/>
                </a:ext>
              </a:extLst>
            </p:cNvPr>
            <p:cNvSpPr/>
            <p:nvPr/>
          </p:nvSpPr>
          <p:spPr>
            <a:xfrm>
              <a:off x="5345510" y="1956634"/>
              <a:ext cx="1565275" cy="1565275"/>
            </a:xfrm>
            <a:prstGeom prst="ellipse">
              <a:avLst/>
            </a:prstGeom>
            <a:gradFill>
              <a:gsLst>
                <a:gs pos="0">
                  <a:srgbClr val="00A9E4">
                    <a:alpha val="20000"/>
                  </a:srgbClr>
                </a:gs>
                <a:gs pos="100000">
                  <a:srgbClr val="00A9E4">
                    <a:alpha val="0"/>
                  </a:srgbClr>
                </a:gs>
              </a:gsLst>
              <a:lin ang="10800000" scaled="0"/>
            </a:gradFill>
            <a:ln w="31750">
              <a:gradFill flip="none" rotWithShape="1">
                <a:gsLst>
                  <a:gs pos="45000">
                    <a:srgbClr val="00A9E4">
                      <a:alpha val="0"/>
                    </a:srgbClr>
                  </a:gs>
                  <a:gs pos="100000">
                    <a:srgbClr val="00A9E4">
                      <a:alpha val="40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B198015D-C805-7FD6-578D-576D5D285934}"/>
                </a:ext>
              </a:extLst>
            </p:cNvPr>
            <p:cNvSpPr/>
            <p:nvPr/>
          </p:nvSpPr>
          <p:spPr>
            <a:xfrm>
              <a:off x="5514506" y="2125630"/>
              <a:ext cx="1227282" cy="1227282"/>
            </a:xfrm>
            <a:prstGeom prst="ellipse">
              <a:avLst/>
            </a:prstGeom>
            <a:solidFill>
              <a:srgbClr val="00A9E4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D0454662-68C0-985C-6381-35A2842ADCE6}"/>
                </a:ext>
              </a:extLst>
            </p:cNvPr>
            <p:cNvSpPr/>
            <p:nvPr/>
          </p:nvSpPr>
          <p:spPr>
            <a:xfrm>
              <a:off x="6088679" y="1909872"/>
              <a:ext cx="78937" cy="78937"/>
            </a:xfrm>
            <a:prstGeom prst="ellipse">
              <a:avLst/>
            </a:prstGeom>
            <a:solidFill>
              <a:srgbClr val="00A9E4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B115D2CF-C3E4-8EAA-CE8F-5E0697FD0B8E}"/>
                </a:ext>
              </a:extLst>
            </p:cNvPr>
            <p:cNvSpPr/>
            <p:nvPr/>
          </p:nvSpPr>
          <p:spPr>
            <a:xfrm>
              <a:off x="6088679" y="3472037"/>
              <a:ext cx="78937" cy="78937"/>
            </a:xfrm>
            <a:prstGeom prst="ellipse">
              <a:avLst/>
            </a:prstGeom>
            <a:solidFill>
              <a:srgbClr val="00A9E4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9" name="Rectangle 71">
              <a:extLst>
                <a:ext uri="{FF2B5EF4-FFF2-40B4-BE49-F238E27FC236}">
                  <a16:creationId xmlns:a16="http://schemas.microsoft.com/office/drawing/2014/main" id="{29832829-CF58-4129-C9A5-8C5EB4F8B9B0}"/>
                </a:ext>
              </a:extLst>
            </p:cNvPr>
            <p:cNvSpPr/>
            <p:nvPr/>
          </p:nvSpPr>
          <p:spPr>
            <a:xfrm>
              <a:off x="5384226" y="3856244"/>
              <a:ext cx="1469954" cy="2748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确定受众群体</a:t>
              </a:r>
            </a:p>
          </p:txBody>
        </p:sp>
        <p:sp>
          <p:nvSpPr>
            <p:cNvPr id="110" name="Rectangle 71">
              <a:extLst>
                <a:ext uri="{FF2B5EF4-FFF2-40B4-BE49-F238E27FC236}">
                  <a16:creationId xmlns:a16="http://schemas.microsoft.com/office/drawing/2014/main" id="{FF70608F-4176-D409-F58A-3D527CE1D1F5}"/>
                </a:ext>
              </a:extLst>
            </p:cNvPr>
            <p:cNvSpPr/>
            <p:nvPr/>
          </p:nvSpPr>
          <p:spPr>
            <a:xfrm>
              <a:off x="7956449" y="3835870"/>
              <a:ext cx="1469954" cy="2748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明确应用场景</a:t>
              </a:r>
            </a:p>
          </p:txBody>
        </p: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01AB30B7-5A70-6D9D-619B-EDA8275FEAA1}"/>
                </a:ext>
              </a:extLst>
            </p:cNvPr>
            <p:cNvCxnSpPr>
              <a:cxnSpLocks/>
            </p:cNvCxnSpPr>
            <p:nvPr/>
          </p:nvCxnSpPr>
          <p:spPr>
            <a:xfrm>
              <a:off x="4953387" y="3835870"/>
              <a:ext cx="0" cy="1369008"/>
            </a:xfrm>
            <a:prstGeom prst="line">
              <a:avLst/>
            </a:prstGeom>
            <a:ln w="9525">
              <a:solidFill>
                <a:srgbClr val="005ED0">
                  <a:alpha val="5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9F3EE5B-1CFA-2BC2-CA0D-000064AB0905}"/>
                </a:ext>
              </a:extLst>
            </p:cNvPr>
            <p:cNvCxnSpPr>
              <a:cxnSpLocks/>
            </p:cNvCxnSpPr>
            <p:nvPr/>
          </p:nvCxnSpPr>
          <p:spPr>
            <a:xfrm>
              <a:off x="7424220" y="3856244"/>
              <a:ext cx="0" cy="1369008"/>
            </a:xfrm>
            <a:prstGeom prst="line">
              <a:avLst/>
            </a:prstGeom>
            <a:ln w="9525">
              <a:solidFill>
                <a:srgbClr val="005ED0">
                  <a:alpha val="5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8EF2B0F1-103D-2825-3443-388432743813}"/>
                </a:ext>
              </a:extLst>
            </p:cNvPr>
            <p:cNvSpPr/>
            <p:nvPr/>
          </p:nvSpPr>
          <p:spPr>
            <a:xfrm>
              <a:off x="4701992" y="2651925"/>
              <a:ext cx="539722" cy="66972"/>
            </a:xfrm>
            <a:custGeom>
              <a:avLst/>
              <a:gdLst>
                <a:gd name="connsiteX0" fmla="*/ 467235 w 539722"/>
                <a:gd name="connsiteY0" fmla="*/ 0 h 66972"/>
                <a:gd name="connsiteX1" fmla="*/ 539722 w 539722"/>
                <a:gd name="connsiteY1" fmla="*/ 0 h 66972"/>
                <a:gd name="connsiteX2" fmla="*/ 521600 w 539722"/>
                <a:gd name="connsiteY2" fmla="*/ 66972 h 66972"/>
                <a:gd name="connsiteX3" fmla="*/ 449113 w 539722"/>
                <a:gd name="connsiteY3" fmla="*/ 66972 h 66972"/>
                <a:gd name="connsiteX4" fmla="*/ 377412 w 539722"/>
                <a:gd name="connsiteY4" fmla="*/ 0 h 66972"/>
                <a:gd name="connsiteX5" fmla="*/ 449899 w 539722"/>
                <a:gd name="connsiteY5" fmla="*/ 0 h 66972"/>
                <a:gd name="connsiteX6" fmla="*/ 431777 w 539722"/>
                <a:gd name="connsiteY6" fmla="*/ 66972 h 66972"/>
                <a:gd name="connsiteX7" fmla="*/ 359290 w 539722"/>
                <a:gd name="connsiteY7" fmla="*/ 66972 h 66972"/>
                <a:gd name="connsiteX8" fmla="*/ 287590 w 539722"/>
                <a:gd name="connsiteY8" fmla="*/ 0 h 66972"/>
                <a:gd name="connsiteX9" fmla="*/ 360077 w 539722"/>
                <a:gd name="connsiteY9" fmla="*/ 0 h 66972"/>
                <a:gd name="connsiteX10" fmla="*/ 341955 w 539722"/>
                <a:gd name="connsiteY10" fmla="*/ 66972 h 66972"/>
                <a:gd name="connsiteX11" fmla="*/ 269468 w 539722"/>
                <a:gd name="connsiteY11" fmla="*/ 66972 h 66972"/>
                <a:gd name="connsiteX12" fmla="*/ 197767 w 539722"/>
                <a:gd name="connsiteY12" fmla="*/ 0 h 66972"/>
                <a:gd name="connsiteX13" fmla="*/ 270254 w 539722"/>
                <a:gd name="connsiteY13" fmla="*/ 0 h 66972"/>
                <a:gd name="connsiteX14" fmla="*/ 252132 w 539722"/>
                <a:gd name="connsiteY14" fmla="*/ 66972 h 66972"/>
                <a:gd name="connsiteX15" fmla="*/ 179645 w 539722"/>
                <a:gd name="connsiteY15" fmla="*/ 66972 h 66972"/>
                <a:gd name="connsiteX16" fmla="*/ 107945 w 539722"/>
                <a:gd name="connsiteY16" fmla="*/ 0 h 66972"/>
                <a:gd name="connsiteX17" fmla="*/ 180432 w 539722"/>
                <a:gd name="connsiteY17" fmla="*/ 0 h 66972"/>
                <a:gd name="connsiteX18" fmla="*/ 162310 w 539722"/>
                <a:gd name="connsiteY18" fmla="*/ 66972 h 66972"/>
                <a:gd name="connsiteX19" fmla="*/ 89823 w 539722"/>
                <a:gd name="connsiteY19" fmla="*/ 66972 h 66972"/>
                <a:gd name="connsiteX20" fmla="*/ 18122 w 539722"/>
                <a:gd name="connsiteY20" fmla="*/ 0 h 66972"/>
                <a:gd name="connsiteX21" fmla="*/ 90609 w 539722"/>
                <a:gd name="connsiteY21" fmla="*/ 0 h 66972"/>
                <a:gd name="connsiteX22" fmla="*/ 72487 w 539722"/>
                <a:gd name="connsiteY22" fmla="*/ 66972 h 66972"/>
                <a:gd name="connsiteX23" fmla="*/ 0 w 539722"/>
                <a:gd name="connsiteY23" fmla="*/ 66972 h 6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9722" h="66972">
                  <a:moveTo>
                    <a:pt x="467235" y="0"/>
                  </a:moveTo>
                  <a:lnTo>
                    <a:pt x="539722" y="0"/>
                  </a:lnTo>
                  <a:lnTo>
                    <a:pt x="521600" y="66972"/>
                  </a:lnTo>
                  <a:lnTo>
                    <a:pt x="449113" y="66972"/>
                  </a:lnTo>
                  <a:close/>
                  <a:moveTo>
                    <a:pt x="377412" y="0"/>
                  </a:moveTo>
                  <a:lnTo>
                    <a:pt x="449899" y="0"/>
                  </a:lnTo>
                  <a:lnTo>
                    <a:pt x="431777" y="66972"/>
                  </a:lnTo>
                  <a:lnTo>
                    <a:pt x="359290" y="66972"/>
                  </a:lnTo>
                  <a:close/>
                  <a:moveTo>
                    <a:pt x="287590" y="0"/>
                  </a:moveTo>
                  <a:lnTo>
                    <a:pt x="360077" y="0"/>
                  </a:lnTo>
                  <a:lnTo>
                    <a:pt x="341955" y="66972"/>
                  </a:lnTo>
                  <a:lnTo>
                    <a:pt x="269468" y="66972"/>
                  </a:lnTo>
                  <a:close/>
                  <a:moveTo>
                    <a:pt x="197767" y="0"/>
                  </a:moveTo>
                  <a:lnTo>
                    <a:pt x="270254" y="0"/>
                  </a:lnTo>
                  <a:lnTo>
                    <a:pt x="252132" y="66972"/>
                  </a:lnTo>
                  <a:lnTo>
                    <a:pt x="179645" y="66972"/>
                  </a:lnTo>
                  <a:close/>
                  <a:moveTo>
                    <a:pt x="107945" y="0"/>
                  </a:moveTo>
                  <a:lnTo>
                    <a:pt x="180432" y="0"/>
                  </a:lnTo>
                  <a:lnTo>
                    <a:pt x="162310" y="66972"/>
                  </a:lnTo>
                  <a:lnTo>
                    <a:pt x="89823" y="66972"/>
                  </a:lnTo>
                  <a:close/>
                  <a:moveTo>
                    <a:pt x="18122" y="0"/>
                  </a:moveTo>
                  <a:lnTo>
                    <a:pt x="90609" y="0"/>
                  </a:lnTo>
                  <a:lnTo>
                    <a:pt x="72487" y="66972"/>
                  </a:lnTo>
                  <a:lnTo>
                    <a:pt x="0" y="6697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5ED0">
                    <a:alpha val="65000"/>
                  </a:srgbClr>
                </a:gs>
                <a:gs pos="100000">
                  <a:srgbClr val="005ED0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DF023990-102B-B8EF-F6FB-D6F788E79EDE}"/>
                </a:ext>
              </a:extLst>
            </p:cNvPr>
            <p:cNvSpPr/>
            <p:nvPr/>
          </p:nvSpPr>
          <p:spPr>
            <a:xfrm>
              <a:off x="7154359" y="2672299"/>
              <a:ext cx="539722" cy="66972"/>
            </a:xfrm>
            <a:custGeom>
              <a:avLst/>
              <a:gdLst>
                <a:gd name="connsiteX0" fmla="*/ 467235 w 539722"/>
                <a:gd name="connsiteY0" fmla="*/ 0 h 66972"/>
                <a:gd name="connsiteX1" fmla="*/ 539722 w 539722"/>
                <a:gd name="connsiteY1" fmla="*/ 0 h 66972"/>
                <a:gd name="connsiteX2" fmla="*/ 521600 w 539722"/>
                <a:gd name="connsiteY2" fmla="*/ 66972 h 66972"/>
                <a:gd name="connsiteX3" fmla="*/ 449113 w 539722"/>
                <a:gd name="connsiteY3" fmla="*/ 66972 h 66972"/>
                <a:gd name="connsiteX4" fmla="*/ 377412 w 539722"/>
                <a:gd name="connsiteY4" fmla="*/ 0 h 66972"/>
                <a:gd name="connsiteX5" fmla="*/ 449899 w 539722"/>
                <a:gd name="connsiteY5" fmla="*/ 0 h 66972"/>
                <a:gd name="connsiteX6" fmla="*/ 431777 w 539722"/>
                <a:gd name="connsiteY6" fmla="*/ 66972 h 66972"/>
                <a:gd name="connsiteX7" fmla="*/ 359290 w 539722"/>
                <a:gd name="connsiteY7" fmla="*/ 66972 h 66972"/>
                <a:gd name="connsiteX8" fmla="*/ 287590 w 539722"/>
                <a:gd name="connsiteY8" fmla="*/ 0 h 66972"/>
                <a:gd name="connsiteX9" fmla="*/ 360077 w 539722"/>
                <a:gd name="connsiteY9" fmla="*/ 0 h 66972"/>
                <a:gd name="connsiteX10" fmla="*/ 341955 w 539722"/>
                <a:gd name="connsiteY10" fmla="*/ 66972 h 66972"/>
                <a:gd name="connsiteX11" fmla="*/ 269468 w 539722"/>
                <a:gd name="connsiteY11" fmla="*/ 66972 h 66972"/>
                <a:gd name="connsiteX12" fmla="*/ 197767 w 539722"/>
                <a:gd name="connsiteY12" fmla="*/ 0 h 66972"/>
                <a:gd name="connsiteX13" fmla="*/ 270254 w 539722"/>
                <a:gd name="connsiteY13" fmla="*/ 0 h 66972"/>
                <a:gd name="connsiteX14" fmla="*/ 252132 w 539722"/>
                <a:gd name="connsiteY14" fmla="*/ 66972 h 66972"/>
                <a:gd name="connsiteX15" fmla="*/ 179645 w 539722"/>
                <a:gd name="connsiteY15" fmla="*/ 66972 h 66972"/>
                <a:gd name="connsiteX16" fmla="*/ 107945 w 539722"/>
                <a:gd name="connsiteY16" fmla="*/ 0 h 66972"/>
                <a:gd name="connsiteX17" fmla="*/ 180432 w 539722"/>
                <a:gd name="connsiteY17" fmla="*/ 0 h 66972"/>
                <a:gd name="connsiteX18" fmla="*/ 162310 w 539722"/>
                <a:gd name="connsiteY18" fmla="*/ 66972 h 66972"/>
                <a:gd name="connsiteX19" fmla="*/ 89823 w 539722"/>
                <a:gd name="connsiteY19" fmla="*/ 66972 h 66972"/>
                <a:gd name="connsiteX20" fmla="*/ 18122 w 539722"/>
                <a:gd name="connsiteY20" fmla="*/ 0 h 66972"/>
                <a:gd name="connsiteX21" fmla="*/ 90609 w 539722"/>
                <a:gd name="connsiteY21" fmla="*/ 0 h 66972"/>
                <a:gd name="connsiteX22" fmla="*/ 72487 w 539722"/>
                <a:gd name="connsiteY22" fmla="*/ 66972 h 66972"/>
                <a:gd name="connsiteX23" fmla="*/ 0 w 539722"/>
                <a:gd name="connsiteY23" fmla="*/ 66972 h 6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9722" h="66972">
                  <a:moveTo>
                    <a:pt x="467235" y="0"/>
                  </a:moveTo>
                  <a:lnTo>
                    <a:pt x="539722" y="0"/>
                  </a:lnTo>
                  <a:lnTo>
                    <a:pt x="521600" y="66972"/>
                  </a:lnTo>
                  <a:lnTo>
                    <a:pt x="449113" y="66972"/>
                  </a:lnTo>
                  <a:close/>
                  <a:moveTo>
                    <a:pt x="377412" y="0"/>
                  </a:moveTo>
                  <a:lnTo>
                    <a:pt x="449899" y="0"/>
                  </a:lnTo>
                  <a:lnTo>
                    <a:pt x="431777" y="66972"/>
                  </a:lnTo>
                  <a:lnTo>
                    <a:pt x="359290" y="66972"/>
                  </a:lnTo>
                  <a:close/>
                  <a:moveTo>
                    <a:pt x="287590" y="0"/>
                  </a:moveTo>
                  <a:lnTo>
                    <a:pt x="360077" y="0"/>
                  </a:lnTo>
                  <a:lnTo>
                    <a:pt x="341955" y="66972"/>
                  </a:lnTo>
                  <a:lnTo>
                    <a:pt x="269468" y="66972"/>
                  </a:lnTo>
                  <a:close/>
                  <a:moveTo>
                    <a:pt x="197767" y="0"/>
                  </a:moveTo>
                  <a:lnTo>
                    <a:pt x="270254" y="0"/>
                  </a:lnTo>
                  <a:lnTo>
                    <a:pt x="252132" y="66972"/>
                  </a:lnTo>
                  <a:lnTo>
                    <a:pt x="179645" y="66972"/>
                  </a:lnTo>
                  <a:close/>
                  <a:moveTo>
                    <a:pt x="107945" y="0"/>
                  </a:moveTo>
                  <a:lnTo>
                    <a:pt x="180432" y="0"/>
                  </a:lnTo>
                  <a:lnTo>
                    <a:pt x="162310" y="66972"/>
                  </a:lnTo>
                  <a:lnTo>
                    <a:pt x="89823" y="66972"/>
                  </a:lnTo>
                  <a:close/>
                  <a:moveTo>
                    <a:pt x="18122" y="0"/>
                  </a:moveTo>
                  <a:lnTo>
                    <a:pt x="90609" y="0"/>
                  </a:lnTo>
                  <a:lnTo>
                    <a:pt x="72487" y="66972"/>
                  </a:lnTo>
                  <a:lnTo>
                    <a:pt x="0" y="6697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5ED0">
                    <a:alpha val="65000"/>
                  </a:srgbClr>
                </a:gs>
                <a:gs pos="100000">
                  <a:srgbClr val="005ED0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0B1E32EF-8D4E-6D9A-79A1-822CBA0AB2BD}"/>
                </a:ext>
              </a:extLst>
            </p:cNvPr>
            <p:cNvSpPr/>
            <p:nvPr/>
          </p:nvSpPr>
          <p:spPr>
            <a:xfrm>
              <a:off x="7908789" y="1936260"/>
              <a:ext cx="1565275" cy="1565275"/>
            </a:xfrm>
            <a:prstGeom prst="ellipse">
              <a:avLst/>
            </a:prstGeom>
            <a:gradFill>
              <a:gsLst>
                <a:gs pos="0">
                  <a:srgbClr val="005ED0">
                    <a:alpha val="20000"/>
                  </a:srgbClr>
                </a:gs>
                <a:gs pos="100000">
                  <a:srgbClr val="005ED0">
                    <a:alpha val="0"/>
                  </a:srgbClr>
                </a:gs>
              </a:gsLst>
              <a:lin ang="10800000" scaled="0"/>
            </a:gradFill>
            <a:ln w="31750">
              <a:gradFill flip="none" rotWithShape="1">
                <a:gsLst>
                  <a:gs pos="45000">
                    <a:schemeClr val="accent1">
                      <a:alpha val="0"/>
                    </a:schemeClr>
                  </a:gs>
                  <a:gs pos="100000">
                    <a:schemeClr val="accent1">
                      <a:alpha val="4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728A8AC8-2DE1-3AF1-81F1-3EFF5B556D84}"/>
                </a:ext>
              </a:extLst>
            </p:cNvPr>
            <p:cNvSpPr/>
            <p:nvPr/>
          </p:nvSpPr>
          <p:spPr>
            <a:xfrm>
              <a:off x="8077785" y="2105256"/>
              <a:ext cx="1227282" cy="1227282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CECD8E64-9D5C-CD37-C27B-2F6A20820111}"/>
                </a:ext>
              </a:extLst>
            </p:cNvPr>
            <p:cNvSpPr/>
            <p:nvPr/>
          </p:nvSpPr>
          <p:spPr>
            <a:xfrm>
              <a:off x="8651958" y="1889498"/>
              <a:ext cx="78937" cy="78937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59A6A369-E858-FC14-80B3-D854C7E5E035}"/>
                </a:ext>
              </a:extLst>
            </p:cNvPr>
            <p:cNvSpPr/>
            <p:nvPr/>
          </p:nvSpPr>
          <p:spPr>
            <a:xfrm>
              <a:off x="8651958" y="3451663"/>
              <a:ext cx="78937" cy="78937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>
              <a:outerShdw blurRad="50800" dist="38100" dir="2700000" algn="tl" rotWithShape="0">
                <a:srgbClr val="005ED0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9" name="TextBox 20">
              <a:extLst>
                <a:ext uri="{FF2B5EF4-FFF2-40B4-BE49-F238E27FC236}">
                  <a16:creationId xmlns:a16="http://schemas.microsoft.com/office/drawing/2014/main" id="{F12096B7-18A5-E931-BDF0-376858FBA8D7}"/>
                </a:ext>
              </a:extLst>
            </p:cNvPr>
            <p:cNvSpPr txBox="1"/>
            <p:nvPr/>
          </p:nvSpPr>
          <p:spPr>
            <a:xfrm>
              <a:off x="5384226" y="4375599"/>
              <a:ext cx="1774288" cy="8989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如行业特征、年龄、喜好等。</a:t>
              </a:r>
              <a:endPara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面向的群体不同就可选择不同的展现形式，避免千篇一律</a:t>
              </a:r>
              <a:endPara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20" name="TextBox 20">
              <a:extLst>
                <a:ext uri="{FF2B5EF4-FFF2-40B4-BE49-F238E27FC236}">
                  <a16:creationId xmlns:a16="http://schemas.microsoft.com/office/drawing/2014/main" id="{469ED903-09B3-7CBE-3B48-0BAC3E3192DB}"/>
                </a:ext>
              </a:extLst>
            </p:cNvPr>
            <p:cNvSpPr txBox="1"/>
            <p:nvPr/>
          </p:nvSpPr>
          <p:spPr>
            <a:xfrm>
              <a:off x="7673255" y="4355225"/>
              <a:ext cx="1817268" cy="8989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根据不同场景设定进行设计制作。</a:t>
              </a:r>
              <a:endPara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比如严肃场合就可使用颜色种类少些，稳重的颜色；交流的场合可活泼一些</a:t>
              </a:r>
              <a:endParaRPr lang="en-US" altLang="zh-CN" sz="10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21" name="microsoft_160172">
              <a:extLst>
                <a:ext uri="{FF2B5EF4-FFF2-40B4-BE49-F238E27FC236}">
                  <a16:creationId xmlns:a16="http://schemas.microsoft.com/office/drawing/2014/main" id="{0DE0EF97-1EA7-83E4-3D58-A03506F21333}"/>
                </a:ext>
              </a:extLst>
            </p:cNvPr>
            <p:cNvSpPr/>
            <p:nvPr/>
          </p:nvSpPr>
          <p:spPr>
            <a:xfrm>
              <a:off x="3470992" y="2475516"/>
              <a:ext cx="467307" cy="486763"/>
            </a:xfrm>
            <a:custGeom>
              <a:avLst/>
              <a:gdLst>
                <a:gd name="connsiteX0" fmla="*/ 233402 w 554353"/>
                <a:gd name="connsiteY0" fmla="*/ 323264 h 577432"/>
                <a:gd name="connsiteX1" fmla="*/ 25800 w 554353"/>
                <a:gd name="connsiteY1" fmla="*/ 324185 h 577432"/>
                <a:gd name="connsiteX2" fmla="*/ 25800 w 554353"/>
                <a:gd name="connsiteY2" fmla="*/ 485303 h 577432"/>
                <a:gd name="connsiteX3" fmla="*/ 233402 w 554353"/>
                <a:gd name="connsiteY3" fmla="*/ 511082 h 577432"/>
                <a:gd name="connsiteX4" fmla="*/ 307183 w 554353"/>
                <a:gd name="connsiteY4" fmla="*/ 323240 h 577432"/>
                <a:gd name="connsiteX5" fmla="*/ 307183 w 554353"/>
                <a:gd name="connsiteY5" fmla="*/ 520331 h 577432"/>
                <a:gd name="connsiteX6" fmla="*/ 529452 w 554353"/>
                <a:gd name="connsiteY6" fmla="*/ 550723 h 577432"/>
                <a:gd name="connsiteX7" fmla="*/ 529452 w 554353"/>
                <a:gd name="connsiteY7" fmla="*/ 324161 h 577432"/>
                <a:gd name="connsiteX8" fmla="*/ 295193 w 554353"/>
                <a:gd name="connsiteY8" fmla="*/ 299294 h 577432"/>
                <a:gd name="connsiteX9" fmla="*/ 542363 w 554353"/>
                <a:gd name="connsiteY9" fmla="*/ 299294 h 577432"/>
                <a:gd name="connsiteX10" fmla="*/ 554353 w 554353"/>
                <a:gd name="connsiteY10" fmla="*/ 311267 h 577432"/>
                <a:gd name="connsiteX11" fmla="*/ 554353 w 554353"/>
                <a:gd name="connsiteY11" fmla="*/ 564538 h 577432"/>
                <a:gd name="connsiteX12" fmla="*/ 549742 w 554353"/>
                <a:gd name="connsiteY12" fmla="*/ 573748 h 577432"/>
                <a:gd name="connsiteX13" fmla="*/ 542363 w 554353"/>
                <a:gd name="connsiteY13" fmla="*/ 577432 h 577432"/>
                <a:gd name="connsiteX14" fmla="*/ 540519 w 554353"/>
                <a:gd name="connsiteY14" fmla="*/ 577432 h 577432"/>
                <a:gd name="connsiteX15" fmla="*/ 293348 w 554353"/>
                <a:gd name="connsiteY15" fmla="*/ 543355 h 577432"/>
                <a:gd name="connsiteX16" fmla="*/ 282281 w 554353"/>
                <a:gd name="connsiteY16" fmla="*/ 531383 h 577432"/>
                <a:gd name="connsiteX17" fmla="*/ 282281 w 554353"/>
                <a:gd name="connsiteY17" fmla="*/ 311267 h 577432"/>
                <a:gd name="connsiteX18" fmla="*/ 285970 w 554353"/>
                <a:gd name="connsiteY18" fmla="*/ 302978 h 577432"/>
                <a:gd name="connsiteX19" fmla="*/ 295193 w 554353"/>
                <a:gd name="connsiteY19" fmla="*/ 299294 h 577432"/>
                <a:gd name="connsiteX20" fmla="*/ 245397 w 554353"/>
                <a:gd name="connsiteY20" fmla="*/ 298406 h 577432"/>
                <a:gd name="connsiteX21" fmla="*/ 254623 w 554353"/>
                <a:gd name="connsiteY21" fmla="*/ 302089 h 577432"/>
                <a:gd name="connsiteX22" fmla="*/ 258314 w 554353"/>
                <a:gd name="connsiteY22" fmla="*/ 311295 h 577432"/>
                <a:gd name="connsiteX23" fmla="*/ 258314 w 554353"/>
                <a:gd name="connsiteY23" fmla="*/ 524893 h 577432"/>
                <a:gd name="connsiteX24" fmla="*/ 253701 w 554353"/>
                <a:gd name="connsiteY24" fmla="*/ 534099 h 577432"/>
                <a:gd name="connsiteX25" fmla="*/ 245397 w 554353"/>
                <a:gd name="connsiteY25" fmla="*/ 537782 h 577432"/>
                <a:gd name="connsiteX26" fmla="*/ 244474 w 554353"/>
                <a:gd name="connsiteY26" fmla="*/ 537782 h 577432"/>
                <a:gd name="connsiteX27" fmla="*/ 11960 w 554353"/>
                <a:gd name="connsiteY27" fmla="*/ 508320 h 577432"/>
                <a:gd name="connsiteX28" fmla="*/ 888 w 554353"/>
                <a:gd name="connsiteY28" fmla="*/ 495431 h 577432"/>
                <a:gd name="connsiteX29" fmla="*/ 888 w 554353"/>
                <a:gd name="connsiteY29" fmla="*/ 311295 h 577432"/>
                <a:gd name="connsiteX30" fmla="*/ 12883 w 554353"/>
                <a:gd name="connsiteY30" fmla="*/ 299327 h 577432"/>
                <a:gd name="connsiteX31" fmla="*/ 233404 w 554353"/>
                <a:gd name="connsiteY31" fmla="*/ 65332 h 577432"/>
                <a:gd name="connsiteX32" fmla="*/ 23986 w 554353"/>
                <a:gd name="connsiteY32" fmla="*/ 92051 h 577432"/>
                <a:gd name="connsiteX33" fmla="*/ 23986 w 554353"/>
                <a:gd name="connsiteY33" fmla="*/ 248676 h 577432"/>
                <a:gd name="connsiteX34" fmla="*/ 233404 w 554353"/>
                <a:gd name="connsiteY34" fmla="*/ 248676 h 577432"/>
                <a:gd name="connsiteX35" fmla="*/ 244475 w 554353"/>
                <a:gd name="connsiteY35" fmla="*/ 38614 h 577432"/>
                <a:gd name="connsiteX36" fmla="*/ 253700 w 554353"/>
                <a:gd name="connsiteY36" fmla="*/ 42299 h 577432"/>
                <a:gd name="connsiteX37" fmla="*/ 258313 w 554353"/>
                <a:gd name="connsiteY37" fmla="*/ 51513 h 577432"/>
                <a:gd name="connsiteX38" fmla="*/ 258313 w 554353"/>
                <a:gd name="connsiteY38" fmla="*/ 261575 h 577432"/>
                <a:gd name="connsiteX39" fmla="*/ 245397 w 554353"/>
                <a:gd name="connsiteY39" fmla="*/ 273552 h 577432"/>
                <a:gd name="connsiteX40" fmla="*/ 11993 w 554353"/>
                <a:gd name="connsiteY40" fmla="*/ 273552 h 577432"/>
                <a:gd name="connsiteX41" fmla="*/ 0 w 554353"/>
                <a:gd name="connsiteY41" fmla="*/ 261575 h 577432"/>
                <a:gd name="connsiteX42" fmla="*/ 0 w 554353"/>
                <a:gd name="connsiteY42" fmla="*/ 80995 h 577432"/>
                <a:gd name="connsiteX43" fmla="*/ 10148 w 554353"/>
                <a:gd name="connsiteY43" fmla="*/ 69018 h 577432"/>
                <a:gd name="connsiteX44" fmla="*/ 529452 w 554353"/>
                <a:gd name="connsiteY44" fmla="*/ 26710 h 577432"/>
                <a:gd name="connsiteX45" fmla="*/ 307183 w 554353"/>
                <a:gd name="connsiteY45" fmla="*/ 56184 h 577432"/>
                <a:gd name="connsiteX46" fmla="*/ 307183 w 554353"/>
                <a:gd name="connsiteY46" fmla="*/ 248684 h 577432"/>
                <a:gd name="connsiteX47" fmla="*/ 529452 w 554353"/>
                <a:gd name="connsiteY47" fmla="*/ 248684 h 577432"/>
                <a:gd name="connsiteX48" fmla="*/ 540519 w 554353"/>
                <a:gd name="connsiteY48" fmla="*/ 0 h 577432"/>
                <a:gd name="connsiteX49" fmla="*/ 549742 w 554353"/>
                <a:gd name="connsiteY49" fmla="*/ 2763 h 577432"/>
                <a:gd name="connsiteX50" fmla="*/ 554353 w 554353"/>
                <a:gd name="connsiteY50" fmla="*/ 11974 h 577432"/>
                <a:gd name="connsiteX51" fmla="*/ 554353 w 554353"/>
                <a:gd name="connsiteY51" fmla="*/ 261578 h 577432"/>
                <a:gd name="connsiteX52" fmla="*/ 542363 w 554353"/>
                <a:gd name="connsiteY52" fmla="*/ 273552 h 577432"/>
                <a:gd name="connsiteX53" fmla="*/ 295193 w 554353"/>
                <a:gd name="connsiteY53" fmla="*/ 273552 h 577432"/>
                <a:gd name="connsiteX54" fmla="*/ 282281 w 554353"/>
                <a:gd name="connsiteY54" fmla="*/ 261578 h 577432"/>
                <a:gd name="connsiteX55" fmla="*/ 282281 w 554353"/>
                <a:gd name="connsiteY55" fmla="*/ 45131 h 577432"/>
                <a:gd name="connsiteX56" fmla="*/ 293348 w 554353"/>
                <a:gd name="connsiteY56" fmla="*/ 33158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54353" h="577432">
                  <a:moveTo>
                    <a:pt x="233402" y="323264"/>
                  </a:moveTo>
                  <a:lnTo>
                    <a:pt x="25800" y="324185"/>
                  </a:lnTo>
                  <a:lnTo>
                    <a:pt x="25800" y="485303"/>
                  </a:lnTo>
                  <a:lnTo>
                    <a:pt x="233402" y="511082"/>
                  </a:lnTo>
                  <a:close/>
                  <a:moveTo>
                    <a:pt x="307183" y="323240"/>
                  </a:moveTo>
                  <a:lnTo>
                    <a:pt x="307183" y="520331"/>
                  </a:lnTo>
                  <a:lnTo>
                    <a:pt x="529452" y="550723"/>
                  </a:lnTo>
                  <a:lnTo>
                    <a:pt x="529452" y="324161"/>
                  </a:lnTo>
                  <a:close/>
                  <a:moveTo>
                    <a:pt x="295193" y="299294"/>
                  </a:moveTo>
                  <a:lnTo>
                    <a:pt x="542363" y="299294"/>
                  </a:lnTo>
                  <a:cubicBezTo>
                    <a:pt x="548819" y="299294"/>
                    <a:pt x="554353" y="304820"/>
                    <a:pt x="554353" y="311267"/>
                  </a:cubicBezTo>
                  <a:lnTo>
                    <a:pt x="554353" y="564538"/>
                  </a:lnTo>
                  <a:cubicBezTo>
                    <a:pt x="554353" y="568222"/>
                    <a:pt x="552508" y="571906"/>
                    <a:pt x="549742" y="573748"/>
                  </a:cubicBezTo>
                  <a:cubicBezTo>
                    <a:pt x="547897" y="576511"/>
                    <a:pt x="545130" y="577432"/>
                    <a:pt x="542363" y="577432"/>
                  </a:cubicBezTo>
                  <a:cubicBezTo>
                    <a:pt x="541441" y="577432"/>
                    <a:pt x="540519" y="577432"/>
                    <a:pt x="540519" y="577432"/>
                  </a:cubicBezTo>
                  <a:lnTo>
                    <a:pt x="293348" y="543355"/>
                  </a:lnTo>
                  <a:cubicBezTo>
                    <a:pt x="286892" y="542435"/>
                    <a:pt x="282281" y="537830"/>
                    <a:pt x="282281" y="531383"/>
                  </a:cubicBezTo>
                  <a:lnTo>
                    <a:pt x="282281" y="311267"/>
                  </a:lnTo>
                  <a:cubicBezTo>
                    <a:pt x="282281" y="307583"/>
                    <a:pt x="284126" y="304820"/>
                    <a:pt x="285970" y="302978"/>
                  </a:cubicBezTo>
                  <a:cubicBezTo>
                    <a:pt x="288737" y="300215"/>
                    <a:pt x="291504" y="299294"/>
                    <a:pt x="295193" y="299294"/>
                  </a:cubicBezTo>
                  <a:close/>
                  <a:moveTo>
                    <a:pt x="245397" y="298406"/>
                  </a:moveTo>
                  <a:cubicBezTo>
                    <a:pt x="249087" y="298406"/>
                    <a:pt x="251855" y="300247"/>
                    <a:pt x="254623" y="302089"/>
                  </a:cubicBezTo>
                  <a:cubicBezTo>
                    <a:pt x="256469" y="304851"/>
                    <a:pt x="258314" y="307613"/>
                    <a:pt x="258314" y="311295"/>
                  </a:cubicBezTo>
                  <a:lnTo>
                    <a:pt x="258314" y="524893"/>
                  </a:lnTo>
                  <a:cubicBezTo>
                    <a:pt x="258314" y="528575"/>
                    <a:pt x="256469" y="532258"/>
                    <a:pt x="253701" y="534099"/>
                  </a:cubicBezTo>
                  <a:cubicBezTo>
                    <a:pt x="251855" y="536861"/>
                    <a:pt x="249087" y="537782"/>
                    <a:pt x="245397" y="537782"/>
                  </a:cubicBezTo>
                  <a:cubicBezTo>
                    <a:pt x="245397" y="537782"/>
                    <a:pt x="244474" y="537782"/>
                    <a:pt x="244474" y="537782"/>
                  </a:cubicBezTo>
                  <a:lnTo>
                    <a:pt x="11960" y="508320"/>
                  </a:lnTo>
                  <a:cubicBezTo>
                    <a:pt x="5501" y="507400"/>
                    <a:pt x="888" y="501876"/>
                    <a:pt x="888" y="495431"/>
                  </a:cubicBezTo>
                  <a:lnTo>
                    <a:pt x="888" y="311295"/>
                  </a:lnTo>
                  <a:cubicBezTo>
                    <a:pt x="888" y="304851"/>
                    <a:pt x="6424" y="299327"/>
                    <a:pt x="12883" y="299327"/>
                  </a:cubicBezTo>
                  <a:close/>
                  <a:moveTo>
                    <a:pt x="233404" y="65332"/>
                  </a:moveTo>
                  <a:lnTo>
                    <a:pt x="23986" y="92051"/>
                  </a:lnTo>
                  <a:lnTo>
                    <a:pt x="23986" y="248676"/>
                  </a:lnTo>
                  <a:lnTo>
                    <a:pt x="233404" y="248676"/>
                  </a:lnTo>
                  <a:close/>
                  <a:moveTo>
                    <a:pt x="244475" y="38614"/>
                  </a:moveTo>
                  <a:cubicBezTo>
                    <a:pt x="247242" y="38614"/>
                    <a:pt x="250933" y="39535"/>
                    <a:pt x="253700" y="42299"/>
                  </a:cubicBezTo>
                  <a:cubicBezTo>
                    <a:pt x="256468" y="44142"/>
                    <a:pt x="258313" y="47827"/>
                    <a:pt x="258313" y="51513"/>
                  </a:cubicBezTo>
                  <a:lnTo>
                    <a:pt x="258313" y="261575"/>
                  </a:lnTo>
                  <a:cubicBezTo>
                    <a:pt x="258313" y="268024"/>
                    <a:pt x="252778" y="273552"/>
                    <a:pt x="245397" y="273552"/>
                  </a:cubicBezTo>
                  <a:lnTo>
                    <a:pt x="11993" y="273552"/>
                  </a:lnTo>
                  <a:cubicBezTo>
                    <a:pt x="5535" y="273552"/>
                    <a:pt x="0" y="268024"/>
                    <a:pt x="0" y="261575"/>
                  </a:cubicBezTo>
                  <a:lnTo>
                    <a:pt x="0" y="80995"/>
                  </a:lnTo>
                  <a:cubicBezTo>
                    <a:pt x="0" y="75467"/>
                    <a:pt x="4613" y="69939"/>
                    <a:pt x="10148" y="69018"/>
                  </a:cubicBezTo>
                  <a:close/>
                  <a:moveTo>
                    <a:pt x="529452" y="26710"/>
                  </a:moveTo>
                  <a:lnTo>
                    <a:pt x="307183" y="56184"/>
                  </a:lnTo>
                  <a:lnTo>
                    <a:pt x="307183" y="248684"/>
                  </a:lnTo>
                  <a:lnTo>
                    <a:pt x="529452" y="248684"/>
                  </a:lnTo>
                  <a:close/>
                  <a:moveTo>
                    <a:pt x="540519" y="0"/>
                  </a:moveTo>
                  <a:cubicBezTo>
                    <a:pt x="544208" y="0"/>
                    <a:pt x="547897" y="921"/>
                    <a:pt x="549742" y="2763"/>
                  </a:cubicBezTo>
                  <a:cubicBezTo>
                    <a:pt x="552508" y="5526"/>
                    <a:pt x="554353" y="8289"/>
                    <a:pt x="554353" y="11974"/>
                  </a:cubicBezTo>
                  <a:lnTo>
                    <a:pt x="554353" y="261578"/>
                  </a:lnTo>
                  <a:cubicBezTo>
                    <a:pt x="554353" y="268026"/>
                    <a:pt x="548819" y="273552"/>
                    <a:pt x="542363" y="273552"/>
                  </a:cubicBezTo>
                  <a:lnTo>
                    <a:pt x="295193" y="273552"/>
                  </a:lnTo>
                  <a:cubicBezTo>
                    <a:pt x="287815" y="273552"/>
                    <a:pt x="282281" y="268026"/>
                    <a:pt x="282281" y="261578"/>
                  </a:cubicBezTo>
                  <a:lnTo>
                    <a:pt x="282281" y="45131"/>
                  </a:lnTo>
                  <a:cubicBezTo>
                    <a:pt x="282281" y="39605"/>
                    <a:pt x="286892" y="34079"/>
                    <a:pt x="293348" y="331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2" name="iconfont-11253-5322198">
              <a:extLst>
                <a:ext uri="{FF2B5EF4-FFF2-40B4-BE49-F238E27FC236}">
                  <a16:creationId xmlns:a16="http://schemas.microsoft.com/office/drawing/2014/main" id="{4E57FADC-DE57-5356-D05A-841A75A0CD95}"/>
                </a:ext>
              </a:extLst>
            </p:cNvPr>
            <p:cNvSpPr/>
            <p:nvPr/>
          </p:nvSpPr>
          <p:spPr>
            <a:xfrm>
              <a:off x="5823305" y="2449544"/>
              <a:ext cx="671112" cy="625350"/>
            </a:xfrm>
            <a:custGeom>
              <a:avLst/>
              <a:gdLst>
                <a:gd name="connsiteX0" fmla="*/ 192784 w 580060"/>
                <a:gd name="connsiteY0" fmla="*/ 371296 h 540508"/>
                <a:gd name="connsiteX1" fmla="*/ 149202 w 580060"/>
                <a:gd name="connsiteY1" fmla="*/ 461548 h 540508"/>
                <a:gd name="connsiteX2" fmla="*/ 249280 w 580060"/>
                <a:gd name="connsiteY2" fmla="*/ 502645 h 540508"/>
                <a:gd name="connsiteX3" fmla="*/ 215383 w 580060"/>
                <a:gd name="connsiteY3" fmla="*/ 447849 h 540508"/>
                <a:gd name="connsiteX4" fmla="*/ 192784 w 580060"/>
                <a:gd name="connsiteY4" fmla="*/ 371296 h 540508"/>
                <a:gd name="connsiteX5" fmla="*/ 200855 w 580060"/>
                <a:gd name="connsiteY5" fmla="*/ 336646 h 540508"/>
                <a:gd name="connsiteX6" fmla="*/ 208926 w 580060"/>
                <a:gd name="connsiteY6" fmla="*/ 344704 h 540508"/>
                <a:gd name="connsiteX7" fmla="*/ 234753 w 580060"/>
                <a:gd name="connsiteY7" fmla="*/ 438985 h 540508"/>
                <a:gd name="connsiteX8" fmla="*/ 282370 w 580060"/>
                <a:gd name="connsiteY8" fmla="*/ 512315 h 540508"/>
                <a:gd name="connsiteX9" fmla="*/ 283178 w 580060"/>
                <a:gd name="connsiteY9" fmla="*/ 524402 h 540508"/>
                <a:gd name="connsiteX10" fmla="*/ 273493 w 580060"/>
                <a:gd name="connsiteY10" fmla="*/ 529237 h 540508"/>
                <a:gd name="connsiteX11" fmla="*/ 271878 w 580060"/>
                <a:gd name="connsiteY11" fmla="*/ 529237 h 540508"/>
                <a:gd name="connsiteX12" fmla="*/ 129025 w 580060"/>
                <a:gd name="connsiteY12" fmla="*/ 467995 h 540508"/>
                <a:gd name="connsiteX13" fmla="*/ 190363 w 580060"/>
                <a:gd name="connsiteY13" fmla="*/ 339869 h 540508"/>
                <a:gd name="connsiteX14" fmla="*/ 200855 w 580060"/>
                <a:gd name="connsiteY14" fmla="*/ 336646 h 540508"/>
                <a:gd name="connsiteX15" fmla="*/ 355020 w 580060"/>
                <a:gd name="connsiteY15" fmla="*/ 228633 h 540508"/>
                <a:gd name="connsiteX16" fmla="*/ 268656 w 580060"/>
                <a:gd name="connsiteY16" fmla="*/ 368050 h 540508"/>
                <a:gd name="connsiteX17" fmla="*/ 408292 w 580060"/>
                <a:gd name="connsiteY17" fmla="*/ 518749 h 540508"/>
                <a:gd name="connsiteX18" fmla="*/ 493849 w 580060"/>
                <a:gd name="connsiteY18" fmla="*/ 487320 h 540508"/>
                <a:gd name="connsiteX19" fmla="*/ 373585 w 580060"/>
                <a:gd name="connsiteY19" fmla="*/ 364827 h 540508"/>
                <a:gd name="connsiteX20" fmla="*/ 355020 w 580060"/>
                <a:gd name="connsiteY20" fmla="*/ 228633 h 540508"/>
                <a:gd name="connsiteX21" fmla="*/ 464797 w 580060"/>
                <a:gd name="connsiteY21" fmla="*/ 224683 h 540508"/>
                <a:gd name="connsiteX22" fmla="*/ 452693 w 580060"/>
                <a:gd name="connsiteY22" fmla="*/ 227100 h 540508"/>
                <a:gd name="connsiteX23" fmla="*/ 445431 w 580060"/>
                <a:gd name="connsiteY23" fmla="*/ 341507 h 540508"/>
                <a:gd name="connsiteX24" fmla="*/ 491424 w 580060"/>
                <a:gd name="connsiteY24" fmla="*/ 402739 h 540508"/>
                <a:gd name="connsiteX25" fmla="*/ 535803 w 580060"/>
                <a:gd name="connsiteY25" fmla="*/ 413213 h 540508"/>
                <a:gd name="connsiteX26" fmla="*/ 543872 w 580060"/>
                <a:gd name="connsiteY26" fmla="*/ 298000 h 540508"/>
                <a:gd name="connsiteX27" fmla="*/ 497072 w 580060"/>
                <a:gd name="connsiteY27" fmla="*/ 237574 h 540508"/>
                <a:gd name="connsiteX28" fmla="*/ 464797 w 580060"/>
                <a:gd name="connsiteY28" fmla="*/ 224683 h 540508"/>
                <a:gd name="connsiteX29" fmla="*/ 475387 w 580060"/>
                <a:gd name="connsiteY29" fmla="*/ 203735 h 540508"/>
                <a:gd name="connsiteX30" fmla="*/ 509983 w 580060"/>
                <a:gd name="connsiteY30" fmla="*/ 219849 h 540508"/>
                <a:gd name="connsiteX31" fmla="*/ 563238 w 580060"/>
                <a:gd name="connsiteY31" fmla="*/ 289137 h 540508"/>
                <a:gd name="connsiteX32" fmla="*/ 544679 w 580060"/>
                <a:gd name="connsiteY32" fmla="*/ 432549 h 540508"/>
                <a:gd name="connsiteX33" fmla="*/ 524507 w 580060"/>
                <a:gd name="connsiteY33" fmla="*/ 437383 h 540508"/>
                <a:gd name="connsiteX34" fmla="*/ 478514 w 580060"/>
                <a:gd name="connsiteY34" fmla="*/ 419658 h 540508"/>
                <a:gd name="connsiteX35" fmla="*/ 425259 w 580060"/>
                <a:gd name="connsiteY35" fmla="*/ 350369 h 540508"/>
                <a:gd name="connsiteX36" fmla="*/ 443817 w 580060"/>
                <a:gd name="connsiteY36" fmla="*/ 206958 h 540508"/>
                <a:gd name="connsiteX37" fmla="*/ 475387 w 580060"/>
                <a:gd name="connsiteY37" fmla="*/ 203735 h 540508"/>
                <a:gd name="connsiteX38" fmla="*/ 368742 w 580060"/>
                <a:gd name="connsiteY38" fmla="*/ 201233 h 540508"/>
                <a:gd name="connsiteX39" fmla="*/ 380042 w 580060"/>
                <a:gd name="connsiteY39" fmla="*/ 204457 h 540508"/>
                <a:gd name="connsiteX40" fmla="*/ 381656 w 580060"/>
                <a:gd name="connsiteY40" fmla="*/ 215739 h 540508"/>
                <a:gd name="connsiteX41" fmla="*/ 392956 w 580060"/>
                <a:gd name="connsiteY41" fmla="*/ 356768 h 540508"/>
                <a:gd name="connsiteX42" fmla="*/ 517256 w 580060"/>
                <a:gd name="connsiteY42" fmla="*/ 466367 h 540508"/>
                <a:gd name="connsiteX43" fmla="*/ 528556 w 580060"/>
                <a:gd name="connsiteY43" fmla="*/ 471203 h 540508"/>
                <a:gd name="connsiteX44" fmla="*/ 527749 w 580060"/>
                <a:gd name="connsiteY44" fmla="*/ 484097 h 540508"/>
                <a:gd name="connsiteX45" fmla="*/ 408292 w 580060"/>
                <a:gd name="connsiteY45" fmla="*/ 540508 h 540508"/>
                <a:gd name="connsiteX46" fmla="*/ 246863 w 580060"/>
                <a:gd name="connsiteY46" fmla="*/ 368050 h 540508"/>
                <a:gd name="connsiteX47" fmla="*/ 368742 w 580060"/>
                <a:gd name="connsiteY47" fmla="*/ 201233 h 540508"/>
                <a:gd name="connsiteX48" fmla="*/ 104796 w 580060"/>
                <a:gd name="connsiteY48" fmla="*/ 57027 h 540508"/>
                <a:gd name="connsiteX49" fmla="*/ 36197 w 580060"/>
                <a:gd name="connsiteY49" fmla="*/ 95701 h 540508"/>
                <a:gd name="connsiteX50" fmla="*/ 24899 w 580060"/>
                <a:gd name="connsiteY50" fmla="*/ 148071 h 540508"/>
                <a:gd name="connsiteX51" fmla="*/ 171781 w 580060"/>
                <a:gd name="connsiteY51" fmla="*/ 206888 h 540508"/>
                <a:gd name="connsiteX52" fmla="*/ 279925 w 580060"/>
                <a:gd name="connsiteY52" fmla="*/ 185134 h 540508"/>
                <a:gd name="connsiteX53" fmla="*/ 106410 w 580060"/>
                <a:gd name="connsiteY53" fmla="*/ 57027 h 540508"/>
                <a:gd name="connsiteX54" fmla="*/ 104796 w 580060"/>
                <a:gd name="connsiteY54" fmla="*/ 57027 h 540508"/>
                <a:gd name="connsiteX55" fmla="*/ 107217 w 580060"/>
                <a:gd name="connsiteY55" fmla="*/ 35273 h 540508"/>
                <a:gd name="connsiteX56" fmla="*/ 304137 w 580060"/>
                <a:gd name="connsiteY56" fmla="*/ 181911 h 540508"/>
                <a:gd name="connsiteX57" fmla="*/ 301716 w 580060"/>
                <a:gd name="connsiteY57" fmla="*/ 197219 h 540508"/>
                <a:gd name="connsiteX58" fmla="*/ 186308 w 580060"/>
                <a:gd name="connsiteY58" fmla="*/ 229447 h 540508"/>
                <a:gd name="connsiteX59" fmla="*/ 170974 w 580060"/>
                <a:gd name="connsiteY59" fmla="*/ 228642 h 540508"/>
                <a:gd name="connsiteX60" fmla="*/ 5529 w 580060"/>
                <a:gd name="connsiteY60" fmla="*/ 156934 h 540508"/>
                <a:gd name="connsiteX61" fmla="*/ 19249 w 580060"/>
                <a:gd name="connsiteY61" fmla="*/ 82809 h 540508"/>
                <a:gd name="connsiteX62" fmla="*/ 107217 w 580060"/>
                <a:gd name="connsiteY62" fmla="*/ 35273 h 540508"/>
                <a:gd name="connsiteX63" fmla="*/ 398559 w 580060"/>
                <a:gd name="connsiteY63" fmla="*/ 21524 h 540508"/>
                <a:gd name="connsiteX64" fmla="*/ 338042 w 580060"/>
                <a:gd name="connsiteY64" fmla="*/ 69887 h 540508"/>
                <a:gd name="connsiteX65" fmla="*/ 334814 w 580060"/>
                <a:gd name="connsiteY65" fmla="*/ 150493 h 540508"/>
                <a:gd name="connsiteX66" fmla="*/ 403401 w 580060"/>
                <a:gd name="connsiteY66" fmla="*/ 107772 h 540508"/>
                <a:gd name="connsiteX67" fmla="*/ 419539 w 580060"/>
                <a:gd name="connsiteY67" fmla="*/ 52960 h 540508"/>
                <a:gd name="connsiteX68" fmla="*/ 408242 w 580060"/>
                <a:gd name="connsiteY68" fmla="*/ 23942 h 540508"/>
                <a:gd name="connsiteX69" fmla="*/ 398559 w 580060"/>
                <a:gd name="connsiteY69" fmla="*/ 21524 h 540508"/>
                <a:gd name="connsiteX70" fmla="*/ 395054 w 580060"/>
                <a:gd name="connsiteY70" fmla="*/ 125 h 540508"/>
                <a:gd name="connsiteX71" fmla="*/ 418732 w 580060"/>
                <a:gd name="connsiteY71" fmla="*/ 5402 h 540508"/>
                <a:gd name="connsiteX72" fmla="*/ 441325 w 580060"/>
                <a:gd name="connsiteY72" fmla="*/ 53766 h 540508"/>
                <a:gd name="connsiteX73" fmla="*/ 421960 w 580060"/>
                <a:gd name="connsiteY73" fmla="*/ 118250 h 540508"/>
                <a:gd name="connsiteX74" fmla="*/ 329166 w 580060"/>
                <a:gd name="connsiteY74" fmla="*/ 173868 h 540508"/>
                <a:gd name="connsiteX75" fmla="*/ 327552 w 580060"/>
                <a:gd name="connsiteY75" fmla="*/ 173868 h 540508"/>
                <a:gd name="connsiteX76" fmla="*/ 317869 w 580060"/>
                <a:gd name="connsiteY76" fmla="*/ 167420 h 540508"/>
                <a:gd name="connsiteX77" fmla="*/ 319483 w 580060"/>
                <a:gd name="connsiteY77" fmla="*/ 59408 h 540508"/>
                <a:gd name="connsiteX78" fmla="*/ 395054 w 580060"/>
                <a:gd name="connsiteY78" fmla="*/ 125 h 54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80060" h="540508">
                  <a:moveTo>
                    <a:pt x="192784" y="371296"/>
                  </a:moveTo>
                  <a:cubicBezTo>
                    <a:pt x="168572" y="404335"/>
                    <a:pt x="144360" y="446238"/>
                    <a:pt x="149202" y="461548"/>
                  </a:cubicBezTo>
                  <a:cubicBezTo>
                    <a:pt x="154044" y="475247"/>
                    <a:pt x="200855" y="492169"/>
                    <a:pt x="249280" y="502645"/>
                  </a:cubicBezTo>
                  <a:cubicBezTo>
                    <a:pt x="237174" y="485723"/>
                    <a:pt x="222646" y="463966"/>
                    <a:pt x="215383" y="447849"/>
                  </a:cubicBezTo>
                  <a:cubicBezTo>
                    <a:pt x="206505" y="427704"/>
                    <a:pt x="198434" y="393859"/>
                    <a:pt x="192784" y="371296"/>
                  </a:cubicBezTo>
                  <a:close/>
                  <a:moveTo>
                    <a:pt x="200855" y="336646"/>
                  </a:moveTo>
                  <a:cubicBezTo>
                    <a:pt x="204891" y="337452"/>
                    <a:pt x="208119" y="340675"/>
                    <a:pt x="208926" y="344704"/>
                  </a:cubicBezTo>
                  <a:cubicBezTo>
                    <a:pt x="208926" y="345510"/>
                    <a:pt x="222646" y="409976"/>
                    <a:pt x="234753" y="438985"/>
                  </a:cubicBezTo>
                  <a:cubicBezTo>
                    <a:pt x="246052" y="464772"/>
                    <a:pt x="281563" y="511509"/>
                    <a:pt x="282370" y="512315"/>
                  </a:cubicBezTo>
                  <a:cubicBezTo>
                    <a:pt x="284792" y="515538"/>
                    <a:pt x="285599" y="520373"/>
                    <a:pt x="283178" y="524402"/>
                  </a:cubicBezTo>
                  <a:cubicBezTo>
                    <a:pt x="280756" y="527626"/>
                    <a:pt x="277528" y="529237"/>
                    <a:pt x="273493" y="529237"/>
                  </a:cubicBezTo>
                  <a:cubicBezTo>
                    <a:pt x="273493" y="529237"/>
                    <a:pt x="272685" y="529237"/>
                    <a:pt x="271878" y="529237"/>
                  </a:cubicBezTo>
                  <a:cubicBezTo>
                    <a:pt x="241209" y="523596"/>
                    <a:pt x="141131" y="504257"/>
                    <a:pt x="129025" y="467995"/>
                  </a:cubicBezTo>
                  <a:cubicBezTo>
                    <a:pt x="116919" y="432539"/>
                    <a:pt x="177450" y="355180"/>
                    <a:pt x="190363" y="339869"/>
                  </a:cubicBezTo>
                  <a:cubicBezTo>
                    <a:pt x="192784" y="336646"/>
                    <a:pt x="196820" y="335034"/>
                    <a:pt x="200855" y="336646"/>
                  </a:cubicBezTo>
                  <a:close/>
                  <a:moveTo>
                    <a:pt x="355020" y="228633"/>
                  </a:moveTo>
                  <a:cubicBezTo>
                    <a:pt x="303363" y="252004"/>
                    <a:pt x="268656" y="305997"/>
                    <a:pt x="268656" y="368050"/>
                  </a:cubicBezTo>
                  <a:cubicBezTo>
                    <a:pt x="268656" y="451056"/>
                    <a:pt x="330806" y="518749"/>
                    <a:pt x="408292" y="518749"/>
                  </a:cubicBezTo>
                  <a:cubicBezTo>
                    <a:pt x="438963" y="518749"/>
                    <a:pt x="469634" y="507467"/>
                    <a:pt x="493849" y="487320"/>
                  </a:cubicBezTo>
                  <a:cubicBezTo>
                    <a:pt x="449456" y="478456"/>
                    <a:pt x="401835" y="431715"/>
                    <a:pt x="373585" y="364827"/>
                  </a:cubicBezTo>
                  <a:cubicBezTo>
                    <a:pt x="353406" y="317280"/>
                    <a:pt x="346949" y="267315"/>
                    <a:pt x="355020" y="228633"/>
                  </a:cubicBezTo>
                  <a:close/>
                  <a:moveTo>
                    <a:pt x="464797" y="224683"/>
                  </a:moveTo>
                  <a:cubicBezTo>
                    <a:pt x="459955" y="224683"/>
                    <a:pt x="456728" y="225488"/>
                    <a:pt x="452693" y="227100"/>
                  </a:cubicBezTo>
                  <a:cubicBezTo>
                    <a:pt x="426066" y="238379"/>
                    <a:pt x="422838" y="291555"/>
                    <a:pt x="445431" y="341507"/>
                  </a:cubicBezTo>
                  <a:cubicBezTo>
                    <a:pt x="456728" y="367289"/>
                    <a:pt x="472865" y="389042"/>
                    <a:pt x="491424" y="402739"/>
                  </a:cubicBezTo>
                  <a:cubicBezTo>
                    <a:pt x="508369" y="414824"/>
                    <a:pt x="523700" y="418853"/>
                    <a:pt x="535803" y="413213"/>
                  </a:cubicBezTo>
                  <a:cubicBezTo>
                    <a:pt x="562431" y="401127"/>
                    <a:pt x="565659" y="348758"/>
                    <a:pt x="543872" y="298000"/>
                  </a:cubicBezTo>
                  <a:cubicBezTo>
                    <a:pt x="531769" y="272218"/>
                    <a:pt x="515631" y="250465"/>
                    <a:pt x="497072" y="237574"/>
                  </a:cubicBezTo>
                  <a:cubicBezTo>
                    <a:pt x="485776" y="228711"/>
                    <a:pt x="474479" y="224683"/>
                    <a:pt x="464797" y="224683"/>
                  </a:cubicBezTo>
                  <a:close/>
                  <a:moveTo>
                    <a:pt x="475387" y="203735"/>
                  </a:moveTo>
                  <a:cubicBezTo>
                    <a:pt x="486583" y="205951"/>
                    <a:pt x="498283" y="211389"/>
                    <a:pt x="509983" y="219849"/>
                  </a:cubicBezTo>
                  <a:cubicBezTo>
                    <a:pt x="530962" y="235157"/>
                    <a:pt x="550328" y="260133"/>
                    <a:pt x="563238" y="289137"/>
                  </a:cubicBezTo>
                  <a:cubicBezTo>
                    <a:pt x="591479" y="352786"/>
                    <a:pt x="583410" y="415630"/>
                    <a:pt x="544679" y="432549"/>
                  </a:cubicBezTo>
                  <a:cubicBezTo>
                    <a:pt x="538224" y="435772"/>
                    <a:pt x="530962" y="437383"/>
                    <a:pt x="524507" y="437383"/>
                  </a:cubicBezTo>
                  <a:cubicBezTo>
                    <a:pt x="509983" y="437383"/>
                    <a:pt x="493845" y="430938"/>
                    <a:pt x="478514" y="419658"/>
                  </a:cubicBezTo>
                  <a:cubicBezTo>
                    <a:pt x="457534" y="404350"/>
                    <a:pt x="438169" y="379374"/>
                    <a:pt x="425259" y="350369"/>
                  </a:cubicBezTo>
                  <a:cubicBezTo>
                    <a:pt x="397017" y="287526"/>
                    <a:pt x="405086" y="223877"/>
                    <a:pt x="443817" y="206958"/>
                  </a:cubicBezTo>
                  <a:cubicBezTo>
                    <a:pt x="453500" y="202527"/>
                    <a:pt x="464191" y="201519"/>
                    <a:pt x="475387" y="203735"/>
                  </a:cubicBezTo>
                  <a:close/>
                  <a:moveTo>
                    <a:pt x="368742" y="201233"/>
                  </a:moveTo>
                  <a:cubicBezTo>
                    <a:pt x="372777" y="200427"/>
                    <a:pt x="377620" y="202039"/>
                    <a:pt x="380042" y="204457"/>
                  </a:cubicBezTo>
                  <a:cubicBezTo>
                    <a:pt x="382463" y="207680"/>
                    <a:pt x="383270" y="212515"/>
                    <a:pt x="381656" y="215739"/>
                  </a:cubicBezTo>
                  <a:cubicBezTo>
                    <a:pt x="366320" y="251198"/>
                    <a:pt x="371163" y="305192"/>
                    <a:pt x="392956" y="356768"/>
                  </a:cubicBezTo>
                  <a:cubicBezTo>
                    <a:pt x="422820" y="426073"/>
                    <a:pt x="476899" y="473620"/>
                    <a:pt x="517256" y="466367"/>
                  </a:cubicBezTo>
                  <a:cubicBezTo>
                    <a:pt x="522099" y="465561"/>
                    <a:pt x="526134" y="467979"/>
                    <a:pt x="528556" y="471203"/>
                  </a:cubicBezTo>
                  <a:cubicBezTo>
                    <a:pt x="530977" y="475232"/>
                    <a:pt x="530977" y="480067"/>
                    <a:pt x="527749" y="484097"/>
                  </a:cubicBezTo>
                  <a:cubicBezTo>
                    <a:pt x="497077" y="519555"/>
                    <a:pt x="453492" y="540508"/>
                    <a:pt x="408292" y="540508"/>
                  </a:cubicBezTo>
                  <a:cubicBezTo>
                    <a:pt x="319506" y="540508"/>
                    <a:pt x="246863" y="463144"/>
                    <a:pt x="246863" y="368050"/>
                  </a:cubicBezTo>
                  <a:cubicBezTo>
                    <a:pt x="246863" y="289074"/>
                    <a:pt x="296906" y="220574"/>
                    <a:pt x="368742" y="201233"/>
                  </a:cubicBezTo>
                  <a:close/>
                  <a:moveTo>
                    <a:pt x="104796" y="57027"/>
                  </a:moveTo>
                  <a:cubicBezTo>
                    <a:pt x="78164" y="57027"/>
                    <a:pt x="56373" y="69112"/>
                    <a:pt x="36197" y="95701"/>
                  </a:cubicBezTo>
                  <a:cubicBezTo>
                    <a:pt x="21670" y="115037"/>
                    <a:pt x="17635" y="132763"/>
                    <a:pt x="24899" y="148071"/>
                  </a:cubicBezTo>
                  <a:cubicBezTo>
                    <a:pt x="38618" y="178688"/>
                    <a:pt x="98340" y="202859"/>
                    <a:pt x="171781" y="206888"/>
                  </a:cubicBezTo>
                  <a:cubicBezTo>
                    <a:pt x="225046" y="210110"/>
                    <a:pt x="262977" y="193996"/>
                    <a:pt x="279925" y="185134"/>
                  </a:cubicBezTo>
                  <a:cubicBezTo>
                    <a:pt x="256521" y="154517"/>
                    <a:pt x="178237" y="57833"/>
                    <a:pt x="106410" y="57027"/>
                  </a:cubicBezTo>
                  <a:cubicBezTo>
                    <a:pt x="105603" y="57027"/>
                    <a:pt x="105603" y="57027"/>
                    <a:pt x="104796" y="57027"/>
                  </a:cubicBezTo>
                  <a:close/>
                  <a:moveTo>
                    <a:pt x="107217" y="35273"/>
                  </a:moveTo>
                  <a:cubicBezTo>
                    <a:pt x="203256" y="36884"/>
                    <a:pt x="300102" y="176271"/>
                    <a:pt x="304137" y="181911"/>
                  </a:cubicBezTo>
                  <a:cubicBezTo>
                    <a:pt x="307365" y="186745"/>
                    <a:pt x="306558" y="193191"/>
                    <a:pt x="301716" y="197219"/>
                  </a:cubicBezTo>
                  <a:cubicBezTo>
                    <a:pt x="299295" y="198025"/>
                    <a:pt x="256521" y="229447"/>
                    <a:pt x="186308" y="229447"/>
                  </a:cubicBezTo>
                  <a:cubicBezTo>
                    <a:pt x="180658" y="229447"/>
                    <a:pt x="175816" y="228642"/>
                    <a:pt x="170974" y="228642"/>
                  </a:cubicBezTo>
                  <a:cubicBezTo>
                    <a:pt x="104796" y="224613"/>
                    <a:pt x="26513" y="203665"/>
                    <a:pt x="5529" y="156934"/>
                  </a:cubicBezTo>
                  <a:cubicBezTo>
                    <a:pt x="-1734" y="141626"/>
                    <a:pt x="-5769" y="115843"/>
                    <a:pt x="19249" y="82809"/>
                  </a:cubicBezTo>
                  <a:cubicBezTo>
                    <a:pt x="43461" y="50581"/>
                    <a:pt x="72514" y="34467"/>
                    <a:pt x="107217" y="35273"/>
                  </a:cubicBezTo>
                  <a:close/>
                  <a:moveTo>
                    <a:pt x="398559" y="21524"/>
                  </a:moveTo>
                  <a:cubicBezTo>
                    <a:pt x="381614" y="21524"/>
                    <a:pt x="356601" y="38451"/>
                    <a:pt x="338042" y="69887"/>
                  </a:cubicBezTo>
                  <a:cubicBezTo>
                    <a:pt x="321904" y="97293"/>
                    <a:pt x="329973" y="134371"/>
                    <a:pt x="334814" y="150493"/>
                  </a:cubicBezTo>
                  <a:cubicBezTo>
                    <a:pt x="351759" y="146462"/>
                    <a:pt x="387263" y="135178"/>
                    <a:pt x="403401" y="107772"/>
                  </a:cubicBezTo>
                  <a:cubicBezTo>
                    <a:pt x="413891" y="89232"/>
                    <a:pt x="419539" y="69887"/>
                    <a:pt x="419539" y="52960"/>
                  </a:cubicBezTo>
                  <a:cubicBezTo>
                    <a:pt x="420346" y="38451"/>
                    <a:pt x="415504" y="27972"/>
                    <a:pt x="408242" y="23942"/>
                  </a:cubicBezTo>
                  <a:cubicBezTo>
                    <a:pt x="405822" y="22330"/>
                    <a:pt x="402594" y="21524"/>
                    <a:pt x="398559" y="21524"/>
                  </a:cubicBezTo>
                  <a:close/>
                  <a:moveTo>
                    <a:pt x="395054" y="125"/>
                  </a:moveTo>
                  <a:cubicBezTo>
                    <a:pt x="403602" y="-492"/>
                    <a:pt x="411671" y="1171"/>
                    <a:pt x="418732" y="5402"/>
                  </a:cubicBezTo>
                  <a:cubicBezTo>
                    <a:pt x="433256" y="13463"/>
                    <a:pt x="441325" y="30390"/>
                    <a:pt x="441325" y="53766"/>
                  </a:cubicBezTo>
                  <a:cubicBezTo>
                    <a:pt x="441325" y="73917"/>
                    <a:pt x="434063" y="97293"/>
                    <a:pt x="421960" y="118250"/>
                  </a:cubicBezTo>
                  <a:cubicBezTo>
                    <a:pt x="395332" y="163390"/>
                    <a:pt x="331587" y="173868"/>
                    <a:pt x="329166" y="173868"/>
                  </a:cubicBezTo>
                  <a:cubicBezTo>
                    <a:pt x="328359" y="173868"/>
                    <a:pt x="328359" y="173868"/>
                    <a:pt x="327552" y="173868"/>
                  </a:cubicBezTo>
                  <a:cubicBezTo>
                    <a:pt x="323518" y="173868"/>
                    <a:pt x="319483" y="171450"/>
                    <a:pt x="317869" y="167420"/>
                  </a:cubicBezTo>
                  <a:cubicBezTo>
                    <a:pt x="316255" y="165002"/>
                    <a:pt x="292855" y="104547"/>
                    <a:pt x="319483" y="59408"/>
                  </a:cubicBezTo>
                  <a:cubicBezTo>
                    <a:pt x="339454" y="24345"/>
                    <a:pt x="369410" y="1977"/>
                    <a:pt x="395054" y="1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3" name="iconfont-11253-5322198">
              <a:extLst>
                <a:ext uri="{FF2B5EF4-FFF2-40B4-BE49-F238E27FC236}">
                  <a16:creationId xmlns:a16="http://schemas.microsoft.com/office/drawing/2014/main" id="{04EC5DE3-80D0-6320-A388-F09287BEFDD3}"/>
                </a:ext>
              </a:extLst>
            </p:cNvPr>
            <p:cNvSpPr/>
            <p:nvPr/>
          </p:nvSpPr>
          <p:spPr>
            <a:xfrm>
              <a:off x="8428268" y="2380803"/>
              <a:ext cx="536299" cy="628971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  <a:gd name="connsiteX91" fmla="*/ 373273 h 605239"/>
                <a:gd name="connsiteY91" fmla="*/ 373273 h 605239"/>
                <a:gd name="connsiteX92" fmla="*/ 373273 h 605239"/>
                <a:gd name="connsiteY92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16186" h="605381">
                  <a:moveTo>
                    <a:pt x="403106" y="555797"/>
                  </a:moveTo>
                  <a:cubicBezTo>
                    <a:pt x="402559" y="557654"/>
                    <a:pt x="402341" y="559510"/>
                    <a:pt x="402341" y="561586"/>
                  </a:cubicBezTo>
                  <a:cubicBezTo>
                    <a:pt x="402341" y="573709"/>
                    <a:pt x="412183" y="583538"/>
                    <a:pt x="424322" y="583538"/>
                  </a:cubicBezTo>
                  <a:cubicBezTo>
                    <a:pt x="426291" y="583538"/>
                    <a:pt x="428259" y="583210"/>
                    <a:pt x="430119" y="582773"/>
                  </a:cubicBezTo>
                  <a:close/>
                  <a:moveTo>
                    <a:pt x="70538" y="555797"/>
                  </a:moveTo>
                  <a:cubicBezTo>
                    <a:pt x="69991" y="557654"/>
                    <a:pt x="69663" y="559510"/>
                    <a:pt x="69663" y="561586"/>
                  </a:cubicBezTo>
                  <a:cubicBezTo>
                    <a:pt x="69663" y="573709"/>
                    <a:pt x="79615" y="583538"/>
                    <a:pt x="91754" y="583538"/>
                  </a:cubicBezTo>
                  <a:cubicBezTo>
                    <a:pt x="93723" y="583538"/>
                    <a:pt x="95691" y="583210"/>
                    <a:pt x="97550" y="582773"/>
                  </a:cubicBezTo>
                  <a:close/>
                  <a:moveTo>
                    <a:pt x="424322" y="539524"/>
                  </a:moveTo>
                  <a:cubicBezTo>
                    <a:pt x="422354" y="539524"/>
                    <a:pt x="420385" y="539852"/>
                    <a:pt x="418526" y="540289"/>
                  </a:cubicBezTo>
                  <a:lnTo>
                    <a:pt x="445539" y="567265"/>
                  </a:lnTo>
                  <a:cubicBezTo>
                    <a:pt x="446085" y="565517"/>
                    <a:pt x="446413" y="563552"/>
                    <a:pt x="446413" y="561586"/>
                  </a:cubicBezTo>
                  <a:cubicBezTo>
                    <a:pt x="446413" y="549463"/>
                    <a:pt x="436461" y="539524"/>
                    <a:pt x="424322" y="539524"/>
                  </a:cubicBezTo>
                  <a:close/>
                  <a:moveTo>
                    <a:pt x="91754" y="539524"/>
                  </a:moveTo>
                  <a:cubicBezTo>
                    <a:pt x="89786" y="539524"/>
                    <a:pt x="87817" y="539852"/>
                    <a:pt x="85958" y="540289"/>
                  </a:cubicBezTo>
                  <a:lnTo>
                    <a:pt x="112970" y="567265"/>
                  </a:lnTo>
                  <a:cubicBezTo>
                    <a:pt x="113517" y="565517"/>
                    <a:pt x="113736" y="563552"/>
                    <a:pt x="113736" y="561586"/>
                  </a:cubicBezTo>
                  <a:cubicBezTo>
                    <a:pt x="113736" y="549463"/>
                    <a:pt x="103893" y="539524"/>
                    <a:pt x="91754" y="539524"/>
                  </a:cubicBezTo>
                  <a:close/>
                  <a:moveTo>
                    <a:pt x="257984" y="343482"/>
                  </a:moveTo>
                  <a:cubicBezTo>
                    <a:pt x="237314" y="366308"/>
                    <a:pt x="208334" y="381489"/>
                    <a:pt x="175853" y="384329"/>
                  </a:cubicBezTo>
                  <a:lnTo>
                    <a:pt x="175853" y="492562"/>
                  </a:lnTo>
                  <a:lnTo>
                    <a:pt x="197069" y="464165"/>
                  </a:lnTo>
                  <a:cubicBezTo>
                    <a:pt x="200788" y="459360"/>
                    <a:pt x="207568" y="458377"/>
                    <a:pt x="212380" y="461981"/>
                  </a:cubicBezTo>
                  <a:cubicBezTo>
                    <a:pt x="217301" y="465585"/>
                    <a:pt x="218285" y="472466"/>
                    <a:pt x="214677" y="477271"/>
                  </a:cubicBezTo>
                  <a:lnTo>
                    <a:pt x="184274" y="517681"/>
                  </a:lnTo>
                  <a:lnTo>
                    <a:pt x="321304" y="517681"/>
                  </a:lnTo>
                  <a:lnTo>
                    <a:pt x="311680" y="510910"/>
                  </a:lnTo>
                  <a:cubicBezTo>
                    <a:pt x="306759" y="507415"/>
                    <a:pt x="305665" y="500643"/>
                    <a:pt x="309165" y="495729"/>
                  </a:cubicBezTo>
                  <a:cubicBezTo>
                    <a:pt x="312555" y="490705"/>
                    <a:pt x="319445" y="489613"/>
                    <a:pt x="324366" y="493108"/>
                  </a:cubicBezTo>
                  <a:lnTo>
                    <a:pt x="328084" y="495729"/>
                  </a:lnTo>
                  <a:lnTo>
                    <a:pt x="316929" y="466787"/>
                  </a:lnTo>
                  <a:cubicBezTo>
                    <a:pt x="314742" y="461217"/>
                    <a:pt x="317586" y="454882"/>
                    <a:pt x="323272" y="452698"/>
                  </a:cubicBezTo>
                  <a:cubicBezTo>
                    <a:pt x="328850" y="450514"/>
                    <a:pt x="335193" y="453353"/>
                    <a:pt x="337380" y="459032"/>
                  </a:cubicBezTo>
                  <a:lnTo>
                    <a:pt x="340333" y="466568"/>
                  </a:lnTo>
                  <a:lnTo>
                    <a:pt x="340333" y="384329"/>
                  </a:lnTo>
                  <a:cubicBezTo>
                    <a:pt x="308618" y="381708"/>
                    <a:pt x="279418" y="367182"/>
                    <a:pt x="257984" y="343482"/>
                  </a:cubicBezTo>
                  <a:close/>
                  <a:moveTo>
                    <a:pt x="351241" y="198853"/>
                  </a:moveTo>
                  <a:cubicBezTo>
                    <a:pt x="357256" y="198853"/>
                    <a:pt x="362177" y="203768"/>
                    <a:pt x="362177" y="209775"/>
                  </a:cubicBezTo>
                  <a:lnTo>
                    <a:pt x="362177" y="232929"/>
                  </a:lnTo>
                  <a:lnTo>
                    <a:pt x="380877" y="214143"/>
                  </a:lnTo>
                  <a:cubicBezTo>
                    <a:pt x="385142" y="209884"/>
                    <a:pt x="392141" y="209884"/>
                    <a:pt x="396406" y="214143"/>
                  </a:cubicBezTo>
                  <a:cubicBezTo>
                    <a:pt x="400671" y="218403"/>
                    <a:pt x="400671" y="225393"/>
                    <a:pt x="396406" y="229652"/>
                  </a:cubicBezTo>
                  <a:lnTo>
                    <a:pt x="363271" y="262636"/>
                  </a:lnTo>
                  <a:cubicBezTo>
                    <a:pt x="362942" y="262964"/>
                    <a:pt x="362505" y="263291"/>
                    <a:pt x="362068" y="263619"/>
                  </a:cubicBezTo>
                  <a:lnTo>
                    <a:pt x="362068" y="287428"/>
                  </a:lnTo>
                  <a:cubicBezTo>
                    <a:pt x="362068" y="293544"/>
                    <a:pt x="357256" y="298350"/>
                    <a:pt x="351132" y="298350"/>
                  </a:cubicBezTo>
                  <a:cubicBezTo>
                    <a:pt x="345117" y="298350"/>
                    <a:pt x="340196" y="293544"/>
                    <a:pt x="340305" y="287428"/>
                  </a:cubicBezTo>
                  <a:lnTo>
                    <a:pt x="340305" y="209775"/>
                  </a:lnTo>
                  <a:cubicBezTo>
                    <a:pt x="340305" y="203768"/>
                    <a:pt x="345117" y="198853"/>
                    <a:pt x="351241" y="198853"/>
                  </a:cubicBezTo>
                  <a:close/>
                  <a:moveTo>
                    <a:pt x="351160" y="155632"/>
                  </a:moveTo>
                  <a:cubicBezTo>
                    <a:pt x="320976" y="155632"/>
                    <a:pt x="292323" y="168847"/>
                    <a:pt x="272529" y="191673"/>
                  </a:cubicBezTo>
                  <a:cubicBezTo>
                    <a:pt x="283355" y="218540"/>
                    <a:pt x="290573" y="242677"/>
                    <a:pt x="290573" y="259277"/>
                  </a:cubicBezTo>
                  <a:cubicBezTo>
                    <a:pt x="290573" y="283742"/>
                    <a:pt x="283574" y="306458"/>
                    <a:pt x="271435" y="325680"/>
                  </a:cubicBezTo>
                  <a:cubicBezTo>
                    <a:pt x="291230" y="349489"/>
                    <a:pt x="320210" y="363032"/>
                    <a:pt x="351160" y="363032"/>
                  </a:cubicBezTo>
                  <a:cubicBezTo>
                    <a:pt x="408465" y="363032"/>
                    <a:pt x="455053" y="316506"/>
                    <a:pt x="455053" y="259277"/>
                  </a:cubicBezTo>
                  <a:cubicBezTo>
                    <a:pt x="455053" y="202158"/>
                    <a:pt x="408465" y="155632"/>
                    <a:pt x="351160" y="155632"/>
                  </a:cubicBezTo>
                  <a:close/>
                  <a:moveTo>
                    <a:pt x="164917" y="31891"/>
                  </a:moveTo>
                  <a:cubicBezTo>
                    <a:pt x="129047" y="91632"/>
                    <a:pt x="61024" y="214281"/>
                    <a:pt x="61024" y="259277"/>
                  </a:cubicBezTo>
                  <a:cubicBezTo>
                    <a:pt x="61024" y="316506"/>
                    <a:pt x="107612" y="363032"/>
                    <a:pt x="164917" y="363032"/>
                  </a:cubicBezTo>
                  <a:cubicBezTo>
                    <a:pt x="222113" y="363032"/>
                    <a:pt x="268701" y="316506"/>
                    <a:pt x="268701" y="259277"/>
                  </a:cubicBezTo>
                  <a:cubicBezTo>
                    <a:pt x="268701" y="214281"/>
                    <a:pt x="200678" y="91632"/>
                    <a:pt x="164917" y="31891"/>
                  </a:cubicBezTo>
                  <a:close/>
                  <a:moveTo>
                    <a:pt x="164917" y="0"/>
                  </a:moveTo>
                  <a:cubicBezTo>
                    <a:pt x="168635" y="0"/>
                    <a:pt x="172135" y="1966"/>
                    <a:pt x="174213" y="5133"/>
                  </a:cubicBezTo>
                  <a:cubicBezTo>
                    <a:pt x="177384" y="10375"/>
                    <a:pt x="229768" y="95236"/>
                    <a:pt x="263124" y="169830"/>
                  </a:cubicBezTo>
                  <a:cubicBezTo>
                    <a:pt x="286527" y="146786"/>
                    <a:pt x="318132" y="133789"/>
                    <a:pt x="351160" y="133789"/>
                  </a:cubicBezTo>
                  <a:cubicBezTo>
                    <a:pt x="420495" y="133789"/>
                    <a:pt x="476925" y="190144"/>
                    <a:pt x="476925" y="259277"/>
                  </a:cubicBezTo>
                  <a:cubicBezTo>
                    <a:pt x="476925" y="324807"/>
                    <a:pt x="426400" y="378759"/>
                    <a:pt x="362096" y="384329"/>
                  </a:cubicBezTo>
                  <a:lnTo>
                    <a:pt x="362096" y="517681"/>
                  </a:lnTo>
                  <a:lnTo>
                    <a:pt x="505250" y="517681"/>
                  </a:lnTo>
                  <a:cubicBezTo>
                    <a:pt x="511265" y="517681"/>
                    <a:pt x="516186" y="522596"/>
                    <a:pt x="516186" y="528603"/>
                  </a:cubicBezTo>
                  <a:cubicBezTo>
                    <a:pt x="516186" y="534609"/>
                    <a:pt x="511265" y="539524"/>
                    <a:pt x="505250" y="539524"/>
                  </a:cubicBezTo>
                  <a:lnTo>
                    <a:pt x="462271" y="539524"/>
                  </a:lnTo>
                  <a:cubicBezTo>
                    <a:pt x="466098" y="546077"/>
                    <a:pt x="468286" y="553504"/>
                    <a:pt x="468286" y="561586"/>
                  </a:cubicBezTo>
                  <a:cubicBezTo>
                    <a:pt x="468286" y="585722"/>
                    <a:pt x="448601" y="605381"/>
                    <a:pt x="424322" y="605381"/>
                  </a:cubicBezTo>
                  <a:cubicBezTo>
                    <a:pt x="400153" y="605381"/>
                    <a:pt x="380468" y="585722"/>
                    <a:pt x="380468" y="561586"/>
                  </a:cubicBezTo>
                  <a:cubicBezTo>
                    <a:pt x="380468" y="553504"/>
                    <a:pt x="382656" y="545968"/>
                    <a:pt x="386374" y="539524"/>
                  </a:cubicBezTo>
                  <a:lnTo>
                    <a:pt x="129703" y="539524"/>
                  </a:lnTo>
                  <a:cubicBezTo>
                    <a:pt x="133421" y="546077"/>
                    <a:pt x="135608" y="553504"/>
                    <a:pt x="135608" y="561586"/>
                  </a:cubicBezTo>
                  <a:cubicBezTo>
                    <a:pt x="135608" y="585722"/>
                    <a:pt x="115923" y="605381"/>
                    <a:pt x="91754" y="605381"/>
                  </a:cubicBezTo>
                  <a:cubicBezTo>
                    <a:pt x="67585" y="605381"/>
                    <a:pt x="47791" y="585722"/>
                    <a:pt x="47791" y="561586"/>
                  </a:cubicBezTo>
                  <a:cubicBezTo>
                    <a:pt x="47791" y="553504"/>
                    <a:pt x="49978" y="545968"/>
                    <a:pt x="53806" y="539524"/>
                  </a:cubicBezTo>
                  <a:lnTo>
                    <a:pt x="10936" y="539524"/>
                  </a:lnTo>
                  <a:cubicBezTo>
                    <a:pt x="4812" y="539524"/>
                    <a:pt x="0" y="534609"/>
                    <a:pt x="0" y="528603"/>
                  </a:cubicBezTo>
                  <a:cubicBezTo>
                    <a:pt x="0" y="522596"/>
                    <a:pt x="4812" y="517681"/>
                    <a:pt x="10936" y="517681"/>
                  </a:cubicBezTo>
                  <a:lnTo>
                    <a:pt x="142498" y="517681"/>
                  </a:lnTo>
                  <a:lnTo>
                    <a:pt x="124891" y="499114"/>
                  </a:lnTo>
                  <a:cubicBezTo>
                    <a:pt x="120735" y="494637"/>
                    <a:pt x="120954" y="487756"/>
                    <a:pt x="125328" y="483606"/>
                  </a:cubicBezTo>
                  <a:cubicBezTo>
                    <a:pt x="129703" y="479456"/>
                    <a:pt x="136592" y="479674"/>
                    <a:pt x="140748" y="484043"/>
                  </a:cubicBezTo>
                  <a:lnTo>
                    <a:pt x="153981" y="497913"/>
                  </a:lnTo>
                  <a:lnTo>
                    <a:pt x="153981" y="384329"/>
                  </a:lnTo>
                  <a:cubicBezTo>
                    <a:pt x="89786" y="378759"/>
                    <a:pt x="39151" y="324807"/>
                    <a:pt x="39151" y="259277"/>
                  </a:cubicBezTo>
                  <a:cubicBezTo>
                    <a:pt x="39151" y="193639"/>
                    <a:pt x="150809" y="12887"/>
                    <a:pt x="155621" y="5133"/>
                  </a:cubicBezTo>
                  <a:cubicBezTo>
                    <a:pt x="157590" y="1966"/>
                    <a:pt x="161089" y="0"/>
                    <a:pt x="1649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3" name="文本框 4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36E33F8-4AD8-391B-6178-BF4F7A80EBA4}"/>
              </a:ext>
            </a:extLst>
          </p:cNvPr>
          <p:cNvSpPr txBox="1"/>
          <p:nvPr/>
        </p:nvSpPr>
        <p:spPr>
          <a:xfrm>
            <a:off x="729438" y="1509538"/>
            <a:ext cx="3254549" cy="3710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类型：</a:t>
            </a:r>
            <a:r>
              <a:rPr lang="en-US" altLang="zh-CN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PPT</a:t>
            </a: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要分清是阅读型还是演讲型，阅读型可长篇文字展示，但演讲型要力求精炼</a:t>
            </a:r>
            <a:endParaRPr lang="en-US" altLang="zh-CN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11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确定受众群体：</a:t>
            </a: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如行业特征、年龄、喜好等</a:t>
            </a:r>
            <a:endParaRPr lang="en-US" altLang="zh-CN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11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使用的场景：</a:t>
            </a: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根据不同场景设定进行设计制作</a:t>
            </a:r>
          </a:p>
        </p:txBody>
      </p:sp>
      <p:sp>
        <p:nvSpPr>
          <p:cNvPr id="45" name="箭头: 上弧形 44">
            <a:extLst>
              <a:ext uri="{FF2B5EF4-FFF2-40B4-BE49-F238E27FC236}">
                <a16:creationId xmlns:a16="http://schemas.microsoft.com/office/drawing/2014/main" id="{071AC6FF-00CB-24D0-8B66-FCCB39FB6D2F}"/>
              </a:ext>
            </a:extLst>
          </p:cNvPr>
          <p:cNvSpPr/>
          <p:nvPr/>
        </p:nvSpPr>
        <p:spPr>
          <a:xfrm>
            <a:off x="3650347" y="1205488"/>
            <a:ext cx="1407885" cy="411941"/>
          </a:xfrm>
          <a:prstGeom prst="curvedDownArrow">
            <a:avLst/>
          </a:prstGeom>
          <a:gradFill flip="none" rotWithShape="1">
            <a:gsLst>
              <a:gs pos="0">
                <a:srgbClr val="00479D">
                  <a:alpha val="0"/>
                </a:srgbClr>
              </a:gs>
              <a:gs pos="100000">
                <a:srgbClr val="00479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99F0B3-D76F-10F8-3983-04C1ECA2C125}"/>
              </a:ext>
            </a:extLst>
          </p:cNvPr>
          <p:cNvSpPr txBox="1"/>
          <p:nvPr/>
        </p:nvSpPr>
        <p:spPr>
          <a:xfrm>
            <a:off x="1344939" y="5690196"/>
            <a:ext cx="2060686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初始文案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4BE476-AE99-3DDE-9893-11EAAAF0ACD3}"/>
              </a:ext>
            </a:extLst>
          </p:cNvPr>
          <p:cNvSpPr txBox="1"/>
          <p:nvPr/>
        </p:nvSpPr>
        <p:spPr>
          <a:xfrm>
            <a:off x="6895140" y="5690196"/>
            <a:ext cx="2060686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优化建议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EA8141-ECA1-BD68-B12B-F9FB715989A2}"/>
              </a:ext>
            </a:extLst>
          </p:cNvPr>
          <p:cNvSpPr/>
          <p:nvPr/>
        </p:nvSpPr>
        <p:spPr>
          <a:xfrm>
            <a:off x="695326" y="1413050"/>
            <a:ext cx="3359913" cy="4012256"/>
          </a:xfrm>
          <a:prstGeom prst="rect">
            <a:avLst/>
          </a:prstGeom>
          <a:noFill/>
          <a:ln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7052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文本规范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38B85EA-EEEC-1E8B-5E30-DF7881809871}"/>
              </a:ext>
            </a:extLst>
          </p:cNvPr>
          <p:cNvSpPr/>
          <p:nvPr/>
        </p:nvSpPr>
        <p:spPr>
          <a:xfrm>
            <a:off x="4956261" y="2033424"/>
            <a:ext cx="2279478" cy="456565"/>
          </a:xfrm>
          <a:prstGeom prst="roundRect">
            <a:avLst>
              <a:gd name="adj" fmla="val 9991"/>
            </a:avLst>
          </a:pr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文本书写部分示意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9FF500-6FA7-83F2-C658-841EB6AF690F}"/>
              </a:ext>
            </a:extLst>
          </p:cNvPr>
          <p:cNvSpPr txBox="1"/>
          <p:nvPr/>
        </p:nvSpPr>
        <p:spPr>
          <a:xfrm>
            <a:off x="587375" y="990601"/>
            <a:ext cx="3496945" cy="587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规范遵循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《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怎样写文章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03383A-A708-0740-7E4C-409B4BBB66B1}"/>
              </a:ext>
            </a:extLst>
          </p:cNvPr>
          <p:cNvSpPr txBox="1"/>
          <p:nvPr/>
        </p:nvSpPr>
        <p:spPr>
          <a:xfrm>
            <a:off x="721550" y="2986581"/>
            <a:ext cx="209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不要出现错别字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F17C83-ED40-0020-A7CC-870FB02251A8}"/>
              </a:ext>
            </a:extLst>
          </p:cNvPr>
          <p:cNvSpPr txBox="1"/>
          <p:nvPr/>
        </p:nvSpPr>
        <p:spPr>
          <a:xfrm>
            <a:off x="674013" y="3872994"/>
            <a:ext cx="3110469" cy="1899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观众一般是内行或客户，如果出现错别字或专业词汇表述错误，会非常怀疑我们的专业精神和工作态度，如果文件很重要，可多人检查一下。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E4654BD-5607-AD45-DA32-435C4A17A8FB}"/>
              </a:ext>
            </a:extLst>
          </p:cNvPr>
          <p:cNvSpPr/>
          <p:nvPr/>
        </p:nvSpPr>
        <p:spPr>
          <a:xfrm>
            <a:off x="721551" y="3562307"/>
            <a:ext cx="1450467" cy="94768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654B811-D662-C7C4-448E-14ECEAE9A17C}"/>
              </a:ext>
            </a:extLst>
          </p:cNvPr>
          <p:cNvSpPr txBox="1"/>
          <p:nvPr/>
        </p:nvSpPr>
        <p:spPr>
          <a:xfrm>
            <a:off x="4535163" y="3872994"/>
            <a:ext cx="3110469" cy="1901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标点符号的作用是“断句”，让读者知道这个地方需要停顿，句尾的标点符号必须紧跟句尾最后一个字，才不会造成理解困难乃至于造成误读、误解。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A375996-21AF-98FE-C141-C162B7C2ADD0}"/>
              </a:ext>
            </a:extLst>
          </p:cNvPr>
          <p:cNvSpPr txBox="1"/>
          <p:nvPr/>
        </p:nvSpPr>
        <p:spPr>
          <a:xfrm>
            <a:off x="8392848" y="3872994"/>
            <a:ext cx="3110469" cy="116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比如：“东华医为”四个字，不要第一行“东华医”，第二行“为”。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D5A3890-A1C5-DA30-1B81-FD51139B35AC}"/>
              </a:ext>
            </a:extLst>
          </p:cNvPr>
          <p:cNvCxnSpPr/>
          <p:nvPr/>
        </p:nvCxnSpPr>
        <p:spPr>
          <a:xfrm>
            <a:off x="838200" y="3609932"/>
            <a:ext cx="2832100" cy="0"/>
          </a:xfrm>
          <a:prstGeom prst="line">
            <a:avLst/>
          </a:prstGeom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B0D50FB2-E923-1F3F-0CF3-15EFEFF74506}"/>
              </a:ext>
            </a:extLst>
          </p:cNvPr>
          <p:cNvSpPr txBox="1"/>
          <p:nvPr/>
        </p:nvSpPr>
        <p:spPr>
          <a:xfrm>
            <a:off x="4535163" y="2986581"/>
            <a:ext cx="2705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标点符号不要出现在句首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5E1A3C1-D31E-6988-AB45-30E50CF7EBEE}"/>
              </a:ext>
            </a:extLst>
          </p:cNvPr>
          <p:cNvSpPr/>
          <p:nvPr/>
        </p:nvSpPr>
        <p:spPr>
          <a:xfrm>
            <a:off x="4627113" y="3562307"/>
            <a:ext cx="1450467" cy="94768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B334378-CDD5-0AE8-4699-3F61848D6CCF}"/>
              </a:ext>
            </a:extLst>
          </p:cNvPr>
          <p:cNvCxnSpPr/>
          <p:nvPr/>
        </p:nvCxnSpPr>
        <p:spPr>
          <a:xfrm>
            <a:off x="4743762" y="3609932"/>
            <a:ext cx="2832100" cy="0"/>
          </a:xfrm>
          <a:prstGeom prst="line">
            <a:avLst/>
          </a:prstGeom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79B28EB2-77A9-9BD2-196C-5EAB988E84DD}"/>
              </a:ext>
            </a:extLst>
          </p:cNvPr>
          <p:cNvSpPr txBox="1"/>
          <p:nvPr/>
        </p:nvSpPr>
        <p:spPr>
          <a:xfrm>
            <a:off x="8475367" y="2986581"/>
            <a:ext cx="2705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词组在句末时注意断句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1EA60D3-97CE-74FF-029B-637888BA16C8}"/>
              </a:ext>
            </a:extLst>
          </p:cNvPr>
          <p:cNvSpPr/>
          <p:nvPr/>
        </p:nvSpPr>
        <p:spPr>
          <a:xfrm>
            <a:off x="8475368" y="3562307"/>
            <a:ext cx="1450467" cy="94768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8519E2C-9553-C6C9-7192-10D303D9D2A2}"/>
              </a:ext>
            </a:extLst>
          </p:cNvPr>
          <p:cNvCxnSpPr/>
          <p:nvPr/>
        </p:nvCxnSpPr>
        <p:spPr>
          <a:xfrm>
            <a:off x="8592017" y="3609932"/>
            <a:ext cx="2832100" cy="0"/>
          </a:xfrm>
          <a:prstGeom prst="line">
            <a:avLst/>
          </a:prstGeom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8F089E8D-38ED-DB4C-8293-E4579BA9925B}"/>
              </a:ext>
            </a:extLst>
          </p:cNvPr>
          <p:cNvSpPr txBox="1"/>
          <p:nvPr/>
        </p:nvSpPr>
        <p:spPr>
          <a:xfrm>
            <a:off x="3919855" y="1088052"/>
            <a:ext cx="4672162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具体请查看</a:t>
            </a: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2024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</a:t>
            </a: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月</a:t>
            </a: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6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日公司发布的通知邮件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971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动画使用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A64E854-5B1C-D0F9-2C25-709F8AEA8CF1}"/>
              </a:ext>
            </a:extLst>
          </p:cNvPr>
          <p:cNvCxnSpPr>
            <a:cxnSpLocks/>
          </p:cNvCxnSpPr>
          <p:nvPr/>
        </p:nvCxnSpPr>
        <p:spPr>
          <a:xfrm>
            <a:off x="695325" y="3654491"/>
            <a:ext cx="10801350" cy="0"/>
          </a:xfrm>
          <a:prstGeom prst="line">
            <a:avLst/>
          </a:prstGeom>
          <a:ln w="31750">
            <a:solidFill>
              <a:srgbClr val="00479D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A63EFFDF-C897-BE62-60DB-7D47845E5EA9}"/>
              </a:ext>
            </a:extLst>
          </p:cNvPr>
          <p:cNvSpPr/>
          <p:nvPr/>
        </p:nvSpPr>
        <p:spPr>
          <a:xfrm>
            <a:off x="1409700" y="3521141"/>
            <a:ext cx="266700" cy="2667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B3E93C2-6DE6-42EB-567B-5AFB13528EA1}"/>
              </a:ext>
            </a:extLst>
          </p:cNvPr>
          <p:cNvCxnSpPr/>
          <p:nvPr/>
        </p:nvCxnSpPr>
        <p:spPr>
          <a:xfrm flipV="1">
            <a:off x="1536700" y="1647891"/>
            <a:ext cx="0" cy="1727200"/>
          </a:xfrm>
          <a:prstGeom prst="straightConnector1">
            <a:avLst/>
          </a:prstGeom>
          <a:ln w="12700">
            <a:solidFill>
              <a:srgbClr val="00479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7741845-ABC8-3534-6AB3-A6F94A25C2EC}"/>
              </a:ext>
            </a:extLst>
          </p:cNvPr>
          <p:cNvSpPr txBox="1"/>
          <p:nvPr/>
        </p:nvSpPr>
        <p:spPr>
          <a:xfrm>
            <a:off x="1676400" y="1463149"/>
            <a:ext cx="2322576" cy="83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动画使用：</a:t>
            </a:r>
            <a:endParaRPr lang="en-US" altLang="zh-CN" dirty="0">
              <a:solidFill>
                <a:srgbClr val="00479D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依据不同场合进行选择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76241C7-FDD6-F797-DBA0-35F7BA9D9E27}"/>
              </a:ext>
            </a:extLst>
          </p:cNvPr>
          <p:cNvSpPr/>
          <p:nvPr/>
        </p:nvSpPr>
        <p:spPr>
          <a:xfrm>
            <a:off x="2924898" y="3521141"/>
            <a:ext cx="266700" cy="2667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EB8C5D4-300F-057C-E874-F149AA17AB89}"/>
              </a:ext>
            </a:extLst>
          </p:cNvPr>
          <p:cNvSpPr/>
          <p:nvPr/>
        </p:nvSpPr>
        <p:spPr>
          <a:xfrm>
            <a:off x="4440096" y="3521141"/>
            <a:ext cx="266700" cy="2667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4C2ED92-AC7D-9EEC-7401-136A633B52DB}"/>
              </a:ext>
            </a:extLst>
          </p:cNvPr>
          <p:cNvSpPr/>
          <p:nvPr/>
        </p:nvSpPr>
        <p:spPr>
          <a:xfrm>
            <a:off x="5955294" y="3521141"/>
            <a:ext cx="266700" cy="2667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7F9BD36-C9AD-B98D-661A-4C95C79CAAC5}"/>
              </a:ext>
            </a:extLst>
          </p:cNvPr>
          <p:cNvSpPr/>
          <p:nvPr/>
        </p:nvSpPr>
        <p:spPr>
          <a:xfrm>
            <a:off x="7470492" y="3521141"/>
            <a:ext cx="266700" cy="2667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6E3A319-7CFC-5B02-35EC-1FF6152BFBCC}"/>
              </a:ext>
            </a:extLst>
          </p:cNvPr>
          <p:cNvSpPr/>
          <p:nvPr/>
        </p:nvSpPr>
        <p:spPr>
          <a:xfrm>
            <a:off x="8985690" y="3521141"/>
            <a:ext cx="266700" cy="2667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72D4C5E-F519-23AF-0829-21A96FA86229}"/>
              </a:ext>
            </a:extLst>
          </p:cNvPr>
          <p:cNvCxnSpPr/>
          <p:nvPr/>
        </p:nvCxnSpPr>
        <p:spPr>
          <a:xfrm flipV="1">
            <a:off x="4579796" y="1647891"/>
            <a:ext cx="0" cy="1727200"/>
          </a:xfrm>
          <a:prstGeom prst="straightConnector1">
            <a:avLst/>
          </a:prstGeom>
          <a:ln w="12700">
            <a:solidFill>
              <a:srgbClr val="00479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939B4C6-9965-EFDE-9454-D678C0C8982C}"/>
              </a:ext>
            </a:extLst>
          </p:cNvPr>
          <p:cNvSpPr txBox="1"/>
          <p:nvPr/>
        </p:nvSpPr>
        <p:spPr>
          <a:xfrm>
            <a:off x="4719496" y="1463149"/>
            <a:ext cx="2322576" cy="83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动画效果：</a:t>
            </a:r>
            <a:endParaRPr lang="en-US" altLang="zh-CN" dirty="0">
              <a:solidFill>
                <a:srgbClr val="00479D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简约为主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5167E23-4F9A-C743-CA79-D5836129846A}"/>
              </a:ext>
            </a:extLst>
          </p:cNvPr>
          <p:cNvCxnSpPr>
            <a:cxnSpLocks/>
          </p:cNvCxnSpPr>
          <p:nvPr/>
        </p:nvCxnSpPr>
        <p:spPr>
          <a:xfrm>
            <a:off x="3049389" y="3929381"/>
            <a:ext cx="0" cy="1727200"/>
          </a:xfrm>
          <a:prstGeom prst="straightConnector1">
            <a:avLst/>
          </a:prstGeom>
          <a:ln w="12700">
            <a:solidFill>
              <a:srgbClr val="00479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C2247BE-FB5A-49A8-A7D5-C7C75980E910}"/>
              </a:ext>
            </a:extLst>
          </p:cNvPr>
          <p:cNvSpPr txBox="1"/>
          <p:nvPr/>
        </p:nvSpPr>
        <p:spPr>
          <a:xfrm>
            <a:off x="3203750" y="4606418"/>
            <a:ext cx="2322576" cy="120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动画个数：</a:t>
            </a:r>
            <a:endParaRPr lang="en-US" altLang="zh-CN" dirty="0">
              <a:solidFill>
                <a:srgbClr val="00479D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默认不添加动画效果，若添加</a:t>
            </a: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4-7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个动画为宜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7B1B165-BEC1-38B0-75E2-F6A72F702156}"/>
              </a:ext>
            </a:extLst>
          </p:cNvPr>
          <p:cNvCxnSpPr>
            <a:cxnSpLocks/>
          </p:cNvCxnSpPr>
          <p:nvPr/>
        </p:nvCxnSpPr>
        <p:spPr>
          <a:xfrm>
            <a:off x="6099555" y="3944777"/>
            <a:ext cx="0" cy="1727200"/>
          </a:xfrm>
          <a:prstGeom prst="straightConnector1">
            <a:avLst/>
          </a:prstGeom>
          <a:ln w="12700">
            <a:solidFill>
              <a:srgbClr val="00479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B7D4A825-3BB9-2412-3D8B-D119351E3673}"/>
              </a:ext>
            </a:extLst>
          </p:cNvPr>
          <p:cNvSpPr txBox="1"/>
          <p:nvPr/>
        </p:nvSpPr>
        <p:spPr>
          <a:xfrm>
            <a:off x="6253916" y="4621814"/>
            <a:ext cx="2322576" cy="83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动画顺序：</a:t>
            </a:r>
            <a:endParaRPr lang="en-US" altLang="zh-CN" dirty="0">
              <a:solidFill>
                <a:srgbClr val="00479D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确保动画流畅、自然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6FA7192-EF0E-A004-901E-2B5CC5CDE8C8}"/>
              </a:ext>
            </a:extLst>
          </p:cNvPr>
          <p:cNvCxnSpPr/>
          <p:nvPr/>
        </p:nvCxnSpPr>
        <p:spPr>
          <a:xfrm flipV="1">
            <a:off x="7597492" y="1647891"/>
            <a:ext cx="0" cy="1727200"/>
          </a:xfrm>
          <a:prstGeom prst="straightConnector1">
            <a:avLst/>
          </a:prstGeom>
          <a:ln w="12700">
            <a:solidFill>
              <a:srgbClr val="00479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4D48936-1370-CF88-955B-94E5C82BE7D4}"/>
              </a:ext>
            </a:extLst>
          </p:cNvPr>
          <p:cNvSpPr txBox="1"/>
          <p:nvPr/>
        </p:nvSpPr>
        <p:spPr>
          <a:xfrm>
            <a:off x="7737192" y="1463149"/>
            <a:ext cx="2918108" cy="120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动画速度：</a:t>
            </a:r>
            <a:endParaRPr lang="en-US" altLang="zh-CN" dirty="0">
              <a:solidFill>
                <a:srgbClr val="00479D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根据演讲速度合理调整，避免过快或过慢，影响演示效果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DF00557-4824-663C-0295-9E51CC60783D}"/>
              </a:ext>
            </a:extLst>
          </p:cNvPr>
          <p:cNvCxnSpPr>
            <a:cxnSpLocks/>
          </p:cNvCxnSpPr>
          <p:nvPr/>
        </p:nvCxnSpPr>
        <p:spPr>
          <a:xfrm>
            <a:off x="9119040" y="3944777"/>
            <a:ext cx="0" cy="1727200"/>
          </a:xfrm>
          <a:prstGeom prst="straightConnector1">
            <a:avLst/>
          </a:prstGeom>
          <a:ln w="12700">
            <a:solidFill>
              <a:srgbClr val="00479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D4ABACF-B0AA-1048-096E-8A8BD4EA9F1E}"/>
              </a:ext>
            </a:extLst>
          </p:cNvPr>
          <p:cNvSpPr txBox="1"/>
          <p:nvPr/>
        </p:nvSpPr>
        <p:spPr>
          <a:xfrm>
            <a:off x="9273400" y="4621814"/>
            <a:ext cx="2603633" cy="120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动画统一：</a:t>
            </a:r>
            <a:endParaRPr lang="en-US" altLang="zh-CN" dirty="0">
              <a:solidFill>
                <a:srgbClr val="00479D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同类型页面保持动画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效果一致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859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E5685DD-A814-2B0E-3973-BDBE3EDF23C0}"/>
              </a:ext>
            </a:extLst>
          </p:cNvPr>
          <p:cNvSpPr txBox="1"/>
          <p:nvPr/>
        </p:nvSpPr>
        <p:spPr>
          <a:xfrm>
            <a:off x="879014" y="2322441"/>
            <a:ext cx="4427581" cy="204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善用图标：</a:t>
            </a: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提升画面阅读性和可观性</a:t>
            </a:r>
            <a:endParaRPr lang="en-US" altLang="zh-CN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11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统一图标：</a:t>
            </a: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保证图标风格统一</a:t>
            </a:r>
            <a:endParaRPr lang="en-US" altLang="zh-CN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sz="11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图标与内容相符：</a:t>
            </a:r>
            <a:r>
              <a:rPr lang="zh-CN" altLang="en-US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确保图标的含义符合所表达的内容</a:t>
            </a:r>
            <a:endParaRPr lang="en-US" altLang="zh-CN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图标使用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8238CE-08C1-4850-6D13-A16F25012D25}"/>
              </a:ext>
            </a:extLst>
          </p:cNvPr>
          <p:cNvSpPr/>
          <p:nvPr/>
        </p:nvSpPr>
        <p:spPr>
          <a:xfrm>
            <a:off x="6095999" y="1427417"/>
            <a:ext cx="5400676" cy="40031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5" name="箭头: 上弧形 4">
            <a:extLst>
              <a:ext uri="{FF2B5EF4-FFF2-40B4-BE49-F238E27FC236}">
                <a16:creationId xmlns:a16="http://schemas.microsoft.com/office/drawing/2014/main" id="{F6D1E2D1-F9E3-F39C-A0DF-A8EAC3FD165A}"/>
              </a:ext>
            </a:extLst>
          </p:cNvPr>
          <p:cNvSpPr/>
          <p:nvPr/>
        </p:nvSpPr>
        <p:spPr>
          <a:xfrm>
            <a:off x="4913086" y="1841299"/>
            <a:ext cx="1407885" cy="411941"/>
          </a:xfrm>
          <a:prstGeom prst="curvedDownArrow">
            <a:avLst/>
          </a:prstGeom>
          <a:gradFill flip="none" rotWithShape="1">
            <a:gsLst>
              <a:gs pos="0">
                <a:srgbClr val="00479D">
                  <a:alpha val="0"/>
                </a:srgbClr>
              </a:gs>
              <a:gs pos="100000">
                <a:srgbClr val="00479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1A35146-229A-8534-9DE7-C1A798BE5353}"/>
              </a:ext>
            </a:extLst>
          </p:cNvPr>
          <p:cNvGrpSpPr/>
          <p:nvPr/>
        </p:nvGrpSpPr>
        <p:grpSpPr>
          <a:xfrm>
            <a:off x="6852330" y="1960449"/>
            <a:ext cx="3888014" cy="2937103"/>
            <a:chOff x="6966860" y="1777945"/>
            <a:chExt cx="3888014" cy="2937103"/>
          </a:xfrm>
        </p:grpSpPr>
        <p:sp>
          <p:nvSpPr>
            <p:cNvPr id="9" name="Rectangle 71">
              <a:extLst>
                <a:ext uri="{FF2B5EF4-FFF2-40B4-BE49-F238E27FC236}">
                  <a16:creationId xmlns:a16="http://schemas.microsoft.com/office/drawing/2014/main" id="{7A199E35-962A-071E-E7E3-5019559CABC1}"/>
                </a:ext>
              </a:extLst>
            </p:cNvPr>
            <p:cNvSpPr/>
            <p:nvPr/>
          </p:nvSpPr>
          <p:spPr>
            <a:xfrm>
              <a:off x="7557891" y="1802812"/>
              <a:ext cx="1469954" cy="3091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善用图标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4D290EC-E4BB-0DE9-0087-880EC56C086E}"/>
                </a:ext>
              </a:extLst>
            </p:cNvPr>
            <p:cNvSpPr/>
            <p:nvPr/>
          </p:nvSpPr>
          <p:spPr>
            <a:xfrm>
              <a:off x="6966860" y="1777945"/>
              <a:ext cx="411941" cy="411941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D02AA33-7429-7361-43EA-A66844D26B80}"/>
                </a:ext>
              </a:extLst>
            </p:cNvPr>
            <p:cNvSpPr txBox="1"/>
            <p:nvPr/>
          </p:nvSpPr>
          <p:spPr>
            <a:xfrm>
              <a:off x="7474317" y="2068969"/>
              <a:ext cx="2797168" cy="42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提升画面阅读性和可观性</a:t>
              </a:r>
              <a:endPara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8E887D58-92E0-C0D7-6DE3-1E8514B85487}"/>
                </a:ext>
              </a:extLst>
            </p:cNvPr>
            <p:cNvSpPr/>
            <p:nvPr/>
          </p:nvSpPr>
          <p:spPr>
            <a:xfrm>
              <a:off x="7065315" y="1887686"/>
              <a:ext cx="215031" cy="192458"/>
            </a:xfrm>
            <a:custGeom>
              <a:avLst/>
              <a:gdLst>
                <a:gd name="connsiteX0" fmla="*/ 46864 w 328630"/>
                <a:gd name="connsiteY0" fmla="*/ 136969 h 294131"/>
                <a:gd name="connsiteX1" fmla="*/ 27052 w 328630"/>
                <a:gd name="connsiteY1" fmla="*/ 156019 h 294131"/>
                <a:gd name="connsiteX2" fmla="*/ 133827 w 328630"/>
                <a:gd name="connsiteY2" fmla="*/ 265081 h 294131"/>
                <a:gd name="connsiteX3" fmla="*/ 153543 w 328630"/>
                <a:gd name="connsiteY3" fmla="*/ 244983 h 294131"/>
                <a:gd name="connsiteX4" fmla="*/ 46864 w 328630"/>
                <a:gd name="connsiteY4" fmla="*/ 136969 h 294131"/>
                <a:gd name="connsiteX5" fmla="*/ 204788 w 328630"/>
                <a:gd name="connsiteY5" fmla="*/ 69722 h 294131"/>
                <a:gd name="connsiteX6" fmla="*/ 185738 w 328630"/>
                <a:gd name="connsiteY6" fmla="*/ 88772 h 294131"/>
                <a:gd name="connsiteX7" fmla="*/ 204788 w 328630"/>
                <a:gd name="connsiteY7" fmla="*/ 107822 h 294131"/>
                <a:gd name="connsiteX8" fmla="*/ 223838 w 328630"/>
                <a:gd name="connsiteY8" fmla="*/ 88772 h 294131"/>
                <a:gd name="connsiteX9" fmla="*/ 204788 w 328630"/>
                <a:gd name="connsiteY9" fmla="*/ 69722 h 294131"/>
                <a:gd name="connsiteX10" fmla="*/ 204788 w 328630"/>
                <a:gd name="connsiteY10" fmla="*/ 50672 h 294131"/>
                <a:gd name="connsiteX11" fmla="*/ 242888 w 328630"/>
                <a:gd name="connsiteY11" fmla="*/ 88772 h 294131"/>
                <a:gd name="connsiteX12" fmla="*/ 204788 w 328630"/>
                <a:gd name="connsiteY12" fmla="*/ 126872 h 294131"/>
                <a:gd name="connsiteX13" fmla="*/ 166687 w 328630"/>
                <a:gd name="connsiteY13" fmla="*/ 88772 h 294131"/>
                <a:gd name="connsiteX14" fmla="*/ 204788 w 328630"/>
                <a:gd name="connsiteY14" fmla="*/ 50672 h 294131"/>
                <a:gd name="connsiteX15" fmla="*/ 309580 w 328630"/>
                <a:gd name="connsiteY15" fmla="*/ 47719 h 294131"/>
                <a:gd name="connsiteX16" fmla="*/ 328630 w 328630"/>
                <a:gd name="connsiteY16" fmla="*/ 47719 h 294131"/>
                <a:gd name="connsiteX17" fmla="*/ 328630 w 328630"/>
                <a:gd name="connsiteY17" fmla="*/ 149351 h 294131"/>
                <a:gd name="connsiteX18" fmla="*/ 182897 w 328630"/>
                <a:gd name="connsiteY18" fmla="*/ 294131 h 294131"/>
                <a:gd name="connsiteX19" fmla="*/ 169467 w 328630"/>
                <a:gd name="connsiteY19" fmla="*/ 280605 h 294131"/>
                <a:gd name="connsiteX20" fmla="*/ 309580 w 328630"/>
                <a:gd name="connsiteY20" fmla="*/ 141445 h 294131"/>
                <a:gd name="connsiteX21" fmla="*/ 170498 w 328630"/>
                <a:gd name="connsiteY21" fmla="*/ 19050 h 294131"/>
                <a:gd name="connsiteX22" fmla="*/ 60008 w 328630"/>
                <a:gd name="connsiteY22" fmla="*/ 123920 h 294131"/>
                <a:gd name="connsiteX23" fmla="*/ 166688 w 328630"/>
                <a:gd name="connsiteY23" fmla="*/ 231267 h 294131"/>
                <a:gd name="connsiteX24" fmla="*/ 271463 w 328630"/>
                <a:gd name="connsiteY24" fmla="*/ 126492 h 294131"/>
                <a:gd name="connsiteX25" fmla="*/ 271463 w 328630"/>
                <a:gd name="connsiteY25" fmla="*/ 19050 h 294131"/>
                <a:gd name="connsiteX26" fmla="*/ 162878 w 328630"/>
                <a:gd name="connsiteY26" fmla="*/ 0 h 294131"/>
                <a:gd name="connsiteX27" fmla="*/ 290513 w 328630"/>
                <a:gd name="connsiteY27" fmla="*/ 0 h 294131"/>
                <a:gd name="connsiteX28" fmla="*/ 290513 w 328630"/>
                <a:gd name="connsiteY28" fmla="*/ 134398 h 294131"/>
                <a:gd name="connsiteX29" fmla="*/ 133351 w 328630"/>
                <a:gd name="connsiteY29" fmla="*/ 292132 h 294131"/>
                <a:gd name="connsiteX30" fmla="*/ 0 w 328630"/>
                <a:gd name="connsiteY30" fmla="*/ 1556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28630" h="294131">
                  <a:moveTo>
                    <a:pt x="46864" y="136969"/>
                  </a:moveTo>
                  <a:lnTo>
                    <a:pt x="27052" y="156019"/>
                  </a:lnTo>
                  <a:lnTo>
                    <a:pt x="133827" y="265081"/>
                  </a:lnTo>
                  <a:lnTo>
                    <a:pt x="153543" y="244983"/>
                  </a:lnTo>
                  <a:cubicBezTo>
                    <a:pt x="81058" y="172593"/>
                    <a:pt x="55722" y="147161"/>
                    <a:pt x="46864" y="136969"/>
                  </a:cubicBezTo>
                  <a:close/>
                  <a:moveTo>
                    <a:pt x="204788" y="69722"/>
                  </a:moveTo>
                  <a:cubicBezTo>
                    <a:pt x="194266" y="69722"/>
                    <a:pt x="185738" y="78247"/>
                    <a:pt x="185738" y="88772"/>
                  </a:cubicBezTo>
                  <a:cubicBezTo>
                    <a:pt x="185738" y="99297"/>
                    <a:pt x="194266" y="107822"/>
                    <a:pt x="204788" y="107822"/>
                  </a:cubicBezTo>
                  <a:cubicBezTo>
                    <a:pt x="215309" y="107822"/>
                    <a:pt x="223838" y="99297"/>
                    <a:pt x="223838" y="88772"/>
                  </a:cubicBezTo>
                  <a:cubicBezTo>
                    <a:pt x="223838" y="78247"/>
                    <a:pt x="215309" y="69722"/>
                    <a:pt x="204788" y="69722"/>
                  </a:cubicBezTo>
                  <a:close/>
                  <a:moveTo>
                    <a:pt x="204788" y="50672"/>
                  </a:moveTo>
                  <a:cubicBezTo>
                    <a:pt x="225829" y="50672"/>
                    <a:pt x="242888" y="67731"/>
                    <a:pt x="242888" y="88772"/>
                  </a:cubicBezTo>
                  <a:cubicBezTo>
                    <a:pt x="242888" y="109813"/>
                    <a:pt x="225829" y="126872"/>
                    <a:pt x="204788" y="126872"/>
                  </a:cubicBezTo>
                  <a:cubicBezTo>
                    <a:pt x="183746" y="126872"/>
                    <a:pt x="166687" y="109813"/>
                    <a:pt x="166687" y="88772"/>
                  </a:cubicBezTo>
                  <a:cubicBezTo>
                    <a:pt x="166687" y="67731"/>
                    <a:pt x="183746" y="50672"/>
                    <a:pt x="204788" y="50672"/>
                  </a:cubicBezTo>
                  <a:close/>
                  <a:moveTo>
                    <a:pt x="309580" y="47719"/>
                  </a:moveTo>
                  <a:lnTo>
                    <a:pt x="328630" y="47719"/>
                  </a:lnTo>
                  <a:lnTo>
                    <a:pt x="328630" y="149351"/>
                  </a:lnTo>
                  <a:lnTo>
                    <a:pt x="182897" y="294131"/>
                  </a:lnTo>
                  <a:lnTo>
                    <a:pt x="169467" y="280605"/>
                  </a:lnTo>
                  <a:lnTo>
                    <a:pt x="309580" y="141445"/>
                  </a:lnTo>
                  <a:close/>
                  <a:moveTo>
                    <a:pt x="170498" y="19050"/>
                  </a:moveTo>
                  <a:lnTo>
                    <a:pt x="60008" y="123920"/>
                  </a:lnTo>
                  <a:cubicBezTo>
                    <a:pt x="69152" y="133636"/>
                    <a:pt x="124111" y="188690"/>
                    <a:pt x="166688" y="231267"/>
                  </a:cubicBezTo>
                  <a:lnTo>
                    <a:pt x="271463" y="126492"/>
                  </a:lnTo>
                  <a:lnTo>
                    <a:pt x="271463" y="19050"/>
                  </a:lnTo>
                  <a:close/>
                  <a:moveTo>
                    <a:pt x="162878" y="0"/>
                  </a:moveTo>
                  <a:lnTo>
                    <a:pt x="290513" y="0"/>
                  </a:lnTo>
                  <a:lnTo>
                    <a:pt x="290513" y="134398"/>
                  </a:lnTo>
                  <a:lnTo>
                    <a:pt x="133351" y="292132"/>
                  </a:lnTo>
                  <a:lnTo>
                    <a:pt x="0" y="15563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Rectangle 71">
              <a:extLst>
                <a:ext uri="{FF2B5EF4-FFF2-40B4-BE49-F238E27FC236}">
                  <a16:creationId xmlns:a16="http://schemas.microsoft.com/office/drawing/2014/main" id="{267675CF-04FC-7AB3-F4F9-B827059C78D7}"/>
                </a:ext>
              </a:extLst>
            </p:cNvPr>
            <p:cNvSpPr/>
            <p:nvPr/>
          </p:nvSpPr>
          <p:spPr>
            <a:xfrm>
              <a:off x="7557891" y="2927009"/>
              <a:ext cx="1469954" cy="3091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ea"/>
                  <a:sym typeface="+mn-lt"/>
                </a:rPr>
                <a:t>统一图标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ED17B1A-8532-9AA8-90E4-7554E22AD86B}"/>
                </a:ext>
              </a:extLst>
            </p:cNvPr>
            <p:cNvSpPr/>
            <p:nvPr/>
          </p:nvSpPr>
          <p:spPr>
            <a:xfrm>
              <a:off x="6966860" y="2902142"/>
              <a:ext cx="411941" cy="411941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485F1DB-5186-D966-6429-0551572E387B}"/>
                </a:ext>
              </a:extLst>
            </p:cNvPr>
            <p:cNvSpPr txBox="1"/>
            <p:nvPr/>
          </p:nvSpPr>
          <p:spPr>
            <a:xfrm>
              <a:off x="7474317" y="3193166"/>
              <a:ext cx="2797168" cy="42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保证图标风格统一</a:t>
              </a:r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8CDC918E-B5C7-52FD-F2F6-F9174B72DACD}"/>
                </a:ext>
              </a:extLst>
            </p:cNvPr>
            <p:cNvSpPr/>
            <p:nvPr/>
          </p:nvSpPr>
          <p:spPr>
            <a:xfrm>
              <a:off x="7065315" y="3000748"/>
              <a:ext cx="215031" cy="214729"/>
            </a:xfrm>
            <a:custGeom>
              <a:avLst/>
              <a:gdLst>
                <a:gd name="T0" fmla="*/ 2505 w 5010"/>
                <a:gd name="T1" fmla="*/ 4226 h 5010"/>
                <a:gd name="T2" fmla="*/ 2505 w 5010"/>
                <a:gd name="T3" fmla="*/ 4439 h 5010"/>
                <a:gd name="T4" fmla="*/ 2684 w 5010"/>
                <a:gd name="T5" fmla="*/ 4618 h 5010"/>
                <a:gd name="T6" fmla="*/ 3165 w 5010"/>
                <a:gd name="T7" fmla="*/ 4501 h 5010"/>
                <a:gd name="T8" fmla="*/ 4519 w 5010"/>
                <a:gd name="T9" fmla="*/ 3127 h 5010"/>
                <a:gd name="T10" fmla="*/ 3265 w 5010"/>
                <a:gd name="T11" fmla="*/ 4569 h 5010"/>
                <a:gd name="T12" fmla="*/ 425 w 5010"/>
                <a:gd name="T13" fmla="*/ 3264 h 5010"/>
                <a:gd name="T14" fmla="*/ 1781 w 5010"/>
                <a:gd name="T15" fmla="*/ 4363 h 5010"/>
                <a:gd name="T16" fmla="*/ 2621 w 5010"/>
                <a:gd name="T17" fmla="*/ 4076 h 5010"/>
                <a:gd name="T18" fmla="*/ 1794 w 5010"/>
                <a:gd name="T19" fmla="*/ 3531 h 5010"/>
                <a:gd name="T20" fmla="*/ 2022 w 5010"/>
                <a:gd name="T21" fmla="*/ 3526 h 5010"/>
                <a:gd name="T22" fmla="*/ 2505 w 5010"/>
                <a:gd name="T23" fmla="*/ 3391 h 5010"/>
                <a:gd name="T24" fmla="*/ 2988 w 5010"/>
                <a:gd name="T25" fmla="*/ 3526 h 5010"/>
                <a:gd name="T26" fmla="*/ 3216 w 5010"/>
                <a:gd name="T27" fmla="*/ 3531 h 5010"/>
                <a:gd name="T28" fmla="*/ 2371 w 5010"/>
                <a:gd name="T29" fmla="*/ 3862 h 5010"/>
                <a:gd name="T30" fmla="*/ 2639 w 5010"/>
                <a:gd name="T31" fmla="*/ 3862 h 5010"/>
                <a:gd name="T32" fmla="*/ 1519 w 5010"/>
                <a:gd name="T33" fmla="*/ 3224 h 5010"/>
                <a:gd name="T34" fmla="*/ 935 w 5010"/>
                <a:gd name="T35" fmla="*/ 2621 h 5010"/>
                <a:gd name="T36" fmla="*/ 1479 w 5010"/>
                <a:gd name="T37" fmla="*/ 1794 h 5010"/>
                <a:gd name="T38" fmla="*/ 1485 w 5010"/>
                <a:gd name="T39" fmla="*/ 2022 h 5010"/>
                <a:gd name="T40" fmla="*/ 1619 w 5010"/>
                <a:gd name="T41" fmla="*/ 2505 h 5010"/>
                <a:gd name="T42" fmla="*/ 1485 w 5010"/>
                <a:gd name="T43" fmla="*/ 2988 h 5010"/>
                <a:gd name="T44" fmla="*/ 1519 w 5010"/>
                <a:gd name="T45" fmla="*/ 3224 h 5010"/>
                <a:gd name="T46" fmla="*/ 1148 w 5010"/>
                <a:gd name="T47" fmla="*/ 2621 h 5010"/>
                <a:gd name="T48" fmla="*/ 1148 w 5010"/>
                <a:gd name="T49" fmla="*/ 2371 h 5010"/>
                <a:gd name="T50" fmla="*/ 3451 w 5010"/>
                <a:gd name="T51" fmla="*/ 3018 h 5010"/>
                <a:gd name="T52" fmla="*/ 3435 w 5010"/>
                <a:gd name="T53" fmla="*/ 2591 h 5010"/>
                <a:gd name="T54" fmla="*/ 3774 w 5010"/>
                <a:gd name="T55" fmla="*/ 2171 h 5010"/>
                <a:gd name="T56" fmla="*/ 3392 w 5010"/>
                <a:gd name="T57" fmla="*/ 1853 h 5010"/>
                <a:gd name="T58" fmla="*/ 4076 w 5010"/>
                <a:gd name="T59" fmla="*/ 2389 h 5010"/>
                <a:gd name="T60" fmla="*/ 3531 w 5010"/>
                <a:gd name="T61" fmla="*/ 3216 h 5010"/>
                <a:gd name="T62" fmla="*/ 3862 w 5010"/>
                <a:gd name="T63" fmla="*/ 2639 h 5010"/>
                <a:gd name="T64" fmla="*/ 3862 w 5010"/>
                <a:gd name="T65" fmla="*/ 2371 h 5010"/>
                <a:gd name="T66" fmla="*/ 4226 w 5010"/>
                <a:gd name="T67" fmla="*/ 2505 h 5010"/>
                <a:gd name="T68" fmla="*/ 4618 w 5010"/>
                <a:gd name="T69" fmla="*/ 2897 h 5010"/>
                <a:gd name="T70" fmla="*/ 4618 w 5010"/>
                <a:gd name="T71" fmla="*/ 2684 h 5010"/>
                <a:gd name="T72" fmla="*/ 392 w 5010"/>
                <a:gd name="T73" fmla="*/ 2897 h 5010"/>
                <a:gd name="T74" fmla="*/ 784 w 5010"/>
                <a:gd name="T75" fmla="*/ 2505 h 5010"/>
                <a:gd name="T76" fmla="*/ 213 w 5010"/>
                <a:gd name="T77" fmla="*/ 2505 h 5010"/>
                <a:gd name="T78" fmla="*/ 392 w 5010"/>
                <a:gd name="T79" fmla="*/ 2326 h 5010"/>
                <a:gd name="T80" fmla="*/ 3226 w 5010"/>
                <a:gd name="T81" fmla="*/ 635 h 5010"/>
                <a:gd name="T82" fmla="*/ 4582 w 5010"/>
                <a:gd name="T83" fmla="*/ 1733 h 5010"/>
                <a:gd name="T84" fmla="*/ 525 w 5010"/>
                <a:gd name="T85" fmla="*/ 1877 h 5010"/>
                <a:gd name="T86" fmla="*/ 1704 w 5010"/>
                <a:gd name="T87" fmla="*/ 436 h 5010"/>
                <a:gd name="T88" fmla="*/ 625 w 5010"/>
                <a:gd name="T89" fmla="*/ 1807 h 5010"/>
                <a:gd name="T90" fmla="*/ 1853 w 5010"/>
                <a:gd name="T91" fmla="*/ 1618 h 5010"/>
                <a:gd name="T92" fmla="*/ 2389 w 5010"/>
                <a:gd name="T93" fmla="*/ 935 h 5010"/>
                <a:gd name="T94" fmla="*/ 3216 w 5010"/>
                <a:gd name="T95" fmla="*/ 1479 h 5010"/>
                <a:gd name="T96" fmla="*/ 2988 w 5010"/>
                <a:gd name="T97" fmla="*/ 1485 h 5010"/>
                <a:gd name="T98" fmla="*/ 2505 w 5010"/>
                <a:gd name="T99" fmla="*/ 1619 h 5010"/>
                <a:gd name="T100" fmla="*/ 2171 w 5010"/>
                <a:gd name="T101" fmla="*/ 1236 h 5010"/>
                <a:gd name="T102" fmla="*/ 1893 w 5010"/>
                <a:gd name="T103" fmla="*/ 1626 h 5010"/>
                <a:gd name="T104" fmla="*/ 2639 w 5010"/>
                <a:gd name="T105" fmla="*/ 1148 h 5010"/>
                <a:gd name="T106" fmla="*/ 2371 w 5010"/>
                <a:gd name="T107" fmla="*/ 1148 h 5010"/>
                <a:gd name="T108" fmla="*/ 2505 w 5010"/>
                <a:gd name="T109" fmla="*/ 0 h 5010"/>
                <a:gd name="T110" fmla="*/ 2505 w 5010"/>
                <a:gd name="T111" fmla="*/ 213 h 5010"/>
                <a:gd name="T112" fmla="*/ 2684 w 5010"/>
                <a:gd name="T113" fmla="*/ 392 h 5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010" h="5010">
                  <a:moveTo>
                    <a:pt x="2505" y="5010"/>
                  </a:moveTo>
                  <a:cubicBezTo>
                    <a:pt x="2289" y="5010"/>
                    <a:pt x="2113" y="4834"/>
                    <a:pt x="2113" y="4618"/>
                  </a:cubicBezTo>
                  <a:cubicBezTo>
                    <a:pt x="2113" y="4402"/>
                    <a:pt x="2289" y="4226"/>
                    <a:pt x="2505" y="4226"/>
                  </a:cubicBezTo>
                  <a:cubicBezTo>
                    <a:pt x="2721" y="4226"/>
                    <a:pt x="2897" y="4402"/>
                    <a:pt x="2897" y="4618"/>
                  </a:cubicBezTo>
                  <a:cubicBezTo>
                    <a:pt x="2897" y="4834"/>
                    <a:pt x="2721" y="5010"/>
                    <a:pt x="2505" y="5010"/>
                  </a:cubicBezTo>
                  <a:close/>
                  <a:moveTo>
                    <a:pt x="2505" y="4439"/>
                  </a:moveTo>
                  <a:cubicBezTo>
                    <a:pt x="2407" y="4439"/>
                    <a:pt x="2326" y="4520"/>
                    <a:pt x="2326" y="4618"/>
                  </a:cubicBezTo>
                  <a:cubicBezTo>
                    <a:pt x="2326" y="4717"/>
                    <a:pt x="2407" y="4797"/>
                    <a:pt x="2505" y="4797"/>
                  </a:cubicBezTo>
                  <a:cubicBezTo>
                    <a:pt x="2604" y="4797"/>
                    <a:pt x="2684" y="4717"/>
                    <a:pt x="2684" y="4618"/>
                  </a:cubicBezTo>
                  <a:cubicBezTo>
                    <a:pt x="2684" y="4520"/>
                    <a:pt x="2604" y="4439"/>
                    <a:pt x="2505" y="4439"/>
                  </a:cubicBezTo>
                  <a:close/>
                  <a:moveTo>
                    <a:pt x="3265" y="4569"/>
                  </a:moveTo>
                  <a:cubicBezTo>
                    <a:pt x="3222" y="4569"/>
                    <a:pt x="3182" y="4543"/>
                    <a:pt x="3165" y="4501"/>
                  </a:cubicBezTo>
                  <a:cubicBezTo>
                    <a:pt x="3144" y="4446"/>
                    <a:pt x="3171" y="4384"/>
                    <a:pt x="3226" y="4363"/>
                  </a:cubicBezTo>
                  <a:cubicBezTo>
                    <a:pt x="3761" y="4155"/>
                    <a:pt x="4183" y="3728"/>
                    <a:pt x="4382" y="3190"/>
                  </a:cubicBezTo>
                  <a:cubicBezTo>
                    <a:pt x="4403" y="3135"/>
                    <a:pt x="4464" y="3107"/>
                    <a:pt x="4519" y="3127"/>
                  </a:cubicBezTo>
                  <a:cubicBezTo>
                    <a:pt x="4575" y="3148"/>
                    <a:pt x="4603" y="3209"/>
                    <a:pt x="4582" y="3264"/>
                  </a:cubicBezTo>
                  <a:cubicBezTo>
                    <a:pt x="4361" y="3859"/>
                    <a:pt x="3895" y="4332"/>
                    <a:pt x="3303" y="4562"/>
                  </a:cubicBezTo>
                  <a:cubicBezTo>
                    <a:pt x="3291" y="4567"/>
                    <a:pt x="3277" y="4569"/>
                    <a:pt x="3265" y="4569"/>
                  </a:cubicBezTo>
                  <a:close/>
                  <a:moveTo>
                    <a:pt x="1742" y="4569"/>
                  </a:moveTo>
                  <a:cubicBezTo>
                    <a:pt x="1729" y="4569"/>
                    <a:pt x="1716" y="4567"/>
                    <a:pt x="1704" y="4562"/>
                  </a:cubicBezTo>
                  <a:cubicBezTo>
                    <a:pt x="1112" y="4332"/>
                    <a:pt x="646" y="3859"/>
                    <a:pt x="425" y="3264"/>
                  </a:cubicBezTo>
                  <a:cubicBezTo>
                    <a:pt x="404" y="3209"/>
                    <a:pt x="432" y="3148"/>
                    <a:pt x="488" y="3127"/>
                  </a:cubicBezTo>
                  <a:cubicBezTo>
                    <a:pt x="543" y="3107"/>
                    <a:pt x="604" y="3135"/>
                    <a:pt x="625" y="3190"/>
                  </a:cubicBezTo>
                  <a:cubicBezTo>
                    <a:pt x="824" y="3728"/>
                    <a:pt x="1246" y="4155"/>
                    <a:pt x="1781" y="4363"/>
                  </a:cubicBezTo>
                  <a:cubicBezTo>
                    <a:pt x="1836" y="4384"/>
                    <a:pt x="1863" y="4446"/>
                    <a:pt x="1842" y="4501"/>
                  </a:cubicBezTo>
                  <a:cubicBezTo>
                    <a:pt x="1825" y="4543"/>
                    <a:pt x="1785" y="4569"/>
                    <a:pt x="1742" y="4569"/>
                  </a:cubicBezTo>
                  <a:close/>
                  <a:moveTo>
                    <a:pt x="2621" y="4076"/>
                  </a:moveTo>
                  <a:lnTo>
                    <a:pt x="2389" y="4076"/>
                  </a:lnTo>
                  <a:cubicBezTo>
                    <a:pt x="2054" y="4076"/>
                    <a:pt x="1907" y="3808"/>
                    <a:pt x="1825" y="3606"/>
                  </a:cubicBezTo>
                  <a:lnTo>
                    <a:pt x="1794" y="3531"/>
                  </a:lnTo>
                  <a:cubicBezTo>
                    <a:pt x="1772" y="3476"/>
                    <a:pt x="1799" y="3414"/>
                    <a:pt x="1853" y="3392"/>
                  </a:cubicBezTo>
                  <a:cubicBezTo>
                    <a:pt x="1908" y="3370"/>
                    <a:pt x="1970" y="3396"/>
                    <a:pt x="1992" y="3451"/>
                  </a:cubicBezTo>
                  <a:lnTo>
                    <a:pt x="2022" y="3526"/>
                  </a:lnTo>
                  <a:cubicBezTo>
                    <a:pt x="2068" y="3639"/>
                    <a:pt x="2116" y="3720"/>
                    <a:pt x="2171" y="3774"/>
                  </a:cubicBezTo>
                  <a:lnTo>
                    <a:pt x="2419" y="3435"/>
                  </a:lnTo>
                  <a:cubicBezTo>
                    <a:pt x="2439" y="3407"/>
                    <a:pt x="2471" y="3391"/>
                    <a:pt x="2505" y="3391"/>
                  </a:cubicBezTo>
                  <a:cubicBezTo>
                    <a:pt x="2539" y="3391"/>
                    <a:pt x="2571" y="3407"/>
                    <a:pt x="2591" y="3435"/>
                  </a:cubicBezTo>
                  <a:lnTo>
                    <a:pt x="2839" y="3774"/>
                  </a:lnTo>
                  <a:cubicBezTo>
                    <a:pt x="2894" y="3720"/>
                    <a:pt x="2942" y="3639"/>
                    <a:pt x="2988" y="3526"/>
                  </a:cubicBezTo>
                  <a:lnTo>
                    <a:pt x="3018" y="3451"/>
                  </a:lnTo>
                  <a:cubicBezTo>
                    <a:pt x="3040" y="3396"/>
                    <a:pt x="3103" y="3370"/>
                    <a:pt x="3157" y="3392"/>
                  </a:cubicBezTo>
                  <a:cubicBezTo>
                    <a:pt x="3212" y="3414"/>
                    <a:pt x="3238" y="3476"/>
                    <a:pt x="3216" y="3531"/>
                  </a:cubicBezTo>
                  <a:lnTo>
                    <a:pt x="3186" y="3606"/>
                  </a:lnTo>
                  <a:cubicBezTo>
                    <a:pt x="3104" y="3808"/>
                    <a:pt x="2956" y="4076"/>
                    <a:pt x="2621" y="4076"/>
                  </a:cubicBezTo>
                  <a:close/>
                  <a:moveTo>
                    <a:pt x="2371" y="3862"/>
                  </a:moveTo>
                  <a:cubicBezTo>
                    <a:pt x="2377" y="3862"/>
                    <a:pt x="2383" y="3862"/>
                    <a:pt x="2389" y="3862"/>
                  </a:cubicBezTo>
                  <a:lnTo>
                    <a:pt x="2621" y="3862"/>
                  </a:lnTo>
                  <a:cubicBezTo>
                    <a:pt x="2627" y="3862"/>
                    <a:pt x="2633" y="3862"/>
                    <a:pt x="2639" y="3862"/>
                  </a:cubicBezTo>
                  <a:lnTo>
                    <a:pt x="2505" y="3679"/>
                  </a:lnTo>
                  <a:lnTo>
                    <a:pt x="2371" y="3862"/>
                  </a:lnTo>
                  <a:close/>
                  <a:moveTo>
                    <a:pt x="1519" y="3224"/>
                  </a:moveTo>
                  <a:cubicBezTo>
                    <a:pt x="1506" y="3224"/>
                    <a:pt x="1492" y="3221"/>
                    <a:pt x="1479" y="3216"/>
                  </a:cubicBezTo>
                  <a:lnTo>
                    <a:pt x="1404" y="3186"/>
                  </a:lnTo>
                  <a:cubicBezTo>
                    <a:pt x="1203" y="3104"/>
                    <a:pt x="935" y="2956"/>
                    <a:pt x="935" y="2621"/>
                  </a:cubicBezTo>
                  <a:lnTo>
                    <a:pt x="935" y="2389"/>
                  </a:lnTo>
                  <a:cubicBezTo>
                    <a:pt x="935" y="2054"/>
                    <a:pt x="1203" y="1907"/>
                    <a:pt x="1404" y="1825"/>
                  </a:cubicBezTo>
                  <a:lnTo>
                    <a:pt x="1479" y="1794"/>
                  </a:lnTo>
                  <a:cubicBezTo>
                    <a:pt x="1534" y="1772"/>
                    <a:pt x="1596" y="1799"/>
                    <a:pt x="1618" y="1853"/>
                  </a:cubicBezTo>
                  <a:cubicBezTo>
                    <a:pt x="1640" y="1908"/>
                    <a:pt x="1614" y="1970"/>
                    <a:pt x="1560" y="1992"/>
                  </a:cubicBezTo>
                  <a:lnTo>
                    <a:pt x="1485" y="2022"/>
                  </a:lnTo>
                  <a:cubicBezTo>
                    <a:pt x="1372" y="2068"/>
                    <a:pt x="1290" y="2116"/>
                    <a:pt x="1236" y="2171"/>
                  </a:cubicBezTo>
                  <a:lnTo>
                    <a:pt x="1575" y="2419"/>
                  </a:lnTo>
                  <a:cubicBezTo>
                    <a:pt x="1603" y="2439"/>
                    <a:pt x="1619" y="2471"/>
                    <a:pt x="1619" y="2505"/>
                  </a:cubicBezTo>
                  <a:cubicBezTo>
                    <a:pt x="1619" y="2539"/>
                    <a:pt x="1603" y="2571"/>
                    <a:pt x="1575" y="2591"/>
                  </a:cubicBezTo>
                  <a:lnTo>
                    <a:pt x="1236" y="2839"/>
                  </a:lnTo>
                  <a:cubicBezTo>
                    <a:pt x="1290" y="2894"/>
                    <a:pt x="1372" y="2942"/>
                    <a:pt x="1485" y="2988"/>
                  </a:cubicBezTo>
                  <a:lnTo>
                    <a:pt x="1560" y="3018"/>
                  </a:lnTo>
                  <a:cubicBezTo>
                    <a:pt x="1614" y="3040"/>
                    <a:pt x="1640" y="3103"/>
                    <a:pt x="1618" y="3157"/>
                  </a:cubicBezTo>
                  <a:cubicBezTo>
                    <a:pt x="1601" y="3199"/>
                    <a:pt x="1561" y="3224"/>
                    <a:pt x="1519" y="3224"/>
                  </a:cubicBezTo>
                  <a:close/>
                  <a:moveTo>
                    <a:pt x="1148" y="2371"/>
                  </a:moveTo>
                  <a:cubicBezTo>
                    <a:pt x="1148" y="2377"/>
                    <a:pt x="1148" y="2383"/>
                    <a:pt x="1148" y="2389"/>
                  </a:cubicBezTo>
                  <a:lnTo>
                    <a:pt x="1148" y="2621"/>
                  </a:lnTo>
                  <a:cubicBezTo>
                    <a:pt x="1148" y="2627"/>
                    <a:pt x="1148" y="2633"/>
                    <a:pt x="1148" y="2639"/>
                  </a:cubicBezTo>
                  <a:lnTo>
                    <a:pt x="1332" y="2505"/>
                  </a:lnTo>
                  <a:lnTo>
                    <a:pt x="1148" y="2371"/>
                  </a:lnTo>
                  <a:close/>
                  <a:moveTo>
                    <a:pt x="3491" y="3224"/>
                  </a:moveTo>
                  <a:cubicBezTo>
                    <a:pt x="3449" y="3224"/>
                    <a:pt x="3409" y="3199"/>
                    <a:pt x="3392" y="3157"/>
                  </a:cubicBezTo>
                  <a:cubicBezTo>
                    <a:pt x="3370" y="3103"/>
                    <a:pt x="3396" y="3040"/>
                    <a:pt x="3451" y="3018"/>
                  </a:cubicBezTo>
                  <a:lnTo>
                    <a:pt x="3526" y="2988"/>
                  </a:lnTo>
                  <a:cubicBezTo>
                    <a:pt x="3639" y="2942"/>
                    <a:pt x="3720" y="2894"/>
                    <a:pt x="3774" y="2839"/>
                  </a:cubicBezTo>
                  <a:lnTo>
                    <a:pt x="3435" y="2591"/>
                  </a:lnTo>
                  <a:cubicBezTo>
                    <a:pt x="3407" y="2571"/>
                    <a:pt x="3391" y="2539"/>
                    <a:pt x="3391" y="2505"/>
                  </a:cubicBezTo>
                  <a:cubicBezTo>
                    <a:pt x="3391" y="2471"/>
                    <a:pt x="3407" y="2439"/>
                    <a:pt x="3435" y="2419"/>
                  </a:cubicBezTo>
                  <a:lnTo>
                    <a:pt x="3774" y="2171"/>
                  </a:lnTo>
                  <a:cubicBezTo>
                    <a:pt x="3720" y="2116"/>
                    <a:pt x="3639" y="2068"/>
                    <a:pt x="3526" y="2022"/>
                  </a:cubicBezTo>
                  <a:lnTo>
                    <a:pt x="3451" y="1992"/>
                  </a:lnTo>
                  <a:cubicBezTo>
                    <a:pt x="3396" y="1970"/>
                    <a:pt x="3370" y="1908"/>
                    <a:pt x="3392" y="1853"/>
                  </a:cubicBezTo>
                  <a:cubicBezTo>
                    <a:pt x="3414" y="1799"/>
                    <a:pt x="3476" y="1772"/>
                    <a:pt x="3531" y="1794"/>
                  </a:cubicBezTo>
                  <a:lnTo>
                    <a:pt x="3606" y="1825"/>
                  </a:lnTo>
                  <a:cubicBezTo>
                    <a:pt x="3808" y="1907"/>
                    <a:pt x="4076" y="2054"/>
                    <a:pt x="4076" y="2389"/>
                  </a:cubicBezTo>
                  <a:lnTo>
                    <a:pt x="4076" y="2621"/>
                  </a:lnTo>
                  <a:cubicBezTo>
                    <a:pt x="4076" y="2956"/>
                    <a:pt x="3808" y="3104"/>
                    <a:pt x="3606" y="3186"/>
                  </a:cubicBezTo>
                  <a:lnTo>
                    <a:pt x="3531" y="3216"/>
                  </a:lnTo>
                  <a:cubicBezTo>
                    <a:pt x="3518" y="3221"/>
                    <a:pt x="3504" y="3224"/>
                    <a:pt x="3491" y="3224"/>
                  </a:cubicBezTo>
                  <a:close/>
                  <a:moveTo>
                    <a:pt x="3679" y="2505"/>
                  </a:moveTo>
                  <a:lnTo>
                    <a:pt x="3862" y="2639"/>
                  </a:lnTo>
                  <a:cubicBezTo>
                    <a:pt x="3862" y="2633"/>
                    <a:pt x="3862" y="2627"/>
                    <a:pt x="3862" y="2621"/>
                  </a:cubicBezTo>
                  <a:lnTo>
                    <a:pt x="3862" y="2389"/>
                  </a:lnTo>
                  <a:cubicBezTo>
                    <a:pt x="3862" y="2383"/>
                    <a:pt x="3862" y="2377"/>
                    <a:pt x="3862" y="2371"/>
                  </a:cubicBezTo>
                  <a:lnTo>
                    <a:pt x="3679" y="2505"/>
                  </a:lnTo>
                  <a:close/>
                  <a:moveTo>
                    <a:pt x="4618" y="2897"/>
                  </a:moveTo>
                  <a:cubicBezTo>
                    <a:pt x="4402" y="2897"/>
                    <a:pt x="4226" y="2721"/>
                    <a:pt x="4226" y="2505"/>
                  </a:cubicBezTo>
                  <a:cubicBezTo>
                    <a:pt x="4226" y="2289"/>
                    <a:pt x="4402" y="2113"/>
                    <a:pt x="4618" y="2113"/>
                  </a:cubicBezTo>
                  <a:cubicBezTo>
                    <a:pt x="4834" y="2113"/>
                    <a:pt x="5010" y="2289"/>
                    <a:pt x="5010" y="2505"/>
                  </a:cubicBezTo>
                  <a:cubicBezTo>
                    <a:pt x="5010" y="2721"/>
                    <a:pt x="4834" y="2897"/>
                    <a:pt x="4618" y="2897"/>
                  </a:cubicBezTo>
                  <a:close/>
                  <a:moveTo>
                    <a:pt x="4618" y="2326"/>
                  </a:moveTo>
                  <a:cubicBezTo>
                    <a:pt x="4520" y="2326"/>
                    <a:pt x="4439" y="2407"/>
                    <a:pt x="4439" y="2505"/>
                  </a:cubicBezTo>
                  <a:cubicBezTo>
                    <a:pt x="4439" y="2604"/>
                    <a:pt x="4520" y="2684"/>
                    <a:pt x="4618" y="2684"/>
                  </a:cubicBezTo>
                  <a:cubicBezTo>
                    <a:pt x="4717" y="2684"/>
                    <a:pt x="4797" y="2604"/>
                    <a:pt x="4797" y="2505"/>
                  </a:cubicBezTo>
                  <a:cubicBezTo>
                    <a:pt x="4797" y="2407"/>
                    <a:pt x="4717" y="2326"/>
                    <a:pt x="4618" y="2326"/>
                  </a:cubicBezTo>
                  <a:close/>
                  <a:moveTo>
                    <a:pt x="392" y="2897"/>
                  </a:moveTo>
                  <a:cubicBezTo>
                    <a:pt x="176" y="2897"/>
                    <a:pt x="0" y="2721"/>
                    <a:pt x="0" y="2505"/>
                  </a:cubicBezTo>
                  <a:cubicBezTo>
                    <a:pt x="0" y="2289"/>
                    <a:pt x="176" y="2113"/>
                    <a:pt x="392" y="2113"/>
                  </a:cubicBezTo>
                  <a:cubicBezTo>
                    <a:pt x="608" y="2113"/>
                    <a:pt x="784" y="2289"/>
                    <a:pt x="784" y="2505"/>
                  </a:cubicBezTo>
                  <a:cubicBezTo>
                    <a:pt x="784" y="2721"/>
                    <a:pt x="608" y="2897"/>
                    <a:pt x="392" y="2897"/>
                  </a:cubicBezTo>
                  <a:close/>
                  <a:moveTo>
                    <a:pt x="392" y="2326"/>
                  </a:moveTo>
                  <a:cubicBezTo>
                    <a:pt x="294" y="2326"/>
                    <a:pt x="213" y="2407"/>
                    <a:pt x="213" y="2505"/>
                  </a:cubicBezTo>
                  <a:cubicBezTo>
                    <a:pt x="213" y="2604"/>
                    <a:pt x="294" y="2684"/>
                    <a:pt x="392" y="2684"/>
                  </a:cubicBezTo>
                  <a:cubicBezTo>
                    <a:pt x="491" y="2684"/>
                    <a:pt x="571" y="2604"/>
                    <a:pt x="571" y="2505"/>
                  </a:cubicBezTo>
                  <a:cubicBezTo>
                    <a:pt x="571" y="2407"/>
                    <a:pt x="491" y="2326"/>
                    <a:pt x="392" y="2326"/>
                  </a:cubicBezTo>
                  <a:close/>
                  <a:moveTo>
                    <a:pt x="4482" y="1877"/>
                  </a:moveTo>
                  <a:cubicBezTo>
                    <a:pt x="4439" y="1877"/>
                    <a:pt x="4398" y="1850"/>
                    <a:pt x="4382" y="1807"/>
                  </a:cubicBezTo>
                  <a:cubicBezTo>
                    <a:pt x="4183" y="1269"/>
                    <a:pt x="3761" y="842"/>
                    <a:pt x="3226" y="635"/>
                  </a:cubicBezTo>
                  <a:cubicBezTo>
                    <a:pt x="3171" y="613"/>
                    <a:pt x="3144" y="552"/>
                    <a:pt x="3165" y="497"/>
                  </a:cubicBezTo>
                  <a:cubicBezTo>
                    <a:pt x="3186" y="442"/>
                    <a:pt x="3248" y="414"/>
                    <a:pt x="3303" y="436"/>
                  </a:cubicBezTo>
                  <a:cubicBezTo>
                    <a:pt x="3895" y="665"/>
                    <a:pt x="4361" y="1138"/>
                    <a:pt x="4582" y="1733"/>
                  </a:cubicBezTo>
                  <a:cubicBezTo>
                    <a:pt x="4603" y="1788"/>
                    <a:pt x="4575" y="1850"/>
                    <a:pt x="4519" y="1870"/>
                  </a:cubicBezTo>
                  <a:cubicBezTo>
                    <a:pt x="4507" y="1875"/>
                    <a:pt x="4495" y="1877"/>
                    <a:pt x="4482" y="1877"/>
                  </a:cubicBezTo>
                  <a:close/>
                  <a:moveTo>
                    <a:pt x="525" y="1877"/>
                  </a:moveTo>
                  <a:cubicBezTo>
                    <a:pt x="512" y="1877"/>
                    <a:pt x="500" y="1875"/>
                    <a:pt x="488" y="1870"/>
                  </a:cubicBezTo>
                  <a:cubicBezTo>
                    <a:pt x="432" y="1850"/>
                    <a:pt x="404" y="1788"/>
                    <a:pt x="425" y="1733"/>
                  </a:cubicBezTo>
                  <a:cubicBezTo>
                    <a:pt x="646" y="1138"/>
                    <a:pt x="1112" y="665"/>
                    <a:pt x="1704" y="436"/>
                  </a:cubicBezTo>
                  <a:cubicBezTo>
                    <a:pt x="1759" y="414"/>
                    <a:pt x="1820" y="442"/>
                    <a:pt x="1842" y="497"/>
                  </a:cubicBezTo>
                  <a:cubicBezTo>
                    <a:pt x="1863" y="551"/>
                    <a:pt x="1836" y="613"/>
                    <a:pt x="1781" y="635"/>
                  </a:cubicBezTo>
                  <a:cubicBezTo>
                    <a:pt x="1246" y="842"/>
                    <a:pt x="824" y="1269"/>
                    <a:pt x="625" y="1807"/>
                  </a:cubicBezTo>
                  <a:cubicBezTo>
                    <a:pt x="609" y="1850"/>
                    <a:pt x="568" y="1877"/>
                    <a:pt x="525" y="1877"/>
                  </a:cubicBezTo>
                  <a:close/>
                  <a:moveTo>
                    <a:pt x="1893" y="1626"/>
                  </a:moveTo>
                  <a:cubicBezTo>
                    <a:pt x="1880" y="1626"/>
                    <a:pt x="1866" y="1624"/>
                    <a:pt x="1853" y="1618"/>
                  </a:cubicBezTo>
                  <a:cubicBezTo>
                    <a:pt x="1799" y="1596"/>
                    <a:pt x="1772" y="1534"/>
                    <a:pt x="1794" y="1479"/>
                  </a:cubicBezTo>
                  <a:lnTo>
                    <a:pt x="1825" y="1404"/>
                  </a:lnTo>
                  <a:cubicBezTo>
                    <a:pt x="1907" y="1203"/>
                    <a:pt x="2054" y="935"/>
                    <a:pt x="2389" y="935"/>
                  </a:cubicBezTo>
                  <a:lnTo>
                    <a:pt x="2621" y="935"/>
                  </a:lnTo>
                  <a:cubicBezTo>
                    <a:pt x="2956" y="935"/>
                    <a:pt x="3104" y="1203"/>
                    <a:pt x="3186" y="1404"/>
                  </a:cubicBezTo>
                  <a:lnTo>
                    <a:pt x="3216" y="1479"/>
                  </a:lnTo>
                  <a:cubicBezTo>
                    <a:pt x="3238" y="1534"/>
                    <a:pt x="3212" y="1596"/>
                    <a:pt x="3157" y="1618"/>
                  </a:cubicBezTo>
                  <a:cubicBezTo>
                    <a:pt x="3103" y="1640"/>
                    <a:pt x="3040" y="1614"/>
                    <a:pt x="3018" y="1560"/>
                  </a:cubicBezTo>
                  <a:lnTo>
                    <a:pt x="2988" y="1485"/>
                  </a:lnTo>
                  <a:cubicBezTo>
                    <a:pt x="2942" y="1372"/>
                    <a:pt x="2894" y="1290"/>
                    <a:pt x="2839" y="1236"/>
                  </a:cubicBezTo>
                  <a:lnTo>
                    <a:pt x="2591" y="1575"/>
                  </a:lnTo>
                  <a:cubicBezTo>
                    <a:pt x="2571" y="1603"/>
                    <a:pt x="2539" y="1619"/>
                    <a:pt x="2505" y="1619"/>
                  </a:cubicBezTo>
                  <a:lnTo>
                    <a:pt x="2505" y="1619"/>
                  </a:lnTo>
                  <a:cubicBezTo>
                    <a:pt x="2471" y="1619"/>
                    <a:pt x="2439" y="1603"/>
                    <a:pt x="2419" y="1575"/>
                  </a:cubicBezTo>
                  <a:lnTo>
                    <a:pt x="2171" y="1236"/>
                  </a:lnTo>
                  <a:cubicBezTo>
                    <a:pt x="2116" y="1290"/>
                    <a:pt x="2068" y="1372"/>
                    <a:pt x="2022" y="1485"/>
                  </a:cubicBezTo>
                  <a:lnTo>
                    <a:pt x="1992" y="1560"/>
                  </a:lnTo>
                  <a:cubicBezTo>
                    <a:pt x="1975" y="1601"/>
                    <a:pt x="1935" y="1626"/>
                    <a:pt x="1893" y="1626"/>
                  </a:cubicBezTo>
                  <a:close/>
                  <a:moveTo>
                    <a:pt x="2371" y="1148"/>
                  </a:moveTo>
                  <a:lnTo>
                    <a:pt x="2505" y="1332"/>
                  </a:lnTo>
                  <a:lnTo>
                    <a:pt x="2639" y="1148"/>
                  </a:lnTo>
                  <a:cubicBezTo>
                    <a:pt x="2633" y="1148"/>
                    <a:pt x="2627" y="1148"/>
                    <a:pt x="2621" y="1148"/>
                  </a:cubicBezTo>
                  <a:lnTo>
                    <a:pt x="2389" y="1148"/>
                  </a:lnTo>
                  <a:cubicBezTo>
                    <a:pt x="2383" y="1148"/>
                    <a:pt x="2377" y="1148"/>
                    <a:pt x="2371" y="1148"/>
                  </a:cubicBezTo>
                  <a:close/>
                  <a:moveTo>
                    <a:pt x="2505" y="784"/>
                  </a:moveTo>
                  <a:cubicBezTo>
                    <a:pt x="2289" y="784"/>
                    <a:pt x="2113" y="608"/>
                    <a:pt x="2113" y="392"/>
                  </a:cubicBezTo>
                  <a:cubicBezTo>
                    <a:pt x="2113" y="176"/>
                    <a:pt x="2289" y="0"/>
                    <a:pt x="2505" y="0"/>
                  </a:cubicBezTo>
                  <a:cubicBezTo>
                    <a:pt x="2721" y="0"/>
                    <a:pt x="2897" y="176"/>
                    <a:pt x="2897" y="392"/>
                  </a:cubicBezTo>
                  <a:cubicBezTo>
                    <a:pt x="2897" y="608"/>
                    <a:pt x="2721" y="784"/>
                    <a:pt x="2505" y="784"/>
                  </a:cubicBezTo>
                  <a:close/>
                  <a:moveTo>
                    <a:pt x="2505" y="213"/>
                  </a:moveTo>
                  <a:cubicBezTo>
                    <a:pt x="2407" y="213"/>
                    <a:pt x="2326" y="294"/>
                    <a:pt x="2326" y="392"/>
                  </a:cubicBezTo>
                  <a:cubicBezTo>
                    <a:pt x="2326" y="491"/>
                    <a:pt x="2407" y="571"/>
                    <a:pt x="2505" y="571"/>
                  </a:cubicBezTo>
                  <a:cubicBezTo>
                    <a:pt x="2604" y="571"/>
                    <a:pt x="2684" y="491"/>
                    <a:pt x="2684" y="392"/>
                  </a:cubicBezTo>
                  <a:cubicBezTo>
                    <a:pt x="2684" y="294"/>
                    <a:pt x="2604" y="213"/>
                    <a:pt x="2505" y="21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Rectangle 71">
              <a:extLst>
                <a:ext uri="{FF2B5EF4-FFF2-40B4-BE49-F238E27FC236}">
                  <a16:creationId xmlns:a16="http://schemas.microsoft.com/office/drawing/2014/main" id="{C4AED47F-DC55-2173-6695-2345E47B6E5D}"/>
                </a:ext>
              </a:extLst>
            </p:cNvPr>
            <p:cNvSpPr/>
            <p:nvPr/>
          </p:nvSpPr>
          <p:spPr>
            <a:xfrm>
              <a:off x="7557891" y="4026339"/>
              <a:ext cx="1836483" cy="3091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图标与内容相符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479E96A-841B-BBE4-7E0C-60FD50376ACA}"/>
                </a:ext>
              </a:extLst>
            </p:cNvPr>
            <p:cNvSpPr/>
            <p:nvPr/>
          </p:nvSpPr>
          <p:spPr>
            <a:xfrm>
              <a:off x="6966860" y="4073810"/>
              <a:ext cx="411941" cy="411941"/>
            </a:xfrm>
            <a:prstGeom prst="ellipse">
              <a:avLst/>
            </a:prstGeom>
            <a:solidFill>
              <a:srgbClr val="00479D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4A0D013-9696-7C9A-31EA-9B03B9D7C83F}"/>
                </a:ext>
              </a:extLst>
            </p:cNvPr>
            <p:cNvSpPr txBox="1"/>
            <p:nvPr/>
          </p:nvSpPr>
          <p:spPr>
            <a:xfrm>
              <a:off x="7474317" y="4292496"/>
              <a:ext cx="3380557" cy="42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确保图标的含义符合所表达的内容</a:t>
              </a:r>
              <a:endParaRPr lang="zh-CN" altLang="en-US" sz="1600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842ABA9A-96E9-84B3-4445-6E6CDB9AF71C}"/>
                </a:ext>
              </a:extLst>
            </p:cNvPr>
            <p:cNvSpPr/>
            <p:nvPr/>
          </p:nvSpPr>
          <p:spPr>
            <a:xfrm>
              <a:off x="7065315" y="4172776"/>
              <a:ext cx="215031" cy="214008"/>
            </a:xfrm>
            <a:custGeom>
              <a:avLst/>
              <a:gdLst>
                <a:gd name="connsiteX0" fmla="*/ 59719 w 604084"/>
                <a:gd name="connsiteY0" fmla="*/ 352290 h 601212"/>
                <a:gd name="connsiteX1" fmla="*/ 35420 w 604084"/>
                <a:gd name="connsiteY1" fmla="*/ 382719 h 601212"/>
                <a:gd name="connsiteX2" fmla="*/ 27733 w 604084"/>
                <a:gd name="connsiteY2" fmla="*/ 409584 h 601212"/>
                <a:gd name="connsiteX3" fmla="*/ 41323 w 604084"/>
                <a:gd name="connsiteY3" fmla="*/ 434119 h 601212"/>
                <a:gd name="connsiteX4" fmla="*/ 42010 w 604084"/>
                <a:gd name="connsiteY4" fmla="*/ 434668 h 601212"/>
                <a:gd name="connsiteX5" fmla="*/ 64798 w 604084"/>
                <a:gd name="connsiteY5" fmla="*/ 442618 h 601212"/>
                <a:gd name="connsiteX6" fmla="*/ 93490 w 604084"/>
                <a:gd name="connsiteY6" fmla="*/ 428911 h 601212"/>
                <a:gd name="connsiteX7" fmla="*/ 117789 w 604084"/>
                <a:gd name="connsiteY7" fmla="*/ 398482 h 601212"/>
                <a:gd name="connsiteX8" fmla="*/ 481781 w 604084"/>
                <a:gd name="connsiteY8" fmla="*/ 309401 h 601212"/>
                <a:gd name="connsiteX9" fmla="*/ 349677 w 604084"/>
                <a:gd name="connsiteY9" fmla="*/ 467956 h 601212"/>
                <a:gd name="connsiteX10" fmla="*/ 481781 w 604084"/>
                <a:gd name="connsiteY10" fmla="*/ 467956 h 601212"/>
                <a:gd name="connsiteX11" fmla="*/ 500182 w 604084"/>
                <a:gd name="connsiteY11" fmla="*/ 258560 h 601212"/>
                <a:gd name="connsiteX12" fmla="*/ 509245 w 604084"/>
                <a:gd name="connsiteY12" fmla="*/ 271442 h 601212"/>
                <a:gd name="connsiteX13" fmla="*/ 509245 w 604084"/>
                <a:gd name="connsiteY13" fmla="*/ 481660 h 601212"/>
                <a:gd name="connsiteX14" fmla="*/ 495513 w 604084"/>
                <a:gd name="connsiteY14" fmla="*/ 495364 h 601212"/>
                <a:gd name="connsiteX15" fmla="*/ 320428 w 604084"/>
                <a:gd name="connsiteY15" fmla="*/ 495364 h 601212"/>
                <a:gd name="connsiteX16" fmla="*/ 308069 w 604084"/>
                <a:gd name="connsiteY16" fmla="*/ 487416 h 601212"/>
                <a:gd name="connsiteX17" fmla="*/ 309854 w 604084"/>
                <a:gd name="connsiteY17" fmla="*/ 472890 h 601212"/>
                <a:gd name="connsiteX18" fmla="*/ 484939 w 604084"/>
                <a:gd name="connsiteY18" fmla="*/ 262671 h 601212"/>
                <a:gd name="connsiteX19" fmla="*/ 500182 w 604084"/>
                <a:gd name="connsiteY19" fmla="*/ 258560 h 601212"/>
                <a:gd name="connsiteX20" fmla="*/ 230987 w 604084"/>
                <a:gd name="connsiteY20" fmla="*/ 181418 h 601212"/>
                <a:gd name="connsiteX21" fmla="*/ 241077 w 604084"/>
                <a:gd name="connsiteY21" fmla="*/ 184383 h 601212"/>
                <a:gd name="connsiteX22" fmla="*/ 243274 w 604084"/>
                <a:gd name="connsiteY22" fmla="*/ 203578 h 601212"/>
                <a:gd name="connsiteX23" fmla="*/ 153494 w 604084"/>
                <a:gd name="connsiteY23" fmla="*/ 316277 h 601212"/>
                <a:gd name="connsiteX24" fmla="*/ 142787 w 604084"/>
                <a:gd name="connsiteY24" fmla="*/ 321350 h 601212"/>
                <a:gd name="connsiteX25" fmla="*/ 134138 w 604084"/>
                <a:gd name="connsiteY25" fmla="*/ 318471 h 601212"/>
                <a:gd name="connsiteX26" fmla="*/ 131942 w 604084"/>
                <a:gd name="connsiteY26" fmla="*/ 299139 h 601212"/>
                <a:gd name="connsiteX27" fmla="*/ 221721 w 604084"/>
                <a:gd name="connsiteY27" fmla="*/ 186577 h 601212"/>
                <a:gd name="connsiteX28" fmla="*/ 230987 w 604084"/>
                <a:gd name="connsiteY28" fmla="*/ 181418 h 601212"/>
                <a:gd name="connsiteX29" fmla="*/ 339635 w 604084"/>
                <a:gd name="connsiteY29" fmla="*/ 60608 h 601212"/>
                <a:gd name="connsiteX30" fmla="*/ 302294 w 604084"/>
                <a:gd name="connsiteY30" fmla="*/ 84457 h 601212"/>
                <a:gd name="connsiteX31" fmla="*/ 308609 w 604084"/>
                <a:gd name="connsiteY31" fmla="*/ 89529 h 601212"/>
                <a:gd name="connsiteX32" fmla="*/ 310806 w 604084"/>
                <a:gd name="connsiteY32" fmla="*/ 108719 h 601212"/>
                <a:gd name="connsiteX33" fmla="*/ 300098 w 604084"/>
                <a:gd name="connsiteY33" fmla="*/ 113927 h 601212"/>
                <a:gd name="connsiteX34" fmla="*/ 291587 w 604084"/>
                <a:gd name="connsiteY34" fmla="*/ 110912 h 601212"/>
                <a:gd name="connsiteX35" fmla="*/ 277721 w 604084"/>
                <a:gd name="connsiteY35" fmla="*/ 99946 h 601212"/>
                <a:gd name="connsiteX36" fmla="*/ 257815 w 604084"/>
                <a:gd name="connsiteY36" fmla="*/ 112694 h 601212"/>
                <a:gd name="connsiteX37" fmla="*/ 307237 w 604084"/>
                <a:gd name="connsiteY37" fmla="*/ 152032 h 601212"/>
                <a:gd name="connsiteX38" fmla="*/ 358579 w 604084"/>
                <a:gd name="connsiteY38" fmla="*/ 16060 h 601212"/>
                <a:gd name="connsiteX39" fmla="*/ 374504 w 604084"/>
                <a:gd name="connsiteY39" fmla="*/ 16883 h 601212"/>
                <a:gd name="connsiteX40" fmla="*/ 378897 w 604084"/>
                <a:gd name="connsiteY40" fmla="*/ 32234 h 601212"/>
                <a:gd name="connsiteX41" fmla="*/ 326593 w 604084"/>
                <a:gd name="connsiteY41" fmla="*/ 179309 h 601212"/>
                <a:gd name="connsiteX42" fmla="*/ 325769 w 604084"/>
                <a:gd name="connsiteY42" fmla="*/ 181091 h 601212"/>
                <a:gd name="connsiteX43" fmla="*/ 325632 w 604084"/>
                <a:gd name="connsiteY43" fmla="*/ 181502 h 601212"/>
                <a:gd name="connsiteX44" fmla="*/ 324671 w 604084"/>
                <a:gd name="connsiteY44" fmla="*/ 182873 h 601212"/>
                <a:gd name="connsiteX45" fmla="*/ 324534 w 604084"/>
                <a:gd name="connsiteY45" fmla="*/ 183147 h 601212"/>
                <a:gd name="connsiteX46" fmla="*/ 324397 w 604084"/>
                <a:gd name="connsiteY46" fmla="*/ 183284 h 601212"/>
                <a:gd name="connsiteX47" fmla="*/ 147716 w 604084"/>
                <a:gd name="connsiteY47" fmla="*/ 404787 h 601212"/>
                <a:gd name="connsiteX48" fmla="*/ 114906 w 604084"/>
                <a:gd name="connsiteY48" fmla="*/ 445907 h 601212"/>
                <a:gd name="connsiteX49" fmla="*/ 64798 w 604084"/>
                <a:gd name="connsiteY49" fmla="*/ 470031 h 601212"/>
                <a:gd name="connsiteX50" fmla="*/ 24987 w 604084"/>
                <a:gd name="connsiteY50" fmla="*/ 456187 h 601212"/>
                <a:gd name="connsiteX51" fmla="*/ 24163 w 604084"/>
                <a:gd name="connsiteY51" fmla="*/ 455502 h 601212"/>
                <a:gd name="connsiteX52" fmla="*/ 414 w 604084"/>
                <a:gd name="connsiteY52" fmla="*/ 412737 h 601212"/>
                <a:gd name="connsiteX53" fmla="*/ 14004 w 604084"/>
                <a:gd name="connsiteY53" fmla="*/ 365722 h 601212"/>
                <a:gd name="connsiteX54" fmla="*/ 46815 w 604084"/>
                <a:gd name="connsiteY54" fmla="*/ 324465 h 601212"/>
                <a:gd name="connsiteX55" fmla="*/ 66034 w 604084"/>
                <a:gd name="connsiteY55" fmla="*/ 322272 h 601212"/>
                <a:gd name="connsiteX56" fmla="*/ 134812 w 604084"/>
                <a:gd name="connsiteY56" fmla="*/ 376962 h 601212"/>
                <a:gd name="connsiteX57" fmla="*/ 294332 w 604084"/>
                <a:gd name="connsiteY57" fmla="*/ 176842 h 601212"/>
                <a:gd name="connsiteX58" fmla="*/ 236400 w 604084"/>
                <a:gd name="connsiteY58" fmla="*/ 130787 h 601212"/>
                <a:gd name="connsiteX59" fmla="*/ 109689 w 604084"/>
                <a:gd name="connsiteY59" fmla="*/ 289649 h 601212"/>
                <a:gd name="connsiteX60" fmla="*/ 90333 w 604084"/>
                <a:gd name="connsiteY60" fmla="*/ 291842 h 601212"/>
                <a:gd name="connsiteX61" fmla="*/ 88136 w 604084"/>
                <a:gd name="connsiteY61" fmla="*/ 272516 h 601212"/>
                <a:gd name="connsiteX62" fmla="*/ 223495 w 604084"/>
                <a:gd name="connsiteY62" fmla="*/ 102962 h 601212"/>
                <a:gd name="connsiteX63" fmla="*/ 223495 w 604084"/>
                <a:gd name="connsiteY63" fmla="*/ 102825 h 601212"/>
                <a:gd name="connsiteX64" fmla="*/ 224044 w 604084"/>
                <a:gd name="connsiteY64" fmla="*/ 102276 h 601212"/>
                <a:gd name="connsiteX65" fmla="*/ 224456 w 604084"/>
                <a:gd name="connsiteY65" fmla="*/ 101865 h 601212"/>
                <a:gd name="connsiteX66" fmla="*/ 225005 w 604084"/>
                <a:gd name="connsiteY66" fmla="*/ 101317 h 601212"/>
                <a:gd name="connsiteX67" fmla="*/ 225417 w 604084"/>
                <a:gd name="connsiteY67" fmla="*/ 100906 h 601212"/>
                <a:gd name="connsiteX68" fmla="*/ 225966 w 604084"/>
                <a:gd name="connsiteY68" fmla="*/ 100494 h 601212"/>
                <a:gd name="connsiteX69" fmla="*/ 226653 w 604084"/>
                <a:gd name="connsiteY69" fmla="*/ 100083 h 601212"/>
                <a:gd name="connsiteX70" fmla="*/ 226790 w 604084"/>
                <a:gd name="connsiteY70" fmla="*/ 99946 h 601212"/>
                <a:gd name="connsiteX71" fmla="*/ 595022 w 604084"/>
                <a:gd name="connsiteY71" fmla="*/ 851 h 601212"/>
                <a:gd name="connsiteX72" fmla="*/ 604084 w 604084"/>
                <a:gd name="connsiteY72" fmla="*/ 13735 h 601212"/>
                <a:gd name="connsiteX73" fmla="*/ 604084 w 604084"/>
                <a:gd name="connsiteY73" fmla="*/ 481688 h 601212"/>
                <a:gd name="connsiteX74" fmla="*/ 590354 w 604084"/>
                <a:gd name="connsiteY74" fmla="*/ 495395 h 601212"/>
                <a:gd name="connsiteX75" fmla="*/ 576624 w 604084"/>
                <a:gd name="connsiteY75" fmla="*/ 481688 h 601212"/>
                <a:gd name="connsiteX76" fmla="*/ 576624 w 604084"/>
                <a:gd name="connsiteY76" fmla="*/ 51703 h 601212"/>
                <a:gd name="connsiteX77" fmla="*/ 141926 w 604084"/>
                <a:gd name="connsiteY77" fmla="*/ 573798 h 601212"/>
                <a:gd name="connsiteX78" fmla="*/ 590354 w 604084"/>
                <a:gd name="connsiteY78" fmla="*/ 573798 h 601212"/>
                <a:gd name="connsiteX79" fmla="*/ 604084 w 604084"/>
                <a:gd name="connsiteY79" fmla="*/ 587505 h 601212"/>
                <a:gd name="connsiteX80" fmla="*/ 590354 w 604084"/>
                <a:gd name="connsiteY80" fmla="*/ 601212 h 601212"/>
                <a:gd name="connsiteX81" fmla="*/ 112680 w 604084"/>
                <a:gd name="connsiteY81" fmla="*/ 601212 h 601212"/>
                <a:gd name="connsiteX82" fmla="*/ 100323 w 604084"/>
                <a:gd name="connsiteY82" fmla="*/ 593399 h 601212"/>
                <a:gd name="connsiteX83" fmla="*/ 102108 w 604084"/>
                <a:gd name="connsiteY83" fmla="*/ 578733 h 601212"/>
                <a:gd name="connsiteX84" fmla="*/ 579782 w 604084"/>
                <a:gd name="connsiteY84" fmla="*/ 4963 h 601212"/>
                <a:gd name="connsiteX85" fmla="*/ 595022 w 604084"/>
                <a:gd name="connsiteY85" fmla="*/ 851 h 601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04084" h="601212">
                  <a:moveTo>
                    <a:pt x="59719" y="352290"/>
                  </a:moveTo>
                  <a:lnTo>
                    <a:pt x="35420" y="382719"/>
                  </a:lnTo>
                  <a:cubicBezTo>
                    <a:pt x="29380" y="390395"/>
                    <a:pt x="26634" y="399989"/>
                    <a:pt x="27733" y="409584"/>
                  </a:cubicBezTo>
                  <a:cubicBezTo>
                    <a:pt x="28831" y="419316"/>
                    <a:pt x="33636" y="427951"/>
                    <a:pt x="41323" y="434119"/>
                  </a:cubicBezTo>
                  <a:lnTo>
                    <a:pt x="42010" y="434668"/>
                  </a:lnTo>
                  <a:cubicBezTo>
                    <a:pt x="48599" y="439876"/>
                    <a:pt x="56424" y="442618"/>
                    <a:pt x="64798" y="442618"/>
                  </a:cubicBezTo>
                  <a:cubicBezTo>
                    <a:pt x="76055" y="442618"/>
                    <a:pt x="86489" y="437683"/>
                    <a:pt x="93490" y="428911"/>
                  </a:cubicBezTo>
                  <a:lnTo>
                    <a:pt x="117789" y="398482"/>
                  </a:lnTo>
                  <a:close/>
                  <a:moveTo>
                    <a:pt x="481781" y="309401"/>
                  </a:moveTo>
                  <a:lnTo>
                    <a:pt x="349677" y="467956"/>
                  </a:lnTo>
                  <a:lnTo>
                    <a:pt x="481781" y="467956"/>
                  </a:lnTo>
                  <a:close/>
                  <a:moveTo>
                    <a:pt x="500182" y="258560"/>
                  </a:moveTo>
                  <a:cubicBezTo>
                    <a:pt x="505538" y="260478"/>
                    <a:pt x="509245" y="265686"/>
                    <a:pt x="509245" y="271442"/>
                  </a:cubicBezTo>
                  <a:lnTo>
                    <a:pt x="509245" y="481660"/>
                  </a:lnTo>
                  <a:cubicBezTo>
                    <a:pt x="509245" y="489197"/>
                    <a:pt x="503066" y="495364"/>
                    <a:pt x="495513" y="495364"/>
                  </a:cubicBezTo>
                  <a:lnTo>
                    <a:pt x="320428" y="495364"/>
                  </a:lnTo>
                  <a:cubicBezTo>
                    <a:pt x="315209" y="495364"/>
                    <a:pt x="310266" y="492212"/>
                    <a:pt x="308069" y="487416"/>
                  </a:cubicBezTo>
                  <a:cubicBezTo>
                    <a:pt x="305734" y="482620"/>
                    <a:pt x="306558" y="477001"/>
                    <a:pt x="309854" y="472890"/>
                  </a:cubicBezTo>
                  <a:lnTo>
                    <a:pt x="484939" y="262671"/>
                  </a:lnTo>
                  <a:cubicBezTo>
                    <a:pt x="488647" y="258286"/>
                    <a:pt x="494689" y="256641"/>
                    <a:pt x="500182" y="258560"/>
                  </a:cubicBezTo>
                  <a:close/>
                  <a:moveTo>
                    <a:pt x="230987" y="181418"/>
                  </a:moveTo>
                  <a:cubicBezTo>
                    <a:pt x="234488" y="181024"/>
                    <a:pt x="238126" y="181984"/>
                    <a:pt x="241077" y="184383"/>
                  </a:cubicBezTo>
                  <a:cubicBezTo>
                    <a:pt x="246980" y="189044"/>
                    <a:pt x="247941" y="197682"/>
                    <a:pt x="243274" y="203578"/>
                  </a:cubicBezTo>
                  <a:lnTo>
                    <a:pt x="153494" y="316277"/>
                  </a:lnTo>
                  <a:cubicBezTo>
                    <a:pt x="150749" y="319568"/>
                    <a:pt x="146768" y="321350"/>
                    <a:pt x="142787" y="321350"/>
                  </a:cubicBezTo>
                  <a:cubicBezTo>
                    <a:pt x="139767" y="321350"/>
                    <a:pt x="136746" y="320391"/>
                    <a:pt x="134138" y="318471"/>
                  </a:cubicBezTo>
                  <a:cubicBezTo>
                    <a:pt x="128235" y="313672"/>
                    <a:pt x="127274" y="305035"/>
                    <a:pt x="131942" y="299139"/>
                  </a:cubicBezTo>
                  <a:lnTo>
                    <a:pt x="221721" y="186577"/>
                  </a:lnTo>
                  <a:cubicBezTo>
                    <a:pt x="224124" y="183560"/>
                    <a:pt x="227487" y="181812"/>
                    <a:pt x="230987" y="181418"/>
                  </a:cubicBezTo>
                  <a:close/>
                  <a:moveTo>
                    <a:pt x="339635" y="60608"/>
                  </a:moveTo>
                  <a:lnTo>
                    <a:pt x="302294" y="84457"/>
                  </a:lnTo>
                  <a:lnTo>
                    <a:pt x="308609" y="89529"/>
                  </a:lnTo>
                  <a:cubicBezTo>
                    <a:pt x="314512" y="94189"/>
                    <a:pt x="315611" y="102825"/>
                    <a:pt x="310806" y="108719"/>
                  </a:cubicBezTo>
                  <a:cubicBezTo>
                    <a:pt x="308060" y="112145"/>
                    <a:pt x="304079" y="113927"/>
                    <a:pt x="300098" y="113927"/>
                  </a:cubicBezTo>
                  <a:cubicBezTo>
                    <a:pt x="297078" y="113927"/>
                    <a:pt x="294058" y="112968"/>
                    <a:pt x="291587" y="110912"/>
                  </a:cubicBezTo>
                  <a:lnTo>
                    <a:pt x="277721" y="99946"/>
                  </a:lnTo>
                  <a:lnTo>
                    <a:pt x="257815" y="112694"/>
                  </a:lnTo>
                  <a:lnTo>
                    <a:pt x="307237" y="152032"/>
                  </a:lnTo>
                  <a:close/>
                  <a:moveTo>
                    <a:pt x="358579" y="16060"/>
                  </a:moveTo>
                  <a:cubicBezTo>
                    <a:pt x="363522" y="12908"/>
                    <a:pt x="369974" y="13182"/>
                    <a:pt x="374504" y="16883"/>
                  </a:cubicBezTo>
                  <a:cubicBezTo>
                    <a:pt x="379172" y="20584"/>
                    <a:pt x="380956" y="26752"/>
                    <a:pt x="378897" y="32234"/>
                  </a:cubicBezTo>
                  <a:lnTo>
                    <a:pt x="326593" y="179309"/>
                  </a:lnTo>
                  <a:cubicBezTo>
                    <a:pt x="326319" y="179995"/>
                    <a:pt x="326044" y="180543"/>
                    <a:pt x="325769" y="181091"/>
                  </a:cubicBezTo>
                  <a:cubicBezTo>
                    <a:pt x="325769" y="181228"/>
                    <a:pt x="325632" y="181365"/>
                    <a:pt x="325632" y="181502"/>
                  </a:cubicBezTo>
                  <a:cubicBezTo>
                    <a:pt x="325358" y="181914"/>
                    <a:pt x="325083" y="182462"/>
                    <a:pt x="324671" y="182873"/>
                  </a:cubicBezTo>
                  <a:cubicBezTo>
                    <a:pt x="324671" y="182873"/>
                    <a:pt x="324534" y="183010"/>
                    <a:pt x="324534" y="183147"/>
                  </a:cubicBezTo>
                  <a:cubicBezTo>
                    <a:pt x="324397" y="183147"/>
                    <a:pt x="324397" y="183147"/>
                    <a:pt x="324397" y="183284"/>
                  </a:cubicBezTo>
                  <a:lnTo>
                    <a:pt x="147716" y="404787"/>
                  </a:lnTo>
                  <a:lnTo>
                    <a:pt x="114906" y="445907"/>
                  </a:lnTo>
                  <a:cubicBezTo>
                    <a:pt x="102688" y="461259"/>
                    <a:pt x="84429" y="470031"/>
                    <a:pt x="64798" y="470031"/>
                  </a:cubicBezTo>
                  <a:cubicBezTo>
                    <a:pt x="50384" y="470031"/>
                    <a:pt x="36244" y="465097"/>
                    <a:pt x="24987" y="456187"/>
                  </a:cubicBezTo>
                  <a:lnTo>
                    <a:pt x="24163" y="455502"/>
                  </a:lnTo>
                  <a:cubicBezTo>
                    <a:pt x="10847" y="444948"/>
                    <a:pt x="2336" y="429733"/>
                    <a:pt x="414" y="412737"/>
                  </a:cubicBezTo>
                  <a:cubicBezTo>
                    <a:pt x="-1508" y="395740"/>
                    <a:pt x="3297" y="379018"/>
                    <a:pt x="14004" y="365722"/>
                  </a:cubicBezTo>
                  <a:lnTo>
                    <a:pt x="46815" y="324465"/>
                  </a:lnTo>
                  <a:cubicBezTo>
                    <a:pt x="51482" y="318571"/>
                    <a:pt x="60131" y="317611"/>
                    <a:pt x="66034" y="322272"/>
                  </a:cubicBezTo>
                  <a:lnTo>
                    <a:pt x="134812" y="376962"/>
                  </a:lnTo>
                  <a:lnTo>
                    <a:pt x="294332" y="176842"/>
                  </a:lnTo>
                  <a:lnTo>
                    <a:pt x="236400" y="130787"/>
                  </a:lnTo>
                  <a:lnTo>
                    <a:pt x="109689" y="289649"/>
                  </a:lnTo>
                  <a:cubicBezTo>
                    <a:pt x="104884" y="295543"/>
                    <a:pt x="96373" y="296503"/>
                    <a:pt x="90333" y="291842"/>
                  </a:cubicBezTo>
                  <a:cubicBezTo>
                    <a:pt x="84429" y="287182"/>
                    <a:pt x="83469" y="278547"/>
                    <a:pt x="88136" y="272516"/>
                  </a:cubicBezTo>
                  <a:lnTo>
                    <a:pt x="223495" y="102962"/>
                  </a:lnTo>
                  <a:cubicBezTo>
                    <a:pt x="223495" y="102962"/>
                    <a:pt x="223495" y="102825"/>
                    <a:pt x="223495" y="102825"/>
                  </a:cubicBezTo>
                  <a:cubicBezTo>
                    <a:pt x="223770" y="102688"/>
                    <a:pt x="223907" y="102413"/>
                    <a:pt x="224044" y="102276"/>
                  </a:cubicBezTo>
                  <a:cubicBezTo>
                    <a:pt x="224182" y="102139"/>
                    <a:pt x="224319" y="102002"/>
                    <a:pt x="224456" y="101865"/>
                  </a:cubicBezTo>
                  <a:cubicBezTo>
                    <a:pt x="224594" y="101591"/>
                    <a:pt x="224868" y="101454"/>
                    <a:pt x="225005" y="101317"/>
                  </a:cubicBezTo>
                  <a:cubicBezTo>
                    <a:pt x="225143" y="101180"/>
                    <a:pt x="225280" y="101043"/>
                    <a:pt x="225417" y="100906"/>
                  </a:cubicBezTo>
                  <a:cubicBezTo>
                    <a:pt x="225692" y="100769"/>
                    <a:pt x="225829" y="100632"/>
                    <a:pt x="225966" y="100494"/>
                  </a:cubicBezTo>
                  <a:cubicBezTo>
                    <a:pt x="226241" y="100357"/>
                    <a:pt x="226378" y="100220"/>
                    <a:pt x="226653" y="100083"/>
                  </a:cubicBezTo>
                  <a:cubicBezTo>
                    <a:pt x="226653" y="100083"/>
                    <a:pt x="226790" y="99946"/>
                    <a:pt x="226790" y="99946"/>
                  </a:cubicBezTo>
                  <a:close/>
                  <a:moveTo>
                    <a:pt x="595022" y="851"/>
                  </a:moveTo>
                  <a:cubicBezTo>
                    <a:pt x="600514" y="2770"/>
                    <a:pt x="604084" y="7978"/>
                    <a:pt x="604084" y="13735"/>
                  </a:cubicBezTo>
                  <a:lnTo>
                    <a:pt x="604084" y="481688"/>
                  </a:lnTo>
                  <a:cubicBezTo>
                    <a:pt x="604084" y="489227"/>
                    <a:pt x="597906" y="495395"/>
                    <a:pt x="590354" y="495395"/>
                  </a:cubicBezTo>
                  <a:cubicBezTo>
                    <a:pt x="582802" y="495395"/>
                    <a:pt x="576624" y="489227"/>
                    <a:pt x="576624" y="481688"/>
                  </a:cubicBezTo>
                  <a:lnTo>
                    <a:pt x="576624" y="51703"/>
                  </a:lnTo>
                  <a:lnTo>
                    <a:pt x="141926" y="573798"/>
                  </a:lnTo>
                  <a:lnTo>
                    <a:pt x="590354" y="573798"/>
                  </a:lnTo>
                  <a:cubicBezTo>
                    <a:pt x="597906" y="573798"/>
                    <a:pt x="604084" y="579967"/>
                    <a:pt x="604084" y="587505"/>
                  </a:cubicBezTo>
                  <a:cubicBezTo>
                    <a:pt x="604084" y="595044"/>
                    <a:pt x="597906" y="601212"/>
                    <a:pt x="590354" y="601212"/>
                  </a:cubicBezTo>
                  <a:lnTo>
                    <a:pt x="112680" y="601212"/>
                  </a:lnTo>
                  <a:cubicBezTo>
                    <a:pt x="107325" y="601212"/>
                    <a:pt x="102520" y="598197"/>
                    <a:pt x="100323" y="593399"/>
                  </a:cubicBezTo>
                  <a:cubicBezTo>
                    <a:pt x="97989" y="588602"/>
                    <a:pt x="98675" y="582845"/>
                    <a:pt x="102108" y="578733"/>
                  </a:cubicBezTo>
                  <a:lnTo>
                    <a:pt x="579782" y="4963"/>
                  </a:lnTo>
                  <a:cubicBezTo>
                    <a:pt x="583489" y="577"/>
                    <a:pt x="589530" y="-1205"/>
                    <a:pt x="595022" y="85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B1508D1D-0343-0D6F-DFB7-3E79B9744F0D}"/>
              </a:ext>
            </a:extLst>
          </p:cNvPr>
          <p:cNvSpPr txBox="1"/>
          <p:nvPr/>
        </p:nvSpPr>
        <p:spPr>
          <a:xfrm>
            <a:off x="2062462" y="5690196"/>
            <a:ext cx="2060686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初始文案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4967FD-B023-8365-C243-558F9696847B}"/>
              </a:ext>
            </a:extLst>
          </p:cNvPr>
          <p:cNvSpPr txBox="1"/>
          <p:nvPr/>
        </p:nvSpPr>
        <p:spPr>
          <a:xfrm>
            <a:off x="7765994" y="5690196"/>
            <a:ext cx="2060686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优化建议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36BBE0-4F6A-0199-2F51-BB4A7203D2F0}"/>
              </a:ext>
            </a:extLst>
          </p:cNvPr>
          <p:cNvSpPr/>
          <p:nvPr/>
        </p:nvSpPr>
        <p:spPr>
          <a:xfrm>
            <a:off x="695326" y="1413050"/>
            <a:ext cx="4794959" cy="4012256"/>
          </a:xfrm>
          <a:prstGeom prst="rect">
            <a:avLst/>
          </a:prstGeom>
          <a:noFill/>
          <a:ln>
            <a:solidFill>
              <a:srgbClr val="0047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3742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867D279-CF84-A2CD-53FA-8A4B7E91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产品图排版要求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7D4BF7E-C7B7-6E13-0AD0-FCE78C819F25}"/>
              </a:ext>
            </a:extLst>
          </p:cNvPr>
          <p:cNvSpPr/>
          <p:nvPr/>
        </p:nvSpPr>
        <p:spPr>
          <a:xfrm>
            <a:off x="2339520" y="1630228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D47B48F-061D-C60F-F3D8-8DCC10CC492A}"/>
              </a:ext>
            </a:extLst>
          </p:cNvPr>
          <p:cNvSpPr/>
          <p:nvPr/>
        </p:nvSpPr>
        <p:spPr>
          <a:xfrm>
            <a:off x="1456870" y="2049328"/>
            <a:ext cx="2679700" cy="3430588"/>
          </a:xfrm>
          <a:prstGeom prst="roundRect">
            <a:avLst>
              <a:gd name="adj" fmla="val 5268"/>
            </a:avLst>
          </a:prstGeom>
          <a:solidFill>
            <a:schemeClr val="bg1">
              <a:lumMod val="9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C5A2D8F-2A06-F867-B23B-C44761FBD8D5}"/>
              </a:ext>
            </a:extLst>
          </p:cNvPr>
          <p:cNvSpPr/>
          <p:nvPr/>
        </p:nvSpPr>
        <p:spPr>
          <a:xfrm>
            <a:off x="2433515" y="1724223"/>
            <a:ext cx="726410" cy="726410"/>
          </a:xfrm>
          <a:prstGeom prst="ellipse">
            <a:avLst/>
          </a:pr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2A23D4-BF60-D969-5E70-B18826BC6054}"/>
              </a:ext>
            </a:extLst>
          </p:cNvPr>
          <p:cNvSpPr txBox="1"/>
          <p:nvPr/>
        </p:nvSpPr>
        <p:spPr>
          <a:xfrm>
            <a:off x="2085997" y="2861097"/>
            <a:ext cx="135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图片质量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7460C0-8FCD-F539-DDD5-A103AFA2C04F}"/>
              </a:ext>
            </a:extLst>
          </p:cNvPr>
          <p:cNvSpPr txBox="1"/>
          <p:nvPr/>
        </p:nvSpPr>
        <p:spPr>
          <a:xfrm>
            <a:off x="1669179" y="3509360"/>
            <a:ext cx="2209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）使用高质量图片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AC8F53-5639-8E42-483C-3A27C1DB397B}"/>
              </a:ext>
            </a:extLst>
          </p:cNvPr>
          <p:cNvSpPr txBox="1"/>
          <p:nvPr/>
        </p:nvSpPr>
        <p:spPr>
          <a:xfrm>
            <a:off x="1669179" y="4052435"/>
            <a:ext cx="24673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）避免拉伸或压缩图片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2BA24E-3F77-A2B0-EFC9-12B3AD2F76E1}"/>
              </a:ext>
            </a:extLst>
          </p:cNvPr>
          <p:cNvSpPr txBox="1"/>
          <p:nvPr/>
        </p:nvSpPr>
        <p:spPr>
          <a:xfrm>
            <a:off x="1662512" y="4608114"/>
            <a:ext cx="24673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）确保图片色彩鲜明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889D1E-5C1E-2B84-CCB4-E54CD9BFA994}"/>
              </a:ext>
            </a:extLst>
          </p:cNvPr>
          <p:cNvSpPr txBox="1"/>
          <p:nvPr/>
        </p:nvSpPr>
        <p:spPr>
          <a:xfrm>
            <a:off x="2534783" y="1795040"/>
            <a:ext cx="5238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81BE04F-8711-1BA1-E523-129756B4834E}"/>
              </a:ext>
            </a:extLst>
          </p:cNvPr>
          <p:cNvSpPr/>
          <p:nvPr/>
        </p:nvSpPr>
        <p:spPr>
          <a:xfrm>
            <a:off x="5648347" y="1630228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96DA73A-7408-7EBF-AF22-74B4A46287A8}"/>
              </a:ext>
            </a:extLst>
          </p:cNvPr>
          <p:cNvSpPr/>
          <p:nvPr/>
        </p:nvSpPr>
        <p:spPr>
          <a:xfrm>
            <a:off x="4765697" y="2049328"/>
            <a:ext cx="2679700" cy="3430588"/>
          </a:xfrm>
          <a:prstGeom prst="roundRect">
            <a:avLst>
              <a:gd name="adj" fmla="val 5268"/>
            </a:avLst>
          </a:prstGeom>
          <a:solidFill>
            <a:schemeClr val="bg1">
              <a:lumMod val="9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D734C4D-9F24-57A4-514B-561BC82DB651}"/>
              </a:ext>
            </a:extLst>
          </p:cNvPr>
          <p:cNvSpPr/>
          <p:nvPr/>
        </p:nvSpPr>
        <p:spPr>
          <a:xfrm>
            <a:off x="5742342" y="1724223"/>
            <a:ext cx="726410" cy="726410"/>
          </a:xfrm>
          <a:prstGeom prst="ellipse">
            <a:avLst/>
          </a:pr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341A34F-4768-8CB1-A8A5-22BF2C3722C6}"/>
              </a:ext>
            </a:extLst>
          </p:cNvPr>
          <p:cNvSpPr txBox="1"/>
          <p:nvPr/>
        </p:nvSpPr>
        <p:spPr>
          <a:xfrm>
            <a:off x="5394824" y="2861097"/>
            <a:ext cx="135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图片位置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D0CFB0-2E9D-0737-D024-8B9B632B741D}"/>
              </a:ext>
            </a:extLst>
          </p:cNvPr>
          <p:cNvSpPr txBox="1"/>
          <p:nvPr/>
        </p:nvSpPr>
        <p:spPr>
          <a:xfrm>
            <a:off x="4902698" y="3405233"/>
            <a:ext cx="2405698" cy="1899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）页面展示一张图片时，使用居中对齐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）页面展示多张图片时，使用错位排版，并可添加点击动画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64303F-6818-43DE-F23E-483E2B8D7799}"/>
              </a:ext>
            </a:extLst>
          </p:cNvPr>
          <p:cNvSpPr txBox="1"/>
          <p:nvPr/>
        </p:nvSpPr>
        <p:spPr>
          <a:xfrm>
            <a:off x="5843610" y="1795040"/>
            <a:ext cx="5238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DAD8B8C-5204-2567-BDC2-0AAC4D4587E3}"/>
              </a:ext>
            </a:extLst>
          </p:cNvPr>
          <p:cNvSpPr/>
          <p:nvPr/>
        </p:nvSpPr>
        <p:spPr>
          <a:xfrm>
            <a:off x="8957174" y="1630228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B8C490C-108F-1CB5-6838-4DCD117B9C9C}"/>
              </a:ext>
            </a:extLst>
          </p:cNvPr>
          <p:cNvSpPr/>
          <p:nvPr/>
        </p:nvSpPr>
        <p:spPr>
          <a:xfrm>
            <a:off x="8074524" y="2049328"/>
            <a:ext cx="2679700" cy="3430588"/>
          </a:xfrm>
          <a:prstGeom prst="roundRect">
            <a:avLst>
              <a:gd name="adj" fmla="val 5268"/>
            </a:avLst>
          </a:prstGeom>
          <a:solidFill>
            <a:schemeClr val="bg1">
              <a:lumMod val="95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B4BCA3E-1850-4070-FE28-1B533208E134}"/>
              </a:ext>
            </a:extLst>
          </p:cNvPr>
          <p:cNvSpPr/>
          <p:nvPr/>
        </p:nvSpPr>
        <p:spPr>
          <a:xfrm>
            <a:off x="9051169" y="1724223"/>
            <a:ext cx="726410" cy="726410"/>
          </a:xfrm>
          <a:prstGeom prst="ellipse">
            <a:avLst/>
          </a:prstGeom>
          <a:solidFill>
            <a:srgbClr val="004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7D8F984-2E24-9849-2FEC-FBDEF0DD6359}"/>
              </a:ext>
            </a:extLst>
          </p:cNvPr>
          <p:cNvSpPr txBox="1"/>
          <p:nvPr/>
        </p:nvSpPr>
        <p:spPr>
          <a:xfrm>
            <a:off x="8703651" y="2861097"/>
            <a:ext cx="135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7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图片版权</a:t>
            </a:r>
            <a:endParaRPr lang="zh-CN" altLang="en-US" dirty="0">
              <a:solidFill>
                <a:srgbClr val="00479D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07033E5-E884-E4B6-C8C3-4DBEBE41BD63}"/>
              </a:ext>
            </a:extLst>
          </p:cNvPr>
          <p:cNvSpPr txBox="1"/>
          <p:nvPr/>
        </p:nvSpPr>
        <p:spPr>
          <a:xfrm>
            <a:off x="9152437" y="1795040"/>
            <a:ext cx="5238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B6B2B32-CE65-9A84-43AC-127F5980C75B}"/>
              </a:ext>
            </a:extLst>
          </p:cNvPr>
          <p:cNvSpPr txBox="1"/>
          <p:nvPr/>
        </p:nvSpPr>
        <p:spPr>
          <a:xfrm>
            <a:off x="8268675" y="3405233"/>
            <a:ext cx="2405698" cy="1899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须</a:t>
            </a:r>
            <a:r>
              <a:rPr lang="zh-CN" altLang="en-US" sz="1600" dirty="0"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确保使用的图片版权在公司授权范围内（确保使用的图片不侵犯任何版权，避免使用未经公司授权的图片）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54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0D36E-4DEE-7ED3-4C27-B427350E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产品图展示</a:t>
            </a:r>
            <a:r>
              <a:rPr lang="en-US" altLang="zh-CN" dirty="0"/>
              <a:t>-</a:t>
            </a:r>
            <a:r>
              <a:rPr lang="zh-CN" altLang="en-US" dirty="0"/>
              <a:t>居中对齐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9E9410-FE6A-2DC9-D0AF-11422C87EC8E}"/>
              </a:ext>
            </a:extLst>
          </p:cNvPr>
          <p:cNvSpPr/>
          <p:nvPr/>
        </p:nvSpPr>
        <p:spPr>
          <a:xfrm>
            <a:off x="695325" y="1196975"/>
            <a:ext cx="10801350" cy="4824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一张图片的示例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algn="ctr"/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一张图片且没有文字内容时，在定界框内上下左右居中对齐</a:t>
            </a:r>
          </a:p>
        </p:txBody>
      </p:sp>
    </p:spTree>
    <p:extLst>
      <p:ext uri="{BB962C8B-B14F-4D97-AF65-F5344CB8AC3E}">
        <p14:creationId xmlns:p14="http://schemas.microsoft.com/office/powerpoint/2010/main" val="3050002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0D36E-4DEE-7ED3-4C27-B427350E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产品图展示</a:t>
            </a:r>
            <a:r>
              <a:rPr lang="en-US" altLang="zh-CN" dirty="0"/>
              <a:t>-</a:t>
            </a:r>
            <a:r>
              <a:rPr lang="zh-CN" altLang="en-US" dirty="0"/>
              <a:t>错位排版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9E9410-FE6A-2DC9-D0AF-11422C87EC8E}"/>
              </a:ext>
            </a:extLst>
          </p:cNvPr>
          <p:cNvSpPr/>
          <p:nvPr/>
        </p:nvSpPr>
        <p:spPr>
          <a:xfrm>
            <a:off x="695325" y="1196975"/>
            <a:ext cx="10277475" cy="4254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图片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71A1EA-2CA9-44C9-A79A-ABA756521824}"/>
              </a:ext>
            </a:extLst>
          </p:cNvPr>
          <p:cNvSpPr/>
          <p:nvPr/>
        </p:nvSpPr>
        <p:spPr>
          <a:xfrm>
            <a:off x="957262" y="1487431"/>
            <a:ext cx="10277475" cy="425450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图片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ED04DC-61CF-8C77-20EA-EE2B348AC11A}"/>
              </a:ext>
            </a:extLst>
          </p:cNvPr>
          <p:cNvSpPr/>
          <p:nvPr/>
        </p:nvSpPr>
        <p:spPr>
          <a:xfrm>
            <a:off x="1219200" y="1766888"/>
            <a:ext cx="10277475" cy="4254500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多张图片的示例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algn="ctr"/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多张图片且没有文字内容时，使用错位排版并添加动画切换效果</a:t>
            </a:r>
          </a:p>
        </p:txBody>
      </p:sp>
    </p:spTree>
    <p:extLst>
      <p:ext uri="{BB962C8B-B14F-4D97-AF65-F5344CB8AC3E}">
        <p14:creationId xmlns:p14="http://schemas.microsoft.com/office/powerpoint/2010/main" val="382593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5A965B0-DB06-EBAF-948F-4AD9447ED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002" y="1975652"/>
            <a:ext cx="3911627" cy="3405813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F9BEFEC-EC67-68E5-791D-C06801D3D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</a:t>
            </a:r>
            <a:r>
              <a:rPr lang="zh-CN" altLang="en-US" dirty="0"/>
              <a:t>水印的添加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A250D6-2E9A-4269-93F7-4A9B3837A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71" y="1975651"/>
            <a:ext cx="6688731" cy="3400338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1062420-672D-CDA2-D7E2-2DCB502E3C46}"/>
              </a:ext>
            </a:extLst>
          </p:cNvPr>
          <p:cNvSpPr txBox="1"/>
          <p:nvPr/>
        </p:nvSpPr>
        <p:spPr>
          <a:xfrm>
            <a:off x="587375" y="1131379"/>
            <a:ext cx="11212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根据不同背景的</a:t>
            </a:r>
            <a:r>
              <a:rPr lang="en-US" altLang="zh-CN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ppt</a:t>
            </a:r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模板，匹配对应的水印</a:t>
            </a:r>
          </a:p>
        </p:txBody>
      </p:sp>
      <p:sp>
        <p:nvSpPr>
          <p:cNvPr id="6" name="任意多边形: 形状 11">
            <a:extLst>
              <a:ext uri="{FF2B5EF4-FFF2-40B4-BE49-F238E27FC236}">
                <a16:creationId xmlns:a16="http://schemas.microsoft.com/office/drawing/2014/main" id="{5688D636-9938-DD5E-3E8D-39FEFC89128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7245636" y="3496967"/>
            <a:ext cx="477831" cy="363183"/>
          </a:xfrm>
          <a:custGeom>
            <a:avLst/>
            <a:gdLst>
              <a:gd name="connsiteX0" fmla="*/ 1829836 w 3659671"/>
              <a:gd name="connsiteY0" fmla="*/ 0 h 5221922"/>
              <a:gd name="connsiteX1" fmla="*/ 2744236 w 3659671"/>
              <a:gd name="connsiteY1" fmla="*/ 1025479 h 5221922"/>
              <a:gd name="connsiteX2" fmla="*/ 2186407 w 3659671"/>
              <a:gd name="connsiteY2" fmla="*/ 1025479 h 5221922"/>
              <a:gd name="connsiteX3" fmla="*/ 2185603 w 3659671"/>
              <a:gd name="connsiteY3" fmla="*/ 1093353 h 5221922"/>
              <a:gd name="connsiteX4" fmla="*/ 2727829 w 3659671"/>
              <a:gd name="connsiteY4" fmla="*/ 3563174 h 5221922"/>
              <a:gd name="connsiteX5" fmla="*/ 3563896 w 3659671"/>
              <a:gd name="connsiteY5" fmla="*/ 5096147 h 5221922"/>
              <a:gd name="connsiteX6" fmla="*/ 3659671 w 3659671"/>
              <a:gd name="connsiteY6" fmla="*/ 5221922 h 5221922"/>
              <a:gd name="connsiteX7" fmla="*/ 0 w 3659671"/>
              <a:gd name="connsiteY7" fmla="*/ 5221922 h 5221922"/>
              <a:gd name="connsiteX8" fmla="*/ 95777 w 3659671"/>
              <a:gd name="connsiteY8" fmla="*/ 5096145 h 5221922"/>
              <a:gd name="connsiteX9" fmla="*/ 931844 w 3659671"/>
              <a:gd name="connsiteY9" fmla="*/ 3563172 h 5221922"/>
              <a:gd name="connsiteX10" fmla="*/ 1474070 w 3659671"/>
              <a:gd name="connsiteY10" fmla="*/ 1093351 h 5221922"/>
              <a:gd name="connsiteX11" fmla="*/ 1473265 w 3659671"/>
              <a:gd name="connsiteY11" fmla="*/ 1025479 h 5221922"/>
              <a:gd name="connsiteX12" fmla="*/ 915436 w 3659671"/>
              <a:gd name="connsiteY12" fmla="*/ 1025479 h 522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59671" h="5221922">
                <a:moveTo>
                  <a:pt x="1829836" y="0"/>
                </a:moveTo>
                <a:lnTo>
                  <a:pt x="2744236" y="1025479"/>
                </a:lnTo>
                <a:lnTo>
                  <a:pt x="2186407" y="1025479"/>
                </a:lnTo>
                <a:lnTo>
                  <a:pt x="2185603" y="1093353"/>
                </a:lnTo>
                <a:cubicBezTo>
                  <a:pt x="2203211" y="1854161"/>
                  <a:pt x="2380074" y="2708036"/>
                  <a:pt x="2727829" y="3563174"/>
                </a:cubicBezTo>
                <a:cubicBezTo>
                  <a:pt x="2959665" y="4133266"/>
                  <a:pt x="3245505" y="4649949"/>
                  <a:pt x="3563896" y="5096147"/>
                </a:cubicBezTo>
                <a:lnTo>
                  <a:pt x="3659671" y="5221922"/>
                </a:lnTo>
                <a:lnTo>
                  <a:pt x="0" y="5221922"/>
                </a:lnTo>
                <a:lnTo>
                  <a:pt x="95777" y="5096145"/>
                </a:lnTo>
                <a:cubicBezTo>
                  <a:pt x="414167" y="4649947"/>
                  <a:pt x="700007" y="4133264"/>
                  <a:pt x="931844" y="3563172"/>
                </a:cubicBezTo>
                <a:cubicBezTo>
                  <a:pt x="1279598" y="2708034"/>
                  <a:pt x="1456462" y="1854159"/>
                  <a:pt x="1474070" y="1093351"/>
                </a:cubicBezTo>
                <a:lnTo>
                  <a:pt x="1473265" y="1025479"/>
                </a:lnTo>
                <a:lnTo>
                  <a:pt x="915436" y="1025479"/>
                </a:lnTo>
                <a:close/>
              </a:path>
            </a:pathLst>
          </a:custGeom>
          <a:gradFill>
            <a:gsLst>
              <a:gs pos="0">
                <a:srgbClr val="00A6E1"/>
              </a:gs>
              <a:gs pos="100000">
                <a:srgbClr val="00A6E1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97D0928-EA28-8F3D-EB2E-4FCF936D5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891" y="4011113"/>
            <a:ext cx="581845" cy="58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792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3985</TotalTime>
  <Words>1690</Words>
  <Application>Microsoft Office PowerPoint</Application>
  <PresentationFormat>宽屏</PresentationFormat>
  <Paragraphs>243</Paragraphs>
  <Slides>23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思源黑体 CN Bold</vt:lpstr>
      <vt:lpstr>思源黑体 CN Medium</vt:lpstr>
      <vt:lpstr>思源黑体 CN Regular</vt:lpstr>
      <vt:lpstr>Arial</vt:lpstr>
      <vt:lpstr>Wingdings</vt:lpstr>
      <vt:lpstr>Office 主题​​</vt:lpstr>
      <vt:lpstr>PowerPoint 演示文稿</vt:lpstr>
      <vt:lpstr>更新点</vt:lpstr>
      <vt:lpstr>PowerPoint 演示文稿</vt:lpstr>
      <vt:lpstr>PowerPoint 演示文稿</vt:lpstr>
      <vt:lpstr>1.1 定界框</vt:lpstr>
      <vt:lpstr>1.2 颜色规范</vt:lpstr>
      <vt:lpstr>1.3 字体规范</vt:lpstr>
      <vt:lpstr>1.4 行距规范</vt:lpstr>
      <vt:lpstr>1.5 段距规范</vt:lpstr>
      <vt:lpstr>1.6 对齐准则</vt:lpstr>
      <vt:lpstr>1.6 对齐准则</vt:lpstr>
      <vt:lpstr>1.7 序号等级使用规则</vt:lpstr>
      <vt:lpstr>PowerPoint 演示文稿</vt:lpstr>
      <vt:lpstr>2.1 PPT选择</vt:lpstr>
      <vt:lpstr>2.1 PPT选择-示例说明</vt:lpstr>
      <vt:lpstr>2.2 文本规范</vt:lpstr>
      <vt:lpstr>2.3 动画使用</vt:lpstr>
      <vt:lpstr>2.4 图标使用</vt:lpstr>
      <vt:lpstr>2.5 产品图排版要求</vt:lpstr>
      <vt:lpstr>2.5 产品图展示-居中对齐</vt:lpstr>
      <vt:lpstr>2.5 产品图展示-错位排版</vt:lpstr>
      <vt:lpstr>2.6 水印的添加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na li</cp:lastModifiedBy>
  <cp:revision>517</cp:revision>
  <dcterms:created xsi:type="dcterms:W3CDTF">2021-04-22T05:49:00Z</dcterms:created>
  <dcterms:modified xsi:type="dcterms:W3CDTF">2025-12-02T02:57:32Z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619C4B77A1AD4BB1994E912FDCDDBE20</vt:lpwstr>
  </property>
</Properties>
</file>