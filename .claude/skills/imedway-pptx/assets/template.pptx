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6" r:id="rId2"/>
  </p:sldMasterIdLst>
  <p:notesMasterIdLst>
    <p:notesMasterId r:id="rId26"/>
  </p:notesMasterIdLst>
  <p:handoutMasterIdLst>
    <p:handoutMasterId r:id="rId27"/>
  </p:handoutMasterIdLst>
  <p:sldIdLst>
    <p:sldId id="286" r:id="rId3"/>
    <p:sldId id="268" r:id="rId4"/>
    <p:sldId id="282" r:id="rId5"/>
    <p:sldId id="300" r:id="rId6"/>
    <p:sldId id="301" r:id="rId7"/>
    <p:sldId id="290" r:id="rId8"/>
    <p:sldId id="344" r:id="rId9"/>
    <p:sldId id="342" r:id="rId10"/>
    <p:sldId id="296" r:id="rId11"/>
    <p:sldId id="311" r:id="rId12"/>
    <p:sldId id="349" r:id="rId13"/>
    <p:sldId id="304" r:id="rId14"/>
    <p:sldId id="345" r:id="rId15"/>
    <p:sldId id="351" r:id="rId16"/>
    <p:sldId id="312" r:id="rId17"/>
    <p:sldId id="306" r:id="rId18"/>
    <p:sldId id="307" r:id="rId19"/>
    <p:sldId id="297" r:id="rId20"/>
    <p:sldId id="313" r:id="rId21"/>
    <p:sldId id="343" r:id="rId22"/>
    <p:sldId id="308" r:id="rId23"/>
    <p:sldId id="314" r:id="rId24"/>
    <p:sldId id="362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8BA2CE5-E4A1-4C2C-85BD-5D940DD3A035}">
          <p14:sldIdLst>
            <p14:sldId id="286"/>
            <p14:sldId id="268"/>
            <p14:sldId id="282"/>
            <p14:sldId id="300"/>
            <p14:sldId id="301"/>
            <p14:sldId id="290"/>
            <p14:sldId id="344"/>
            <p14:sldId id="342"/>
            <p14:sldId id="296"/>
            <p14:sldId id="311"/>
            <p14:sldId id="349"/>
            <p14:sldId id="304"/>
            <p14:sldId id="345"/>
            <p14:sldId id="351"/>
            <p14:sldId id="312"/>
            <p14:sldId id="306"/>
            <p14:sldId id="307"/>
            <p14:sldId id="297"/>
            <p14:sldId id="313"/>
            <p14:sldId id="343"/>
            <p14:sldId id="308"/>
            <p14:sldId id="314"/>
            <p14:sldId id="36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79D"/>
    <a:srgbClr val="114493"/>
    <a:srgbClr val="00A9E4"/>
    <a:srgbClr val="3E3A39"/>
    <a:srgbClr val="F8B62D"/>
    <a:srgbClr val="13AE67"/>
    <a:srgbClr val="00A29A"/>
    <a:srgbClr val="ED7D31"/>
    <a:srgbClr val="C2E9F7"/>
    <a:srgbClr val="F2FA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46" autoAdjust="0"/>
    <p:restoredTop sz="95740" autoAdjust="0"/>
  </p:normalViewPr>
  <p:slideViewPr>
    <p:cSldViewPr snapToGrid="0" snapToObjects="1">
      <p:cViewPr varScale="1">
        <p:scale>
          <a:sx n="104" d="100"/>
          <a:sy n="104" d="100"/>
        </p:scale>
        <p:origin x="324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-1668"/>
    </p:cViewPr>
  </p:sorterViewPr>
  <p:notesViewPr>
    <p:cSldViewPr snapToGrid="0" snapToObjects="1" showGuides="1">
      <p:cViewPr varScale="1">
        <p:scale>
          <a:sx n="80" d="100"/>
          <a:sy n="80" d="100"/>
        </p:scale>
        <p:origin x="316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默认状态</a:t>
            </a:r>
            <a:endParaRPr 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c:rich>
      </c:tx>
      <c:layout>
        <c:manualLayout>
          <c:xMode val="edge"/>
          <c:yMode val="edge"/>
          <c:x val="0.3769321300880123"/>
          <c:y val="2.682981039070335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>
                <a:alpha val="2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D9-4B0B-A08B-1C81492BC0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1">
                <a:alpha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D9-4B0B-A08B-1C81492BC01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CD9-4B0B-A08B-1C81492BC0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34472527"/>
        <c:axId val="1234470447"/>
      </c:barChart>
      <c:catAx>
        <c:axId val="12344725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defRPr>
            </a:pPr>
            <a:endParaRPr lang="zh-CN"/>
          </a:p>
        </c:txPr>
        <c:crossAx val="1234470447"/>
        <c:crosses val="autoZero"/>
        <c:auto val="1"/>
        <c:lblAlgn val="ctr"/>
        <c:lblOffset val="100"/>
        <c:noMultiLvlLbl val="0"/>
      </c:catAx>
      <c:valAx>
        <c:axId val="123447044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defRPr>
            </a:pPr>
            <a:endParaRPr lang="zh-CN"/>
          </a:p>
        </c:txPr>
        <c:crossAx val="1234472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默认状态</a:t>
            </a:r>
            <a:endParaRPr 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c:rich>
      </c:tx>
      <c:layout>
        <c:manualLayout>
          <c:xMode val="edge"/>
          <c:yMode val="edge"/>
          <c:x val="0.39303152991096091"/>
          <c:y val="6.956583512802105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CD9-4B0B-A08B-1C81492BC0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1">
                  <a:alpha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CD9-4B0B-A08B-1C81492BC01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1">
                  <a:alpha val="2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alpha val="60000"/>
                </a:schemeClr>
              </a:solidFill>
              <a:ln w="9525">
                <a:solidFill>
                  <a:schemeClr val="accent1">
                    <a:alpha val="60000"/>
                  </a:schemeClr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CD9-4B0B-A08B-1C81492BC0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34472527"/>
        <c:axId val="1234470447"/>
      </c:lineChart>
      <c:catAx>
        <c:axId val="1234472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defRPr>
            </a:pPr>
            <a:endParaRPr lang="zh-CN"/>
          </a:p>
        </c:txPr>
        <c:crossAx val="1234470447"/>
        <c:crosses val="autoZero"/>
        <c:auto val="1"/>
        <c:lblAlgn val="ctr"/>
        <c:lblOffset val="100"/>
        <c:noMultiLvlLbl val="0"/>
      </c:catAx>
      <c:valAx>
        <c:axId val="12344704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defRPr>
            </a:pPr>
            <a:endParaRPr lang="zh-CN"/>
          </a:p>
        </c:txPr>
        <c:crossAx val="1234472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默认状态</a:t>
            </a:r>
            <a:endParaRPr 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c:rich>
      </c:tx>
      <c:layout>
        <c:manualLayout>
          <c:xMode val="edge"/>
          <c:yMode val="edge"/>
          <c:x val="0.39645382184454359"/>
          <c:y val="2.68296206045457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 w="9525" cap="flat" cmpd="sng" algn="ctr">
              <a:noFill/>
              <a:round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D9-4B0B-A08B-1C81492BC0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1">
                <a:alpha val="60000"/>
              </a:schemeClr>
            </a:solidFill>
            <a:ln w="9525" cap="flat" cmpd="sng" algn="ctr">
              <a:noFill/>
              <a:round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D9-4B0B-A08B-1C81492BC01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1">
                <a:alpha val="20000"/>
              </a:schemeClr>
            </a:solidFill>
            <a:ln w="9525" cap="flat" cmpd="sng" algn="ctr">
              <a:noFill/>
              <a:round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CD9-4B0B-A08B-1C81492BC0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234472527"/>
        <c:axId val="1234470447"/>
      </c:barChart>
      <c:catAx>
        <c:axId val="1234472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defRPr>
            </a:pPr>
            <a:endParaRPr lang="zh-CN"/>
          </a:p>
        </c:txPr>
        <c:crossAx val="1234470447"/>
        <c:crosses val="autoZero"/>
        <c:auto val="1"/>
        <c:lblAlgn val="ctr"/>
        <c:lblOffset val="100"/>
        <c:noMultiLvlLbl val="0"/>
      </c:catAx>
      <c:valAx>
        <c:axId val="12344704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defRPr>
            </a:pPr>
            <a:endParaRPr lang="zh-CN"/>
          </a:p>
        </c:txPr>
        <c:crossAx val="1234472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600" b="0" i="0" u="none" strike="noStrike" kern="1200" spc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默认状态</a:t>
            </a:r>
            <a:endParaRPr lang="zh-CN" altLang="zh-CN" sz="1600" b="0" i="0" u="none" strike="noStrike" kern="1200" spc="0" baseline="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c:rich>
      </c:tx>
      <c:layout>
        <c:manualLayout>
          <c:xMode val="edge"/>
          <c:yMode val="edge"/>
          <c:x val="0.36576543993706417"/>
          <c:y val="2.949211891790045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 alt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>
              <a:noFill/>
            </a:ln>
            <a:effectLst/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484-46A0-8B53-44F0F111FAF7}"/>
              </c:ext>
            </c:extLst>
          </c:dPt>
          <c:dPt>
            <c:idx val="1"/>
            <c:bubble3D val="0"/>
            <c:spPr>
              <a:solidFill>
                <a:schemeClr val="accent1">
                  <a:alpha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C484-46A0-8B53-44F0F111FAF7}"/>
              </c:ext>
            </c:extLst>
          </c:dPt>
          <c:dPt>
            <c:idx val="2"/>
            <c:bubble3D val="0"/>
            <c:spPr>
              <a:solidFill>
                <a:schemeClr val="accent1">
                  <a:alpha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484-46A0-8B53-44F0F111FAF7}"/>
              </c:ext>
            </c:extLst>
          </c:dPt>
          <c:dPt>
            <c:idx val="3"/>
            <c:bubble3D val="0"/>
            <c:spPr>
              <a:solidFill>
                <a:schemeClr val="accent1">
                  <a:alpha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C484-46A0-8B53-44F0F111FAF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84-46A0-8B53-44F0F111FA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780B-4A07-9F6F-290B65999DB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780B-4A07-9F6F-290B65999DB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780B-4A07-9F6F-290B65999DB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F-780B-4A07-9F6F-290B65999DB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484-46A0-8B53-44F0F111FAF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1-780B-4A07-9F6F-290B65999DB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3-780B-4A07-9F6F-290B65999DB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5-780B-4A07-9F6F-290B65999DB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7-780B-4A07-9F6F-290B65999DB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484-46A0-8B53-44F0F111FAF7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彩色状态</a:t>
            </a:r>
            <a:endParaRPr 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c:rich>
      </c:tx>
      <c:layout>
        <c:manualLayout>
          <c:xMode val="edge"/>
          <c:yMode val="edge"/>
          <c:x val="0.3769321300880123"/>
          <c:y val="2.682981039070335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D9-4B0B-A08B-1C81492BC0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D9-4B0B-A08B-1C81492BC01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CD9-4B0B-A08B-1C81492BC0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34472527"/>
        <c:axId val="1234470447"/>
      </c:barChart>
      <c:catAx>
        <c:axId val="12344725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defRPr>
            </a:pPr>
            <a:endParaRPr lang="zh-CN"/>
          </a:p>
        </c:txPr>
        <c:crossAx val="1234470447"/>
        <c:crosses val="autoZero"/>
        <c:auto val="1"/>
        <c:lblAlgn val="ctr"/>
        <c:lblOffset val="100"/>
        <c:noMultiLvlLbl val="0"/>
      </c:catAx>
      <c:valAx>
        <c:axId val="123447044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defRPr>
            </a:pPr>
            <a:endParaRPr lang="zh-CN"/>
          </a:p>
        </c:txPr>
        <c:crossAx val="1234472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彩色状态</a:t>
            </a:r>
            <a:endParaRPr 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c:rich>
      </c:tx>
      <c:layout>
        <c:manualLayout>
          <c:xMode val="edge"/>
          <c:yMode val="edge"/>
          <c:x val="0.37049223636695999"/>
          <c:y val="6.006894592007656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CD9-4B0B-A08B-1C81492BC0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CD9-4B0B-A08B-1C81492BC01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CD9-4B0B-A08B-1C81492BC0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34472527"/>
        <c:axId val="1234470447"/>
      </c:lineChart>
      <c:catAx>
        <c:axId val="1234472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defRPr>
            </a:pPr>
            <a:endParaRPr lang="zh-CN"/>
          </a:p>
        </c:txPr>
        <c:crossAx val="1234470447"/>
        <c:crosses val="autoZero"/>
        <c:auto val="1"/>
        <c:lblAlgn val="ctr"/>
        <c:lblOffset val="100"/>
        <c:noMultiLvlLbl val="0"/>
      </c:catAx>
      <c:valAx>
        <c:axId val="12344704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defRPr>
            </a:pPr>
            <a:endParaRPr lang="zh-CN"/>
          </a:p>
        </c:txPr>
        <c:crossAx val="1234472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彩色状态</a:t>
            </a:r>
            <a:endParaRPr 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c:rich>
      </c:tx>
      <c:layout>
        <c:manualLayout>
          <c:xMode val="edge"/>
          <c:yMode val="edge"/>
          <c:x val="0.39645382184454359"/>
          <c:y val="2.68296206045457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 w="9525" cap="flat" cmpd="sng" algn="ctr">
              <a:noFill/>
              <a:round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D9-4B0B-A08B-1C81492BC0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 w="9525" cap="flat" cmpd="sng" algn="ctr">
              <a:noFill/>
              <a:round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D9-4B0B-A08B-1C81492BC01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4"/>
            </a:solidFill>
            <a:ln w="9525" cap="flat" cmpd="sng" algn="ctr">
              <a:noFill/>
              <a:round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CD9-4B0B-A08B-1C81492BC0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-24"/>
        <c:axId val="1234472527"/>
        <c:axId val="1234470447"/>
      </c:barChart>
      <c:catAx>
        <c:axId val="1234472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defRPr>
            </a:pPr>
            <a:endParaRPr lang="zh-CN"/>
          </a:p>
        </c:txPr>
        <c:crossAx val="1234470447"/>
        <c:crosses val="autoZero"/>
        <c:auto val="1"/>
        <c:lblAlgn val="ctr"/>
        <c:lblOffset val="100"/>
        <c:noMultiLvlLbl val="0"/>
      </c:catAx>
      <c:valAx>
        <c:axId val="12344704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defRPr>
            </a:pPr>
            <a:endParaRPr lang="zh-CN"/>
          </a:p>
        </c:txPr>
        <c:crossAx val="1234472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600" b="0" i="0" u="none" strike="noStrike" kern="1200" spc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彩色状态</a:t>
            </a:r>
            <a:endParaRPr lang="zh-CN" altLang="zh-CN" sz="1600" b="0" i="0" u="none" strike="noStrike" kern="1200" spc="0" baseline="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c:rich>
      </c:tx>
      <c:layout>
        <c:manualLayout>
          <c:xMode val="edge"/>
          <c:yMode val="edge"/>
          <c:x val="0.36576543993706417"/>
          <c:y val="2.949211891790045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 alt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>
              <a:noFill/>
            </a:ln>
            <a:effectLst/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484-46A0-8B53-44F0F111FAF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C484-46A0-8B53-44F0F111FAF7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484-46A0-8B53-44F0F111FAF7}"/>
              </c:ext>
            </c:extLst>
          </c:dPt>
          <c:dPt>
            <c:idx val="3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C484-46A0-8B53-44F0F111FAF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84-46A0-8B53-44F0F111FA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780B-4A07-9F6F-290B65999DB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780B-4A07-9F6F-290B65999DB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780B-4A07-9F6F-290B65999DB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F-780B-4A07-9F6F-290B65999DB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484-46A0-8B53-44F0F111FAF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1-780B-4A07-9F6F-290B65999DB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3-780B-4A07-9F6F-290B65999DB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5-780B-4A07-9F6F-290B65999DB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7-780B-4A07-9F6F-290B65999DB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484-46A0-8B53-44F0F111FAF7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48391BC3-00D6-9082-E155-428A716B2F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BABE563-5E18-C634-149C-8CB05FE8B2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A92F2-4348-4541-94CD-D459305EC35C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41E95F9-8646-3B55-929D-A0CF01A36F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B7BD765-2F69-06BB-50ED-7289D079F65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9395DC-27E5-424D-89FF-4F540AD579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275600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5DCBBD-DAE4-3940-A18C-33AA2CA6B044}" type="datetimeFigureOut">
              <a:rPr kumimoji="1" lang="zh-CN" altLang="en-US" smtClean="0"/>
              <a:t>2026/2/3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2FDC85-FEAD-674C-A520-3FCB62AD4EE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2742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FDC85-FEAD-674C-A520-3FCB62AD4EE3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817349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FDC85-FEAD-674C-A520-3FCB62AD4EE3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8391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FDC85-FEAD-674C-A520-3FCB62AD4EE3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70939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5EDC4-14EC-09AA-F808-9405469C6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A90B613-ABC4-43BA-5CA9-52F5D49CB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7C4561-F641-A545-2F4C-B081E35A65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1DAC4E-1D4C-6DF4-C6C5-6587D3BBE6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FDC85-FEAD-674C-A520-3FCB62AD4EE3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002687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FEDF2-A667-1495-DC33-5D6A65678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56BFFB-C5F2-8754-A441-A78559B13E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C189D17-1668-61CB-98DE-B4484D9EF0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9EB1F6-AB6B-2B80-F9B0-DE232B9A2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FDC85-FEAD-674C-A520-3FCB62AD4EE3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8655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FDC85-FEAD-674C-A520-3FCB62AD4EE3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16657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FDC85-FEAD-674C-A520-3FCB62AD4EE3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73859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719C7-0BA7-E092-4E16-460606D97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1355BC-9D67-CE5D-841B-1FEDB99D3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48ADB85-8D46-1EF5-35AA-A2C4398776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879346-70FA-51CA-1561-13295BCDBB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FDC85-FEAD-674C-A520-3FCB62AD4EE3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597096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98213-B74F-514B-7120-29E7D7D3C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64FE3B0-B728-9447-BE6E-D55EAB7E3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D8ED3C-E7C3-473B-0A1D-8FB86A7CCD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E52C57-4111-2B2F-9F0C-60D009B3AD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FDC85-FEAD-674C-A520-3FCB62AD4EE3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19396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FDC85-FEAD-674C-A520-3FCB62AD4EE3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330679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664AA-EC94-EC00-BFCE-6E7FF5880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3774015-0F9C-7144-33F0-8C3025A97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956CDC5-71B9-3DD6-307C-66BF8A910C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E87643-7603-2C73-A998-85863963DC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FDC85-FEAD-674C-A520-3FCB62AD4EE3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1368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0.svg"/><Relationship Id="rId2" Type="http://schemas.openxmlformats.org/officeDocument/2006/relationships/image" Target="../media/image7.png"/><Relationship Id="rId16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5" Type="http://schemas.openxmlformats.org/officeDocument/2006/relationships/image" Target="../media/image6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svg"/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12" Type="http://schemas.openxmlformats.org/officeDocument/2006/relationships/image" Target="../media/image33.png"/><Relationship Id="rId17" Type="http://schemas.openxmlformats.org/officeDocument/2006/relationships/image" Target="../media/image37.svg"/><Relationship Id="rId2" Type="http://schemas.openxmlformats.org/officeDocument/2006/relationships/image" Target="../media/image23.png"/><Relationship Id="rId16" Type="http://schemas.openxmlformats.org/officeDocument/2006/relationships/image" Target="../media/image3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5" Type="http://schemas.openxmlformats.org/officeDocument/2006/relationships/image" Target="../media/image26.svg"/><Relationship Id="rId15" Type="http://schemas.openxmlformats.org/officeDocument/2006/relationships/image" Target="../media/image35.sv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svg"/><Relationship Id="rId14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PPT-AI(可编辑)-08">
            <a:extLst>
              <a:ext uri="{FF2B5EF4-FFF2-40B4-BE49-F238E27FC236}">
                <a16:creationId xmlns:a16="http://schemas.microsoft.com/office/drawing/2014/main" id="{F27B3F2C-F1AF-85E1-4823-214921A89F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29345" y="-72390"/>
            <a:ext cx="1896110" cy="1924050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67655134-927D-EE6F-EFFE-C8B9F8A8D579}"/>
              </a:ext>
            </a:extLst>
          </p:cNvPr>
          <p:cNvGrpSpPr/>
          <p:nvPr userDrawn="1"/>
        </p:nvGrpSpPr>
        <p:grpSpPr>
          <a:xfrm>
            <a:off x="7103532" y="1720074"/>
            <a:ext cx="5128111" cy="5136579"/>
            <a:chOff x="7103532" y="1720074"/>
            <a:chExt cx="5128111" cy="5136579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0000" t="-3000" r="-11000"/>
            </a:stretch>
          </a:blipFill>
        </p:grpSpPr>
        <p:sp>
          <p:nvSpPr>
            <p:cNvPr id="5" name="圆角矩形 27">
              <a:extLst>
                <a:ext uri="{FF2B5EF4-FFF2-40B4-BE49-F238E27FC236}">
                  <a16:creationId xmlns:a16="http://schemas.microsoft.com/office/drawing/2014/main" id="{6AB3B232-8955-F20D-1E40-01BD81243E98}"/>
                </a:ext>
              </a:extLst>
            </p:cNvPr>
            <p:cNvSpPr/>
            <p:nvPr/>
          </p:nvSpPr>
          <p:spPr>
            <a:xfrm>
              <a:off x="8805332" y="5140608"/>
              <a:ext cx="1716045" cy="1716045"/>
            </a:xfrm>
            <a:prstGeom prst="roundRect">
              <a:avLst>
                <a:gd name="adj" fmla="val 1178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圆角矩形 35">
              <a:extLst>
                <a:ext uri="{FF2B5EF4-FFF2-40B4-BE49-F238E27FC236}">
                  <a16:creationId xmlns:a16="http://schemas.microsoft.com/office/drawing/2014/main" id="{C0ED0D80-E73D-990B-7586-7BC6DBAE22D5}"/>
                </a:ext>
              </a:extLst>
            </p:cNvPr>
            <p:cNvSpPr/>
            <p:nvPr/>
          </p:nvSpPr>
          <p:spPr>
            <a:xfrm>
              <a:off x="8805332" y="3430341"/>
              <a:ext cx="1716045" cy="1716045"/>
            </a:xfrm>
            <a:prstGeom prst="roundRect">
              <a:avLst>
                <a:gd name="adj" fmla="val 1178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圆角矩形 36">
              <a:extLst>
                <a:ext uri="{FF2B5EF4-FFF2-40B4-BE49-F238E27FC236}">
                  <a16:creationId xmlns:a16="http://schemas.microsoft.com/office/drawing/2014/main" id="{10E51CEE-B64F-2B6A-69DE-EDDD16CDADB2}"/>
                </a:ext>
              </a:extLst>
            </p:cNvPr>
            <p:cNvSpPr/>
            <p:nvPr/>
          </p:nvSpPr>
          <p:spPr>
            <a:xfrm>
              <a:off x="7103532" y="3430341"/>
              <a:ext cx="1716045" cy="1716045"/>
            </a:xfrm>
            <a:prstGeom prst="roundRect">
              <a:avLst>
                <a:gd name="adj" fmla="val 1178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圆角矩形 37">
              <a:extLst>
                <a:ext uri="{FF2B5EF4-FFF2-40B4-BE49-F238E27FC236}">
                  <a16:creationId xmlns:a16="http://schemas.microsoft.com/office/drawing/2014/main" id="{D734340D-B43D-0B3B-C575-ABB22A6EC6DF}"/>
                </a:ext>
              </a:extLst>
            </p:cNvPr>
            <p:cNvSpPr/>
            <p:nvPr/>
          </p:nvSpPr>
          <p:spPr>
            <a:xfrm>
              <a:off x="10515598" y="3430341"/>
              <a:ext cx="1716045" cy="1716045"/>
            </a:xfrm>
            <a:prstGeom prst="roundRect">
              <a:avLst>
                <a:gd name="adj" fmla="val 1178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圆角矩形 38">
              <a:extLst>
                <a:ext uri="{FF2B5EF4-FFF2-40B4-BE49-F238E27FC236}">
                  <a16:creationId xmlns:a16="http://schemas.microsoft.com/office/drawing/2014/main" id="{5056C819-5E66-9286-D0F4-634EB45CD515}"/>
                </a:ext>
              </a:extLst>
            </p:cNvPr>
            <p:cNvSpPr/>
            <p:nvPr/>
          </p:nvSpPr>
          <p:spPr>
            <a:xfrm>
              <a:off x="8805332" y="1720074"/>
              <a:ext cx="1716045" cy="1716045"/>
            </a:xfrm>
            <a:prstGeom prst="roundRect">
              <a:avLst>
                <a:gd name="adj" fmla="val 1178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kumimoji="1" lang="zh-CN" altLang="en-US" dirty="0"/>
            </a:p>
          </p:txBody>
        </p:sp>
      </p:grpSp>
      <p:pic>
        <p:nvPicPr>
          <p:cNvPr id="10" name="图片 9" descr="PPT-AI(可编辑)-08">
            <a:extLst>
              <a:ext uri="{FF2B5EF4-FFF2-40B4-BE49-F238E27FC236}">
                <a16:creationId xmlns:a16="http://schemas.microsoft.com/office/drawing/2014/main" id="{367011BB-A7FF-BC0B-F52F-B0A75B62EE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25430" y="1616075"/>
            <a:ext cx="1896110" cy="192405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6A00058-A184-A4AE-4DF4-F5D87BE2F36A}"/>
              </a:ext>
            </a:extLst>
          </p:cNvPr>
          <p:cNvSpPr/>
          <p:nvPr userDrawn="1"/>
        </p:nvSpPr>
        <p:spPr>
          <a:xfrm>
            <a:off x="9065259" y="5625542"/>
            <a:ext cx="291973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spc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微软雅黑" panose="020B0503020204020204" charset="-122"/>
              </a:rPr>
              <a:t>科技呵护健康</a:t>
            </a:r>
            <a:r>
              <a:rPr lang="en-US" altLang="zh-CN" sz="1600" spc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微软雅黑" panose="020B0503020204020204" charset="-122"/>
              </a:rPr>
              <a:t>  </a:t>
            </a:r>
            <a:r>
              <a:rPr lang="zh-CN" altLang="en-US" sz="1600" spc="100" dirty="0">
                <a:solidFill>
                  <a:srgbClr val="00A9E4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微软雅黑" panose="020B0503020204020204" charset="-122"/>
              </a:rPr>
              <a:t>孪生助力成功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893A225-CAB5-D185-CB87-32A382941784}"/>
              </a:ext>
            </a:extLst>
          </p:cNvPr>
          <p:cNvGrpSpPr/>
          <p:nvPr userDrawn="1"/>
        </p:nvGrpSpPr>
        <p:grpSpPr>
          <a:xfrm rot="16200000" flipH="1">
            <a:off x="10954547" y="5290874"/>
            <a:ext cx="177204" cy="1592716"/>
            <a:chOff x="-2390281" y="3270671"/>
            <a:chExt cx="304219" cy="2734336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75D46D07-F733-C4A0-E767-083F96ECBBF7}"/>
                </a:ext>
              </a:extLst>
            </p:cNvPr>
            <p:cNvSpPr/>
            <p:nvPr/>
          </p:nvSpPr>
          <p:spPr>
            <a:xfrm>
              <a:off x="-2390279" y="3270671"/>
              <a:ext cx="304217" cy="304220"/>
            </a:xfrm>
            <a:prstGeom prst="roundRect">
              <a:avLst/>
            </a:prstGeom>
            <a:solidFill>
              <a:srgbClr val="00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18646D92-55E9-CC3F-63F1-4776F26F5B63}"/>
                </a:ext>
              </a:extLst>
            </p:cNvPr>
            <p:cNvSpPr/>
            <p:nvPr/>
          </p:nvSpPr>
          <p:spPr>
            <a:xfrm>
              <a:off x="-2390281" y="3576877"/>
              <a:ext cx="304219" cy="304220"/>
            </a:xfrm>
            <a:prstGeom prst="roundRect">
              <a:avLst/>
            </a:prstGeom>
            <a:solidFill>
              <a:srgbClr val="00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B08CDAC7-0C1E-A039-FE45-E4274F84D200}"/>
                </a:ext>
              </a:extLst>
            </p:cNvPr>
            <p:cNvSpPr/>
            <p:nvPr/>
          </p:nvSpPr>
          <p:spPr>
            <a:xfrm>
              <a:off x="-2390281" y="3884367"/>
              <a:ext cx="304219" cy="304220"/>
            </a:xfrm>
            <a:prstGeom prst="roundRect">
              <a:avLst/>
            </a:prstGeom>
            <a:solidFill>
              <a:srgbClr val="00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40E44E72-A0CE-7120-F0A7-DD15A750CE5E}"/>
                </a:ext>
              </a:extLst>
            </p:cNvPr>
            <p:cNvSpPr/>
            <p:nvPr/>
          </p:nvSpPr>
          <p:spPr>
            <a:xfrm>
              <a:off x="-2390281" y="4495722"/>
              <a:ext cx="304219" cy="304219"/>
            </a:xfrm>
            <a:prstGeom prst="roundRect">
              <a:avLst/>
            </a:prstGeom>
            <a:solidFill>
              <a:srgbClr val="13AE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0A22D2FC-4FFB-4E86-0609-98875F702D24}"/>
                </a:ext>
              </a:extLst>
            </p:cNvPr>
            <p:cNvSpPr/>
            <p:nvPr/>
          </p:nvSpPr>
          <p:spPr>
            <a:xfrm>
              <a:off x="-2390281" y="5098530"/>
              <a:ext cx="304219" cy="304219"/>
            </a:xfrm>
            <a:prstGeom prst="roundRect">
              <a:avLst/>
            </a:prstGeom>
            <a:solidFill>
              <a:srgbClr val="F8B6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4A9959-749F-E750-FA4E-4088ECEC3ECB}"/>
                </a:ext>
              </a:extLst>
            </p:cNvPr>
            <p:cNvSpPr/>
            <p:nvPr/>
          </p:nvSpPr>
          <p:spPr>
            <a:xfrm>
              <a:off x="-2390281" y="5700788"/>
              <a:ext cx="304219" cy="304219"/>
            </a:xfrm>
            <a:prstGeom prst="roundRect">
              <a:avLst/>
            </a:prstGeom>
            <a:solidFill>
              <a:srgbClr val="13AE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81902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145C1FA5-172F-72CF-50D0-AC14AF11A7AD}"/>
              </a:ext>
            </a:extLst>
          </p:cNvPr>
          <p:cNvGrpSpPr/>
          <p:nvPr userDrawn="1"/>
        </p:nvGrpSpPr>
        <p:grpSpPr>
          <a:xfrm>
            <a:off x="11237999" y="4966704"/>
            <a:ext cx="948514" cy="1897029"/>
            <a:chOff x="11237999" y="4966704"/>
            <a:chExt cx="948514" cy="1897029"/>
          </a:xfrm>
        </p:grpSpPr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C2149DAD-08B6-855D-BBB7-5EF8F6CCB310}"/>
                </a:ext>
              </a:extLst>
            </p:cNvPr>
            <p:cNvSpPr/>
            <p:nvPr/>
          </p:nvSpPr>
          <p:spPr>
            <a:xfrm>
              <a:off x="11237999" y="5915219"/>
              <a:ext cx="948514" cy="948514"/>
            </a:xfrm>
            <a:custGeom>
              <a:avLst/>
              <a:gdLst>
                <a:gd name="connsiteX0" fmla="*/ 847590 w 948514"/>
                <a:gd name="connsiteY0" fmla="*/ 0 h 948514"/>
                <a:gd name="connsiteX1" fmla="*/ 948515 w 948514"/>
                <a:gd name="connsiteY1" fmla="*/ 100924 h 948514"/>
                <a:gd name="connsiteX2" fmla="*/ 948515 w 948514"/>
                <a:gd name="connsiteY2" fmla="*/ 847590 h 948514"/>
                <a:gd name="connsiteX3" fmla="*/ 847590 w 948514"/>
                <a:gd name="connsiteY3" fmla="*/ 948514 h 948514"/>
                <a:gd name="connsiteX4" fmla="*/ 100924 w 948514"/>
                <a:gd name="connsiteY4" fmla="*/ 948514 h 948514"/>
                <a:gd name="connsiteX5" fmla="*/ 0 w 948514"/>
                <a:gd name="connsiteY5" fmla="*/ 847590 h 948514"/>
                <a:gd name="connsiteX6" fmla="*/ 0 w 948514"/>
                <a:gd name="connsiteY6" fmla="*/ 100924 h 948514"/>
                <a:gd name="connsiteX7" fmla="*/ 100924 w 948514"/>
                <a:gd name="connsiteY7" fmla="*/ 0 h 948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8514" h="948514">
                  <a:moveTo>
                    <a:pt x="847590" y="0"/>
                  </a:moveTo>
                  <a:cubicBezTo>
                    <a:pt x="903330" y="0"/>
                    <a:pt x="948515" y="45186"/>
                    <a:pt x="948515" y="100924"/>
                  </a:cubicBezTo>
                  <a:lnTo>
                    <a:pt x="948515" y="847590"/>
                  </a:lnTo>
                  <a:cubicBezTo>
                    <a:pt x="948515" y="903329"/>
                    <a:pt x="903330" y="948514"/>
                    <a:pt x="847590" y="948514"/>
                  </a:cubicBezTo>
                  <a:lnTo>
                    <a:pt x="100924" y="948514"/>
                  </a:lnTo>
                  <a:cubicBezTo>
                    <a:pt x="45185" y="948514"/>
                    <a:pt x="0" y="903329"/>
                    <a:pt x="0" y="847590"/>
                  </a:cubicBezTo>
                  <a:lnTo>
                    <a:pt x="0" y="100924"/>
                  </a:lnTo>
                  <a:cubicBezTo>
                    <a:pt x="0" y="45186"/>
                    <a:pt x="45185" y="0"/>
                    <a:pt x="100924" y="0"/>
                  </a:cubicBezTo>
                  <a:close/>
                </a:path>
              </a:pathLst>
            </a:custGeom>
            <a:solidFill>
              <a:srgbClr val="00A9E4"/>
            </a:solidFill>
            <a:ln w="436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7FA63CA5-A179-F3D1-2B7B-0CC44498CAB1}"/>
                </a:ext>
              </a:extLst>
            </p:cNvPr>
            <p:cNvSpPr/>
            <p:nvPr/>
          </p:nvSpPr>
          <p:spPr>
            <a:xfrm>
              <a:off x="11237999" y="4966704"/>
              <a:ext cx="948514" cy="948514"/>
            </a:xfrm>
            <a:custGeom>
              <a:avLst/>
              <a:gdLst>
                <a:gd name="connsiteX0" fmla="*/ 847590 w 948514"/>
                <a:gd name="connsiteY0" fmla="*/ 0 h 948514"/>
                <a:gd name="connsiteX1" fmla="*/ 948515 w 948514"/>
                <a:gd name="connsiteY1" fmla="*/ 100924 h 948514"/>
                <a:gd name="connsiteX2" fmla="*/ 948515 w 948514"/>
                <a:gd name="connsiteY2" fmla="*/ 847590 h 948514"/>
                <a:gd name="connsiteX3" fmla="*/ 847590 w 948514"/>
                <a:gd name="connsiteY3" fmla="*/ 948515 h 948514"/>
                <a:gd name="connsiteX4" fmla="*/ 100924 w 948514"/>
                <a:gd name="connsiteY4" fmla="*/ 948515 h 948514"/>
                <a:gd name="connsiteX5" fmla="*/ 0 w 948514"/>
                <a:gd name="connsiteY5" fmla="*/ 847590 h 948514"/>
                <a:gd name="connsiteX6" fmla="*/ 0 w 948514"/>
                <a:gd name="connsiteY6" fmla="*/ 100925 h 948514"/>
                <a:gd name="connsiteX7" fmla="*/ 100924 w 948514"/>
                <a:gd name="connsiteY7" fmla="*/ 0 h 948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8514" h="948514">
                  <a:moveTo>
                    <a:pt x="847590" y="0"/>
                  </a:moveTo>
                  <a:cubicBezTo>
                    <a:pt x="903330" y="0"/>
                    <a:pt x="948515" y="45186"/>
                    <a:pt x="948515" y="100924"/>
                  </a:cubicBezTo>
                  <a:lnTo>
                    <a:pt x="948515" y="847590"/>
                  </a:lnTo>
                  <a:cubicBezTo>
                    <a:pt x="948515" y="903329"/>
                    <a:pt x="903330" y="948515"/>
                    <a:pt x="847590" y="948515"/>
                  </a:cubicBezTo>
                  <a:lnTo>
                    <a:pt x="100924" y="948515"/>
                  </a:lnTo>
                  <a:cubicBezTo>
                    <a:pt x="45185" y="948515"/>
                    <a:pt x="0" y="903329"/>
                    <a:pt x="0" y="847590"/>
                  </a:cubicBezTo>
                  <a:lnTo>
                    <a:pt x="0" y="100925"/>
                  </a:lnTo>
                  <a:cubicBezTo>
                    <a:pt x="0" y="45186"/>
                    <a:pt x="45185" y="0"/>
                    <a:pt x="100924" y="0"/>
                  </a:cubicBezTo>
                  <a:close/>
                </a:path>
              </a:pathLst>
            </a:custGeom>
            <a:noFill/>
            <a:ln w="17903" cap="flat">
              <a:solidFill>
                <a:srgbClr val="00A9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B5C92FF-1AAD-D99A-71E4-E3FD4A091E84}"/>
              </a:ext>
            </a:extLst>
          </p:cNvPr>
          <p:cNvGrpSpPr/>
          <p:nvPr userDrawn="1"/>
        </p:nvGrpSpPr>
        <p:grpSpPr>
          <a:xfrm>
            <a:off x="0" y="0"/>
            <a:ext cx="1897466" cy="1897465"/>
            <a:chOff x="11796" y="0"/>
            <a:chExt cx="1897466" cy="1897465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5F34F1F3-1AA4-0220-E391-7D0F38691929}"/>
                </a:ext>
              </a:extLst>
            </p:cNvPr>
            <p:cNvSpPr/>
            <p:nvPr/>
          </p:nvSpPr>
          <p:spPr>
            <a:xfrm>
              <a:off x="960311" y="948514"/>
              <a:ext cx="948951" cy="948951"/>
            </a:xfrm>
            <a:custGeom>
              <a:avLst/>
              <a:gdLst>
                <a:gd name="connsiteX0" fmla="*/ 848027 w 948951"/>
                <a:gd name="connsiteY0" fmla="*/ 17913 h 948951"/>
                <a:gd name="connsiteX1" fmla="*/ 931039 w 948951"/>
                <a:gd name="connsiteY1" fmla="*/ 100924 h 948951"/>
                <a:gd name="connsiteX2" fmla="*/ 931039 w 948951"/>
                <a:gd name="connsiteY2" fmla="*/ 848027 h 948951"/>
                <a:gd name="connsiteX3" fmla="*/ 848027 w 948951"/>
                <a:gd name="connsiteY3" fmla="*/ 931039 h 948951"/>
                <a:gd name="connsiteX4" fmla="*/ 100924 w 948951"/>
                <a:gd name="connsiteY4" fmla="*/ 931039 h 948951"/>
                <a:gd name="connsiteX5" fmla="*/ 17913 w 948951"/>
                <a:gd name="connsiteY5" fmla="*/ 848027 h 948951"/>
                <a:gd name="connsiteX6" fmla="*/ 17913 w 948951"/>
                <a:gd name="connsiteY6" fmla="*/ 100924 h 948951"/>
                <a:gd name="connsiteX7" fmla="*/ 100924 w 948951"/>
                <a:gd name="connsiteY7" fmla="*/ 17913 h 948951"/>
                <a:gd name="connsiteX8" fmla="*/ 848027 w 948951"/>
                <a:gd name="connsiteY8" fmla="*/ 17913 h 948951"/>
                <a:gd name="connsiteX9" fmla="*/ 848027 w 948951"/>
                <a:gd name="connsiteY9" fmla="*/ 0 h 948951"/>
                <a:gd name="connsiteX10" fmla="*/ 100924 w 948951"/>
                <a:gd name="connsiteY10" fmla="*/ 0 h 948951"/>
                <a:gd name="connsiteX11" fmla="*/ 0 w 948951"/>
                <a:gd name="connsiteY11" fmla="*/ 100924 h 948951"/>
                <a:gd name="connsiteX12" fmla="*/ 0 w 948951"/>
                <a:gd name="connsiteY12" fmla="*/ 848027 h 948951"/>
                <a:gd name="connsiteX13" fmla="*/ 100924 w 948951"/>
                <a:gd name="connsiteY13" fmla="*/ 948952 h 948951"/>
                <a:gd name="connsiteX14" fmla="*/ 848027 w 948951"/>
                <a:gd name="connsiteY14" fmla="*/ 948952 h 948951"/>
                <a:gd name="connsiteX15" fmla="*/ 948952 w 948951"/>
                <a:gd name="connsiteY15" fmla="*/ 848027 h 948951"/>
                <a:gd name="connsiteX16" fmla="*/ 948952 w 948951"/>
                <a:gd name="connsiteY16" fmla="*/ 100924 h 948951"/>
                <a:gd name="connsiteX17" fmla="*/ 848027 w 948951"/>
                <a:gd name="connsiteY17" fmla="*/ 0 h 948951"/>
                <a:gd name="connsiteX18" fmla="*/ 848027 w 948951"/>
                <a:gd name="connsiteY18" fmla="*/ 0 h 948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48951" h="948951">
                  <a:moveTo>
                    <a:pt x="848027" y="17913"/>
                  </a:moveTo>
                  <a:cubicBezTo>
                    <a:pt x="893902" y="17913"/>
                    <a:pt x="931039" y="55050"/>
                    <a:pt x="931039" y="100924"/>
                  </a:cubicBezTo>
                  <a:lnTo>
                    <a:pt x="931039" y="848027"/>
                  </a:lnTo>
                  <a:cubicBezTo>
                    <a:pt x="931039" y="893902"/>
                    <a:pt x="893902" y="931039"/>
                    <a:pt x="848027" y="931039"/>
                  </a:cubicBezTo>
                  <a:lnTo>
                    <a:pt x="100924" y="931039"/>
                  </a:lnTo>
                  <a:cubicBezTo>
                    <a:pt x="55050" y="931039"/>
                    <a:pt x="17913" y="893902"/>
                    <a:pt x="17913" y="848027"/>
                  </a:cubicBezTo>
                  <a:lnTo>
                    <a:pt x="17913" y="100924"/>
                  </a:lnTo>
                  <a:cubicBezTo>
                    <a:pt x="17913" y="55050"/>
                    <a:pt x="55050" y="17913"/>
                    <a:pt x="100924" y="17913"/>
                  </a:cubicBezTo>
                  <a:lnTo>
                    <a:pt x="848027" y="17913"/>
                  </a:lnTo>
                  <a:moveTo>
                    <a:pt x="848027" y="0"/>
                  </a:moveTo>
                  <a:lnTo>
                    <a:pt x="100924" y="0"/>
                  </a:lnTo>
                  <a:cubicBezTo>
                    <a:pt x="45438" y="0"/>
                    <a:pt x="0" y="45001"/>
                    <a:pt x="0" y="100924"/>
                  </a:cubicBezTo>
                  <a:lnTo>
                    <a:pt x="0" y="848027"/>
                  </a:lnTo>
                  <a:cubicBezTo>
                    <a:pt x="0" y="903514"/>
                    <a:pt x="45001" y="948952"/>
                    <a:pt x="100924" y="948952"/>
                  </a:cubicBezTo>
                  <a:lnTo>
                    <a:pt x="848027" y="948952"/>
                  </a:lnTo>
                  <a:cubicBezTo>
                    <a:pt x="903514" y="948952"/>
                    <a:pt x="948952" y="903951"/>
                    <a:pt x="948952" y="848027"/>
                  </a:cubicBezTo>
                  <a:lnTo>
                    <a:pt x="948952" y="100924"/>
                  </a:lnTo>
                  <a:cubicBezTo>
                    <a:pt x="948952" y="45438"/>
                    <a:pt x="903951" y="0"/>
                    <a:pt x="848027" y="0"/>
                  </a:cubicBezTo>
                  <a:lnTo>
                    <a:pt x="848027" y="0"/>
                  </a:lnTo>
                  <a:close/>
                </a:path>
              </a:pathLst>
            </a:custGeom>
            <a:solidFill>
              <a:srgbClr val="00A9E4"/>
            </a:solidFill>
            <a:ln w="436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4B5FD246-E118-AD6C-979D-0E5E8348FEBD}"/>
                </a:ext>
              </a:extLst>
            </p:cNvPr>
            <p:cNvSpPr/>
            <p:nvPr/>
          </p:nvSpPr>
          <p:spPr>
            <a:xfrm>
              <a:off x="11796" y="0"/>
              <a:ext cx="948514" cy="948514"/>
            </a:xfrm>
            <a:custGeom>
              <a:avLst/>
              <a:gdLst>
                <a:gd name="connsiteX0" fmla="*/ 847590 w 948514"/>
                <a:gd name="connsiteY0" fmla="*/ 0 h 948514"/>
                <a:gd name="connsiteX1" fmla="*/ 948515 w 948514"/>
                <a:gd name="connsiteY1" fmla="*/ 100924 h 948514"/>
                <a:gd name="connsiteX2" fmla="*/ 948515 w 948514"/>
                <a:gd name="connsiteY2" fmla="*/ 847590 h 948514"/>
                <a:gd name="connsiteX3" fmla="*/ 847590 w 948514"/>
                <a:gd name="connsiteY3" fmla="*/ 948515 h 948514"/>
                <a:gd name="connsiteX4" fmla="*/ 100924 w 948514"/>
                <a:gd name="connsiteY4" fmla="*/ 948515 h 948514"/>
                <a:gd name="connsiteX5" fmla="*/ 0 w 948514"/>
                <a:gd name="connsiteY5" fmla="*/ 847590 h 948514"/>
                <a:gd name="connsiteX6" fmla="*/ 0 w 948514"/>
                <a:gd name="connsiteY6" fmla="*/ 100924 h 948514"/>
                <a:gd name="connsiteX7" fmla="*/ 100924 w 948514"/>
                <a:gd name="connsiteY7" fmla="*/ 0 h 948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8514" h="948514">
                  <a:moveTo>
                    <a:pt x="847590" y="0"/>
                  </a:moveTo>
                  <a:cubicBezTo>
                    <a:pt x="903329" y="0"/>
                    <a:pt x="948515" y="45185"/>
                    <a:pt x="948515" y="100924"/>
                  </a:cubicBezTo>
                  <a:lnTo>
                    <a:pt x="948515" y="847590"/>
                  </a:lnTo>
                  <a:cubicBezTo>
                    <a:pt x="948515" y="903329"/>
                    <a:pt x="903329" y="948515"/>
                    <a:pt x="847590" y="948515"/>
                  </a:cubicBezTo>
                  <a:lnTo>
                    <a:pt x="100924" y="948515"/>
                  </a:lnTo>
                  <a:cubicBezTo>
                    <a:pt x="45185" y="948515"/>
                    <a:pt x="0" y="903329"/>
                    <a:pt x="0" y="847590"/>
                  </a:cubicBezTo>
                  <a:lnTo>
                    <a:pt x="0" y="100924"/>
                  </a:lnTo>
                  <a:cubicBezTo>
                    <a:pt x="0" y="45185"/>
                    <a:pt x="45185" y="0"/>
                    <a:pt x="100924" y="0"/>
                  </a:cubicBezTo>
                  <a:close/>
                </a:path>
              </a:pathLst>
            </a:custGeom>
            <a:solidFill>
              <a:srgbClr val="00A9E4"/>
            </a:solidFill>
            <a:ln w="436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4666AE61-CA79-A9B9-CFAF-107F5E522844}"/>
              </a:ext>
            </a:extLst>
          </p:cNvPr>
          <p:cNvGrpSpPr/>
          <p:nvPr userDrawn="1"/>
        </p:nvGrpSpPr>
        <p:grpSpPr>
          <a:xfrm>
            <a:off x="0" y="4072890"/>
            <a:ext cx="4176676" cy="2784390"/>
            <a:chOff x="0" y="4072890"/>
            <a:chExt cx="4176676" cy="2784390"/>
          </a:xfrm>
        </p:grpSpPr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F24A1D8C-0EC6-D303-6B34-95A3F5B2575B}"/>
                </a:ext>
              </a:extLst>
            </p:cNvPr>
            <p:cNvSpPr/>
            <p:nvPr/>
          </p:nvSpPr>
          <p:spPr>
            <a:xfrm rot="16200000">
              <a:off x="464125" y="6393245"/>
              <a:ext cx="464035" cy="464035"/>
            </a:xfrm>
            <a:custGeom>
              <a:avLst/>
              <a:gdLst>
                <a:gd name="connsiteX0" fmla="*/ 414712 w 464035"/>
                <a:gd name="connsiteY0" fmla="*/ 0 h 464035"/>
                <a:gd name="connsiteX1" fmla="*/ 464035 w 464035"/>
                <a:gd name="connsiteY1" fmla="*/ 49323 h 464035"/>
                <a:gd name="connsiteX2" fmla="*/ 464035 w 464035"/>
                <a:gd name="connsiteY2" fmla="*/ 414712 h 464035"/>
                <a:gd name="connsiteX3" fmla="*/ 414712 w 464035"/>
                <a:gd name="connsiteY3" fmla="*/ 464035 h 464035"/>
                <a:gd name="connsiteX4" fmla="*/ 49323 w 464035"/>
                <a:gd name="connsiteY4" fmla="*/ 464035 h 464035"/>
                <a:gd name="connsiteX5" fmla="*/ 0 w 464035"/>
                <a:gd name="connsiteY5" fmla="*/ 414712 h 464035"/>
                <a:gd name="connsiteX6" fmla="*/ 0 w 464035"/>
                <a:gd name="connsiteY6" fmla="*/ 49323 h 464035"/>
                <a:gd name="connsiteX7" fmla="*/ 49323 w 464035"/>
                <a:gd name="connsiteY7" fmla="*/ 0 h 464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4035" h="464035">
                  <a:moveTo>
                    <a:pt x="414712" y="0"/>
                  </a:moveTo>
                  <a:cubicBezTo>
                    <a:pt x="441952" y="0"/>
                    <a:pt x="464035" y="22083"/>
                    <a:pt x="464035" y="49323"/>
                  </a:cubicBezTo>
                  <a:lnTo>
                    <a:pt x="464035" y="414712"/>
                  </a:lnTo>
                  <a:cubicBezTo>
                    <a:pt x="464035" y="441952"/>
                    <a:pt x="441952" y="464035"/>
                    <a:pt x="414712" y="464035"/>
                  </a:cubicBezTo>
                  <a:lnTo>
                    <a:pt x="49323" y="464035"/>
                  </a:lnTo>
                  <a:cubicBezTo>
                    <a:pt x="22083" y="464035"/>
                    <a:pt x="0" y="441952"/>
                    <a:pt x="0" y="414712"/>
                  </a:cubicBezTo>
                  <a:lnTo>
                    <a:pt x="0" y="49323"/>
                  </a:lnTo>
                  <a:cubicBezTo>
                    <a:pt x="0" y="22083"/>
                    <a:pt x="22083" y="0"/>
                    <a:pt x="49323" y="0"/>
                  </a:cubicBezTo>
                  <a:close/>
                </a:path>
              </a:pathLst>
            </a:custGeom>
            <a:solidFill>
              <a:srgbClr val="00A9E4"/>
            </a:solidFill>
            <a:ln w="8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0E6D69A5-5828-6DC6-F299-5C029B9AECEA}"/>
                </a:ext>
              </a:extLst>
            </p:cNvPr>
            <p:cNvSpPr/>
            <p:nvPr/>
          </p:nvSpPr>
          <p:spPr>
            <a:xfrm rot="16200000">
              <a:off x="928609" y="5465175"/>
              <a:ext cx="464035" cy="464035"/>
            </a:xfrm>
            <a:custGeom>
              <a:avLst/>
              <a:gdLst>
                <a:gd name="connsiteX0" fmla="*/ 414712 w 464035"/>
                <a:gd name="connsiteY0" fmla="*/ 0 h 464035"/>
                <a:gd name="connsiteX1" fmla="*/ 464035 w 464035"/>
                <a:gd name="connsiteY1" fmla="*/ 49324 h 464035"/>
                <a:gd name="connsiteX2" fmla="*/ 464035 w 464035"/>
                <a:gd name="connsiteY2" fmla="*/ 414712 h 464035"/>
                <a:gd name="connsiteX3" fmla="*/ 414712 w 464035"/>
                <a:gd name="connsiteY3" fmla="*/ 464035 h 464035"/>
                <a:gd name="connsiteX4" fmla="*/ 49323 w 464035"/>
                <a:gd name="connsiteY4" fmla="*/ 464035 h 464035"/>
                <a:gd name="connsiteX5" fmla="*/ 0 w 464035"/>
                <a:gd name="connsiteY5" fmla="*/ 414712 h 464035"/>
                <a:gd name="connsiteX6" fmla="*/ 0 w 464035"/>
                <a:gd name="connsiteY6" fmla="*/ 49324 h 464035"/>
                <a:gd name="connsiteX7" fmla="*/ 49323 w 464035"/>
                <a:gd name="connsiteY7" fmla="*/ 0 h 464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4035" h="464035">
                  <a:moveTo>
                    <a:pt x="414712" y="0"/>
                  </a:moveTo>
                  <a:cubicBezTo>
                    <a:pt x="441952" y="0"/>
                    <a:pt x="464035" y="22083"/>
                    <a:pt x="464035" y="49324"/>
                  </a:cubicBezTo>
                  <a:lnTo>
                    <a:pt x="464035" y="414712"/>
                  </a:lnTo>
                  <a:cubicBezTo>
                    <a:pt x="464035" y="441953"/>
                    <a:pt x="441952" y="464035"/>
                    <a:pt x="414712" y="464035"/>
                  </a:cubicBezTo>
                  <a:lnTo>
                    <a:pt x="49323" y="464035"/>
                  </a:lnTo>
                  <a:cubicBezTo>
                    <a:pt x="22083" y="464035"/>
                    <a:pt x="0" y="441953"/>
                    <a:pt x="0" y="414712"/>
                  </a:cubicBezTo>
                  <a:lnTo>
                    <a:pt x="0" y="49324"/>
                  </a:lnTo>
                  <a:cubicBezTo>
                    <a:pt x="0" y="22083"/>
                    <a:pt x="22083" y="0"/>
                    <a:pt x="49323" y="0"/>
                  </a:cubicBezTo>
                  <a:close/>
                </a:path>
              </a:pathLst>
            </a:custGeom>
            <a:solidFill>
              <a:srgbClr val="F8B62D"/>
            </a:solidFill>
            <a:ln w="8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8BF1E64D-B542-6E0D-BE3F-7025245DB4FF}"/>
                </a:ext>
              </a:extLst>
            </p:cNvPr>
            <p:cNvSpPr/>
            <p:nvPr/>
          </p:nvSpPr>
          <p:spPr>
            <a:xfrm rot="16200000">
              <a:off x="464035" y="5929210"/>
              <a:ext cx="464035" cy="464035"/>
            </a:xfrm>
            <a:custGeom>
              <a:avLst/>
              <a:gdLst>
                <a:gd name="connsiteX0" fmla="*/ 414712 w 464035"/>
                <a:gd name="connsiteY0" fmla="*/ 0 h 464035"/>
                <a:gd name="connsiteX1" fmla="*/ 464035 w 464035"/>
                <a:gd name="connsiteY1" fmla="*/ 49323 h 464035"/>
                <a:gd name="connsiteX2" fmla="*/ 464035 w 464035"/>
                <a:gd name="connsiteY2" fmla="*/ 414712 h 464035"/>
                <a:gd name="connsiteX3" fmla="*/ 414712 w 464035"/>
                <a:gd name="connsiteY3" fmla="*/ 464035 h 464035"/>
                <a:gd name="connsiteX4" fmla="*/ 49323 w 464035"/>
                <a:gd name="connsiteY4" fmla="*/ 464035 h 464035"/>
                <a:gd name="connsiteX5" fmla="*/ 0 w 464035"/>
                <a:gd name="connsiteY5" fmla="*/ 414712 h 464035"/>
                <a:gd name="connsiteX6" fmla="*/ 0 w 464035"/>
                <a:gd name="connsiteY6" fmla="*/ 49323 h 464035"/>
                <a:gd name="connsiteX7" fmla="*/ 49323 w 464035"/>
                <a:gd name="connsiteY7" fmla="*/ 0 h 464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4035" h="464035">
                  <a:moveTo>
                    <a:pt x="414712" y="0"/>
                  </a:moveTo>
                  <a:cubicBezTo>
                    <a:pt x="441952" y="0"/>
                    <a:pt x="464035" y="22083"/>
                    <a:pt x="464035" y="49323"/>
                  </a:cubicBezTo>
                  <a:lnTo>
                    <a:pt x="464035" y="414712"/>
                  </a:lnTo>
                  <a:cubicBezTo>
                    <a:pt x="464035" y="441952"/>
                    <a:pt x="441952" y="464035"/>
                    <a:pt x="414712" y="464035"/>
                  </a:cubicBezTo>
                  <a:lnTo>
                    <a:pt x="49323" y="464035"/>
                  </a:lnTo>
                  <a:cubicBezTo>
                    <a:pt x="22083" y="464035"/>
                    <a:pt x="0" y="441952"/>
                    <a:pt x="0" y="414712"/>
                  </a:cubicBezTo>
                  <a:lnTo>
                    <a:pt x="0" y="49323"/>
                  </a:lnTo>
                  <a:cubicBezTo>
                    <a:pt x="0" y="22083"/>
                    <a:pt x="22083" y="0"/>
                    <a:pt x="49323" y="0"/>
                  </a:cubicBezTo>
                  <a:close/>
                </a:path>
              </a:pathLst>
            </a:custGeom>
            <a:solidFill>
              <a:srgbClr val="00A9E4"/>
            </a:solidFill>
            <a:ln w="8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2B81CC34-C0BF-77C9-7E80-3E788DB94BD3}"/>
                </a:ext>
              </a:extLst>
            </p:cNvPr>
            <p:cNvSpPr/>
            <p:nvPr/>
          </p:nvSpPr>
          <p:spPr>
            <a:xfrm rot="16200000">
              <a:off x="464574" y="5001140"/>
              <a:ext cx="464035" cy="464035"/>
            </a:xfrm>
            <a:custGeom>
              <a:avLst/>
              <a:gdLst>
                <a:gd name="connsiteX0" fmla="*/ 414712 w 464035"/>
                <a:gd name="connsiteY0" fmla="*/ 0 h 464035"/>
                <a:gd name="connsiteX1" fmla="*/ 464035 w 464035"/>
                <a:gd name="connsiteY1" fmla="*/ 49323 h 464035"/>
                <a:gd name="connsiteX2" fmla="*/ 464035 w 464035"/>
                <a:gd name="connsiteY2" fmla="*/ 414712 h 464035"/>
                <a:gd name="connsiteX3" fmla="*/ 414712 w 464035"/>
                <a:gd name="connsiteY3" fmla="*/ 464035 h 464035"/>
                <a:gd name="connsiteX4" fmla="*/ 49323 w 464035"/>
                <a:gd name="connsiteY4" fmla="*/ 464035 h 464035"/>
                <a:gd name="connsiteX5" fmla="*/ 0 w 464035"/>
                <a:gd name="connsiteY5" fmla="*/ 414712 h 464035"/>
                <a:gd name="connsiteX6" fmla="*/ 0 w 464035"/>
                <a:gd name="connsiteY6" fmla="*/ 49323 h 464035"/>
                <a:gd name="connsiteX7" fmla="*/ 49323 w 464035"/>
                <a:gd name="connsiteY7" fmla="*/ 0 h 464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4035" h="464035">
                  <a:moveTo>
                    <a:pt x="414712" y="0"/>
                  </a:moveTo>
                  <a:cubicBezTo>
                    <a:pt x="441952" y="0"/>
                    <a:pt x="464035" y="22083"/>
                    <a:pt x="464035" y="49323"/>
                  </a:cubicBezTo>
                  <a:lnTo>
                    <a:pt x="464035" y="414712"/>
                  </a:lnTo>
                  <a:cubicBezTo>
                    <a:pt x="464035" y="441952"/>
                    <a:pt x="441952" y="464035"/>
                    <a:pt x="414712" y="464035"/>
                  </a:cubicBezTo>
                  <a:lnTo>
                    <a:pt x="49323" y="464035"/>
                  </a:lnTo>
                  <a:cubicBezTo>
                    <a:pt x="22083" y="464035"/>
                    <a:pt x="0" y="441952"/>
                    <a:pt x="0" y="414712"/>
                  </a:cubicBezTo>
                  <a:lnTo>
                    <a:pt x="0" y="49323"/>
                  </a:lnTo>
                  <a:cubicBezTo>
                    <a:pt x="0" y="22083"/>
                    <a:pt x="22083" y="0"/>
                    <a:pt x="49323" y="0"/>
                  </a:cubicBezTo>
                  <a:close/>
                </a:path>
              </a:pathLst>
            </a:custGeom>
            <a:solidFill>
              <a:srgbClr val="F8B62D"/>
            </a:solidFill>
            <a:ln w="8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5587517A-6388-5103-3AF1-AB0F80228043}"/>
                </a:ext>
              </a:extLst>
            </p:cNvPr>
            <p:cNvSpPr/>
            <p:nvPr/>
          </p:nvSpPr>
          <p:spPr>
            <a:xfrm rot="16200000">
              <a:off x="928699" y="5001050"/>
              <a:ext cx="464035" cy="464035"/>
            </a:xfrm>
            <a:custGeom>
              <a:avLst/>
              <a:gdLst>
                <a:gd name="connsiteX0" fmla="*/ 414712 w 464035"/>
                <a:gd name="connsiteY0" fmla="*/ 0 h 464035"/>
                <a:gd name="connsiteX1" fmla="*/ 464035 w 464035"/>
                <a:gd name="connsiteY1" fmla="*/ 49323 h 464035"/>
                <a:gd name="connsiteX2" fmla="*/ 464035 w 464035"/>
                <a:gd name="connsiteY2" fmla="*/ 414712 h 464035"/>
                <a:gd name="connsiteX3" fmla="*/ 414712 w 464035"/>
                <a:gd name="connsiteY3" fmla="*/ 464035 h 464035"/>
                <a:gd name="connsiteX4" fmla="*/ 49323 w 464035"/>
                <a:gd name="connsiteY4" fmla="*/ 464035 h 464035"/>
                <a:gd name="connsiteX5" fmla="*/ 0 w 464035"/>
                <a:gd name="connsiteY5" fmla="*/ 414712 h 464035"/>
                <a:gd name="connsiteX6" fmla="*/ 0 w 464035"/>
                <a:gd name="connsiteY6" fmla="*/ 49323 h 464035"/>
                <a:gd name="connsiteX7" fmla="*/ 49323 w 464035"/>
                <a:gd name="connsiteY7" fmla="*/ 0 h 464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4035" h="464035">
                  <a:moveTo>
                    <a:pt x="414712" y="0"/>
                  </a:moveTo>
                  <a:cubicBezTo>
                    <a:pt x="441952" y="0"/>
                    <a:pt x="464035" y="22083"/>
                    <a:pt x="464035" y="49323"/>
                  </a:cubicBezTo>
                  <a:lnTo>
                    <a:pt x="464035" y="414712"/>
                  </a:lnTo>
                  <a:cubicBezTo>
                    <a:pt x="464035" y="441952"/>
                    <a:pt x="441952" y="464035"/>
                    <a:pt x="414712" y="464035"/>
                  </a:cubicBezTo>
                  <a:lnTo>
                    <a:pt x="49323" y="464035"/>
                  </a:lnTo>
                  <a:cubicBezTo>
                    <a:pt x="22083" y="464035"/>
                    <a:pt x="0" y="441952"/>
                    <a:pt x="0" y="414712"/>
                  </a:cubicBezTo>
                  <a:lnTo>
                    <a:pt x="0" y="49323"/>
                  </a:lnTo>
                  <a:cubicBezTo>
                    <a:pt x="0" y="22083"/>
                    <a:pt x="22083" y="0"/>
                    <a:pt x="49323" y="0"/>
                  </a:cubicBezTo>
                  <a:close/>
                </a:path>
              </a:pathLst>
            </a:custGeom>
            <a:solidFill>
              <a:srgbClr val="13AE67"/>
            </a:solidFill>
            <a:ln w="8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B93DA7EE-7DB2-21D8-C18F-967F7F092185}"/>
                </a:ext>
              </a:extLst>
            </p:cNvPr>
            <p:cNvSpPr/>
            <p:nvPr/>
          </p:nvSpPr>
          <p:spPr>
            <a:xfrm rot="16200000">
              <a:off x="464125" y="5465175"/>
              <a:ext cx="464035" cy="464035"/>
            </a:xfrm>
            <a:custGeom>
              <a:avLst/>
              <a:gdLst>
                <a:gd name="connsiteX0" fmla="*/ 414712 w 464035"/>
                <a:gd name="connsiteY0" fmla="*/ 0 h 464035"/>
                <a:gd name="connsiteX1" fmla="*/ 464035 w 464035"/>
                <a:gd name="connsiteY1" fmla="*/ 49324 h 464035"/>
                <a:gd name="connsiteX2" fmla="*/ 464035 w 464035"/>
                <a:gd name="connsiteY2" fmla="*/ 414712 h 464035"/>
                <a:gd name="connsiteX3" fmla="*/ 414712 w 464035"/>
                <a:gd name="connsiteY3" fmla="*/ 464035 h 464035"/>
                <a:gd name="connsiteX4" fmla="*/ 49323 w 464035"/>
                <a:gd name="connsiteY4" fmla="*/ 464035 h 464035"/>
                <a:gd name="connsiteX5" fmla="*/ 0 w 464035"/>
                <a:gd name="connsiteY5" fmla="*/ 414712 h 464035"/>
                <a:gd name="connsiteX6" fmla="*/ 0 w 464035"/>
                <a:gd name="connsiteY6" fmla="*/ 49324 h 464035"/>
                <a:gd name="connsiteX7" fmla="*/ 49323 w 464035"/>
                <a:gd name="connsiteY7" fmla="*/ 0 h 464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4035" h="464035">
                  <a:moveTo>
                    <a:pt x="414712" y="0"/>
                  </a:moveTo>
                  <a:cubicBezTo>
                    <a:pt x="441952" y="0"/>
                    <a:pt x="464035" y="22083"/>
                    <a:pt x="464035" y="49324"/>
                  </a:cubicBezTo>
                  <a:lnTo>
                    <a:pt x="464035" y="414712"/>
                  </a:lnTo>
                  <a:cubicBezTo>
                    <a:pt x="464035" y="441953"/>
                    <a:pt x="441952" y="464035"/>
                    <a:pt x="414712" y="464035"/>
                  </a:cubicBezTo>
                  <a:lnTo>
                    <a:pt x="49323" y="464035"/>
                  </a:lnTo>
                  <a:cubicBezTo>
                    <a:pt x="22083" y="464035"/>
                    <a:pt x="0" y="441953"/>
                    <a:pt x="0" y="414712"/>
                  </a:cubicBezTo>
                  <a:lnTo>
                    <a:pt x="0" y="49324"/>
                  </a:lnTo>
                  <a:cubicBezTo>
                    <a:pt x="0" y="22083"/>
                    <a:pt x="22083" y="0"/>
                    <a:pt x="49323" y="0"/>
                  </a:cubicBezTo>
                  <a:close/>
                </a:path>
              </a:pathLst>
            </a:custGeom>
            <a:solidFill>
              <a:srgbClr val="00A9E4"/>
            </a:solidFill>
            <a:ln w="8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372E1E21-69B4-1893-0AAD-715BE273CBA1}"/>
                </a:ext>
              </a:extLst>
            </p:cNvPr>
            <p:cNvSpPr/>
            <p:nvPr/>
          </p:nvSpPr>
          <p:spPr>
            <a:xfrm rot="16200000">
              <a:off x="928609" y="4537015"/>
              <a:ext cx="464035" cy="464035"/>
            </a:xfrm>
            <a:custGeom>
              <a:avLst/>
              <a:gdLst>
                <a:gd name="connsiteX0" fmla="*/ 414712 w 464035"/>
                <a:gd name="connsiteY0" fmla="*/ 0 h 464035"/>
                <a:gd name="connsiteX1" fmla="*/ 464035 w 464035"/>
                <a:gd name="connsiteY1" fmla="*/ 49323 h 464035"/>
                <a:gd name="connsiteX2" fmla="*/ 464035 w 464035"/>
                <a:gd name="connsiteY2" fmla="*/ 414712 h 464035"/>
                <a:gd name="connsiteX3" fmla="*/ 414712 w 464035"/>
                <a:gd name="connsiteY3" fmla="*/ 464035 h 464035"/>
                <a:gd name="connsiteX4" fmla="*/ 49323 w 464035"/>
                <a:gd name="connsiteY4" fmla="*/ 464035 h 464035"/>
                <a:gd name="connsiteX5" fmla="*/ 0 w 464035"/>
                <a:gd name="connsiteY5" fmla="*/ 414712 h 464035"/>
                <a:gd name="connsiteX6" fmla="*/ 0 w 464035"/>
                <a:gd name="connsiteY6" fmla="*/ 49323 h 464035"/>
                <a:gd name="connsiteX7" fmla="*/ 49323 w 464035"/>
                <a:gd name="connsiteY7" fmla="*/ 0 h 464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4035" h="464035">
                  <a:moveTo>
                    <a:pt x="414712" y="0"/>
                  </a:moveTo>
                  <a:cubicBezTo>
                    <a:pt x="441952" y="0"/>
                    <a:pt x="464035" y="22083"/>
                    <a:pt x="464035" y="49323"/>
                  </a:cubicBezTo>
                  <a:lnTo>
                    <a:pt x="464035" y="414712"/>
                  </a:lnTo>
                  <a:cubicBezTo>
                    <a:pt x="464035" y="441952"/>
                    <a:pt x="441952" y="464035"/>
                    <a:pt x="414712" y="464035"/>
                  </a:cubicBezTo>
                  <a:lnTo>
                    <a:pt x="49323" y="464035"/>
                  </a:lnTo>
                  <a:cubicBezTo>
                    <a:pt x="22083" y="464035"/>
                    <a:pt x="0" y="441952"/>
                    <a:pt x="0" y="414712"/>
                  </a:cubicBezTo>
                  <a:lnTo>
                    <a:pt x="0" y="49323"/>
                  </a:lnTo>
                  <a:cubicBezTo>
                    <a:pt x="0" y="22083"/>
                    <a:pt x="22083" y="0"/>
                    <a:pt x="49323" y="0"/>
                  </a:cubicBezTo>
                  <a:close/>
                </a:path>
              </a:pathLst>
            </a:custGeom>
            <a:solidFill>
              <a:srgbClr val="F8B62D"/>
            </a:solidFill>
            <a:ln w="8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54A9ABC9-A399-138C-5C66-A6A1AC2350C3}"/>
                </a:ext>
              </a:extLst>
            </p:cNvPr>
            <p:cNvSpPr/>
            <p:nvPr/>
          </p:nvSpPr>
          <p:spPr>
            <a:xfrm>
              <a:off x="1856320" y="5001050"/>
              <a:ext cx="464035" cy="464035"/>
            </a:xfrm>
            <a:custGeom>
              <a:avLst/>
              <a:gdLst>
                <a:gd name="connsiteX0" fmla="*/ 414712 w 464035"/>
                <a:gd name="connsiteY0" fmla="*/ 0 h 464035"/>
                <a:gd name="connsiteX1" fmla="*/ 464035 w 464035"/>
                <a:gd name="connsiteY1" fmla="*/ 49323 h 464035"/>
                <a:gd name="connsiteX2" fmla="*/ 464035 w 464035"/>
                <a:gd name="connsiteY2" fmla="*/ 414712 h 464035"/>
                <a:gd name="connsiteX3" fmla="*/ 414712 w 464035"/>
                <a:gd name="connsiteY3" fmla="*/ 464035 h 464035"/>
                <a:gd name="connsiteX4" fmla="*/ 49323 w 464035"/>
                <a:gd name="connsiteY4" fmla="*/ 464035 h 464035"/>
                <a:gd name="connsiteX5" fmla="*/ 0 w 464035"/>
                <a:gd name="connsiteY5" fmla="*/ 414712 h 464035"/>
                <a:gd name="connsiteX6" fmla="*/ 0 w 464035"/>
                <a:gd name="connsiteY6" fmla="*/ 49323 h 464035"/>
                <a:gd name="connsiteX7" fmla="*/ 49323 w 464035"/>
                <a:gd name="connsiteY7" fmla="*/ 0 h 464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4035" h="464035">
                  <a:moveTo>
                    <a:pt x="414712" y="0"/>
                  </a:moveTo>
                  <a:cubicBezTo>
                    <a:pt x="441952" y="0"/>
                    <a:pt x="464035" y="22083"/>
                    <a:pt x="464035" y="49323"/>
                  </a:cubicBezTo>
                  <a:lnTo>
                    <a:pt x="464035" y="414712"/>
                  </a:lnTo>
                  <a:cubicBezTo>
                    <a:pt x="464035" y="441952"/>
                    <a:pt x="441952" y="464035"/>
                    <a:pt x="414712" y="464035"/>
                  </a:cubicBezTo>
                  <a:lnTo>
                    <a:pt x="49323" y="464035"/>
                  </a:lnTo>
                  <a:cubicBezTo>
                    <a:pt x="22083" y="464035"/>
                    <a:pt x="0" y="441952"/>
                    <a:pt x="0" y="414712"/>
                  </a:cubicBezTo>
                  <a:lnTo>
                    <a:pt x="0" y="49323"/>
                  </a:lnTo>
                  <a:cubicBezTo>
                    <a:pt x="0" y="22083"/>
                    <a:pt x="22083" y="0"/>
                    <a:pt x="49323" y="0"/>
                  </a:cubicBezTo>
                  <a:close/>
                </a:path>
              </a:pathLst>
            </a:custGeom>
            <a:solidFill>
              <a:srgbClr val="00A9E4"/>
            </a:solidFill>
            <a:ln w="8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8FF496AC-5AAE-1E77-BD81-D23A8E68FC46}"/>
                </a:ext>
              </a:extLst>
            </p:cNvPr>
            <p:cNvSpPr/>
            <p:nvPr/>
          </p:nvSpPr>
          <p:spPr>
            <a:xfrm>
              <a:off x="2784481" y="5001050"/>
              <a:ext cx="464035" cy="464035"/>
            </a:xfrm>
            <a:custGeom>
              <a:avLst/>
              <a:gdLst>
                <a:gd name="connsiteX0" fmla="*/ 414712 w 464035"/>
                <a:gd name="connsiteY0" fmla="*/ 0 h 464035"/>
                <a:gd name="connsiteX1" fmla="*/ 464035 w 464035"/>
                <a:gd name="connsiteY1" fmla="*/ 49323 h 464035"/>
                <a:gd name="connsiteX2" fmla="*/ 464035 w 464035"/>
                <a:gd name="connsiteY2" fmla="*/ 414712 h 464035"/>
                <a:gd name="connsiteX3" fmla="*/ 414712 w 464035"/>
                <a:gd name="connsiteY3" fmla="*/ 464035 h 464035"/>
                <a:gd name="connsiteX4" fmla="*/ 49323 w 464035"/>
                <a:gd name="connsiteY4" fmla="*/ 464035 h 464035"/>
                <a:gd name="connsiteX5" fmla="*/ 0 w 464035"/>
                <a:gd name="connsiteY5" fmla="*/ 414712 h 464035"/>
                <a:gd name="connsiteX6" fmla="*/ 0 w 464035"/>
                <a:gd name="connsiteY6" fmla="*/ 49323 h 464035"/>
                <a:gd name="connsiteX7" fmla="*/ 49323 w 464035"/>
                <a:gd name="connsiteY7" fmla="*/ 0 h 464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4035" h="464035">
                  <a:moveTo>
                    <a:pt x="414712" y="0"/>
                  </a:moveTo>
                  <a:cubicBezTo>
                    <a:pt x="441952" y="0"/>
                    <a:pt x="464035" y="22083"/>
                    <a:pt x="464035" y="49323"/>
                  </a:cubicBezTo>
                  <a:lnTo>
                    <a:pt x="464035" y="414712"/>
                  </a:lnTo>
                  <a:cubicBezTo>
                    <a:pt x="464035" y="441952"/>
                    <a:pt x="441952" y="464035"/>
                    <a:pt x="414712" y="464035"/>
                  </a:cubicBezTo>
                  <a:lnTo>
                    <a:pt x="49323" y="464035"/>
                  </a:lnTo>
                  <a:cubicBezTo>
                    <a:pt x="22083" y="464035"/>
                    <a:pt x="0" y="441952"/>
                    <a:pt x="0" y="414712"/>
                  </a:cubicBezTo>
                  <a:lnTo>
                    <a:pt x="0" y="49323"/>
                  </a:lnTo>
                  <a:cubicBezTo>
                    <a:pt x="0" y="22083"/>
                    <a:pt x="22083" y="0"/>
                    <a:pt x="49323" y="0"/>
                  </a:cubicBezTo>
                  <a:close/>
                </a:path>
              </a:pathLst>
            </a:custGeom>
            <a:solidFill>
              <a:srgbClr val="00A9E4"/>
            </a:solidFill>
            <a:ln w="8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F654E647-FEB4-6A81-BEED-8760C45A9C3E}"/>
                </a:ext>
              </a:extLst>
            </p:cNvPr>
            <p:cNvSpPr/>
            <p:nvPr/>
          </p:nvSpPr>
          <p:spPr>
            <a:xfrm>
              <a:off x="3712641" y="5001050"/>
              <a:ext cx="464035" cy="464035"/>
            </a:xfrm>
            <a:custGeom>
              <a:avLst/>
              <a:gdLst>
                <a:gd name="connsiteX0" fmla="*/ 414712 w 464035"/>
                <a:gd name="connsiteY0" fmla="*/ 0 h 464035"/>
                <a:gd name="connsiteX1" fmla="*/ 464035 w 464035"/>
                <a:gd name="connsiteY1" fmla="*/ 49323 h 464035"/>
                <a:gd name="connsiteX2" fmla="*/ 464035 w 464035"/>
                <a:gd name="connsiteY2" fmla="*/ 414712 h 464035"/>
                <a:gd name="connsiteX3" fmla="*/ 414712 w 464035"/>
                <a:gd name="connsiteY3" fmla="*/ 464035 h 464035"/>
                <a:gd name="connsiteX4" fmla="*/ 49323 w 464035"/>
                <a:gd name="connsiteY4" fmla="*/ 464035 h 464035"/>
                <a:gd name="connsiteX5" fmla="*/ 0 w 464035"/>
                <a:gd name="connsiteY5" fmla="*/ 414712 h 464035"/>
                <a:gd name="connsiteX6" fmla="*/ 0 w 464035"/>
                <a:gd name="connsiteY6" fmla="*/ 49323 h 464035"/>
                <a:gd name="connsiteX7" fmla="*/ 49323 w 464035"/>
                <a:gd name="connsiteY7" fmla="*/ 0 h 464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4035" h="464035">
                  <a:moveTo>
                    <a:pt x="414712" y="0"/>
                  </a:moveTo>
                  <a:cubicBezTo>
                    <a:pt x="441952" y="0"/>
                    <a:pt x="464035" y="22083"/>
                    <a:pt x="464035" y="49323"/>
                  </a:cubicBezTo>
                  <a:lnTo>
                    <a:pt x="464035" y="414712"/>
                  </a:lnTo>
                  <a:cubicBezTo>
                    <a:pt x="464035" y="441952"/>
                    <a:pt x="441952" y="464035"/>
                    <a:pt x="414712" y="464035"/>
                  </a:cubicBezTo>
                  <a:lnTo>
                    <a:pt x="49323" y="464035"/>
                  </a:lnTo>
                  <a:cubicBezTo>
                    <a:pt x="22083" y="464035"/>
                    <a:pt x="0" y="441952"/>
                    <a:pt x="0" y="414712"/>
                  </a:cubicBezTo>
                  <a:lnTo>
                    <a:pt x="0" y="49323"/>
                  </a:lnTo>
                  <a:cubicBezTo>
                    <a:pt x="0" y="22083"/>
                    <a:pt x="22083" y="0"/>
                    <a:pt x="49323" y="0"/>
                  </a:cubicBezTo>
                  <a:close/>
                </a:path>
              </a:pathLst>
            </a:custGeom>
            <a:solidFill>
              <a:srgbClr val="13AE67"/>
            </a:solidFill>
            <a:ln w="8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EFA54A69-C4AF-2243-13E2-7EF6CC981146}"/>
                </a:ext>
              </a:extLst>
            </p:cNvPr>
            <p:cNvSpPr/>
            <p:nvPr/>
          </p:nvSpPr>
          <p:spPr>
            <a:xfrm rot="16200000">
              <a:off x="928699" y="4072890"/>
              <a:ext cx="464035" cy="464035"/>
            </a:xfrm>
            <a:custGeom>
              <a:avLst/>
              <a:gdLst>
                <a:gd name="connsiteX0" fmla="*/ 414712 w 464035"/>
                <a:gd name="connsiteY0" fmla="*/ 0 h 464035"/>
                <a:gd name="connsiteX1" fmla="*/ 464035 w 464035"/>
                <a:gd name="connsiteY1" fmla="*/ 49323 h 464035"/>
                <a:gd name="connsiteX2" fmla="*/ 464035 w 464035"/>
                <a:gd name="connsiteY2" fmla="*/ 414712 h 464035"/>
                <a:gd name="connsiteX3" fmla="*/ 414712 w 464035"/>
                <a:gd name="connsiteY3" fmla="*/ 464035 h 464035"/>
                <a:gd name="connsiteX4" fmla="*/ 49323 w 464035"/>
                <a:gd name="connsiteY4" fmla="*/ 464035 h 464035"/>
                <a:gd name="connsiteX5" fmla="*/ 0 w 464035"/>
                <a:gd name="connsiteY5" fmla="*/ 414712 h 464035"/>
                <a:gd name="connsiteX6" fmla="*/ 0 w 464035"/>
                <a:gd name="connsiteY6" fmla="*/ 49323 h 464035"/>
                <a:gd name="connsiteX7" fmla="*/ 49323 w 464035"/>
                <a:gd name="connsiteY7" fmla="*/ 0 h 464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4035" h="464035">
                  <a:moveTo>
                    <a:pt x="414712" y="0"/>
                  </a:moveTo>
                  <a:cubicBezTo>
                    <a:pt x="441952" y="0"/>
                    <a:pt x="464035" y="22083"/>
                    <a:pt x="464035" y="49323"/>
                  </a:cubicBezTo>
                  <a:lnTo>
                    <a:pt x="464035" y="414712"/>
                  </a:lnTo>
                  <a:cubicBezTo>
                    <a:pt x="464035" y="441952"/>
                    <a:pt x="441952" y="464035"/>
                    <a:pt x="414712" y="464035"/>
                  </a:cubicBezTo>
                  <a:lnTo>
                    <a:pt x="49323" y="464035"/>
                  </a:lnTo>
                  <a:cubicBezTo>
                    <a:pt x="22083" y="464035"/>
                    <a:pt x="0" y="441952"/>
                    <a:pt x="0" y="414712"/>
                  </a:cubicBezTo>
                  <a:lnTo>
                    <a:pt x="0" y="49323"/>
                  </a:lnTo>
                  <a:cubicBezTo>
                    <a:pt x="0" y="22083"/>
                    <a:pt x="22083" y="0"/>
                    <a:pt x="49323" y="0"/>
                  </a:cubicBezTo>
                  <a:close/>
                </a:path>
              </a:pathLst>
            </a:custGeom>
            <a:solidFill>
              <a:srgbClr val="00A9E4"/>
            </a:solidFill>
            <a:ln w="8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F0EB2130-0A9C-50F2-87EA-A768D3A0D9F7}"/>
                </a:ext>
              </a:extLst>
            </p:cNvPr>
            <p:cNvSpPr/>
            <p:nvPr/>
          </p:nvSpPr>
          <p:spPr>
            <a:xfrm rot="16200000">
              <a:off x="0" y="5929210"/>
              <a:ext cx="464035" cy="464035"/>
            </a:xfrm>
            <a:custGeom>
              <a:avLst/>
              <a:gdLst>
                <a:gd name="connsiteX0" fmla="*/ 414712 w 464035"/>
                <a:gd name="connsiteY0" fmla="*/ 0 h 464035"/>
                <a:gd name="connsiteX1" fmla="*/ 464035 w 464035"/>
                <a:gd name="connsiteY1" fmla="*/ 49323 h 464035"/>
                <a:gd name="connsiteX2" fmla="*/ 464035 w 464035"/>
                <a:gd name="connsiteY2" fmla="*/ 414712 h 464035"/>
                <a:gd name="connsiteX3" fmla="*/ 414712 w 464035"/>
                <a:gd name="connsiteY3" fmla="*/ 464035 h 464035"/>
                <a:gd name="connsiteX4" fmla="*/ 49323 w 464035"/>
                <a:gd name="connsiteY4" fmla="*/ 464035 h 464035"/>
                <a:gd name="connsiteX5" fmla="*/ 0 w 464035"/>
                <a:gd name="connsiteY5" fmla="*/ 414712 h 464035"/>
                <a:gd name="connsiteX6" fmla="*/ 0 w 464035"/>
                <a:gd name="connsiteY6" fmla="*/ 49323 h 464035"/>
                <a:gd name="connsiteX7" fmla="*/ 49323 w 464035"/>
                <a:gd name="connsiteY7" fmla="*/ 0 h 464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4035" h="464035">
                  <a:moveTo>
                    <a:pt x="414712" y="0"/>
                  </a:moveTo>
                  <a:cubicBezTo>
                    <a:pt x="441952" y="0"/>
                    <a:pt x="464035" y="22083"/>
                    <a:pt x="464035" y="49323"/>
                  </a:cubicBezTo>
                  <a:lnTo>
                    <a:pt x="464035" y="414712"/>
                  </a:lnTo>
                  <a:cubicBezTo>
                    <a:pt x="464035" y="441952"/>
                    <a:pt x="441952" y="464035"/>
                    <a:pt x="414712" y="464035"/>
                  </a:cubicBezTo>
                  <a:lnTo>
                    <a:pt x="49323" y="464035"/>
                  </a:lnTo>
                  <a:cubicBezTo>
                    <a:pt x="22083" y="464035"/>
                    <a:pt x="0" y="441952"/>
                    <a:pt x="0" y="414712"/>
                  </a:cubicBezTo>
                  <a:lnTo>
                    <a:pt x="0" y="49323"/>
                  </a:lnTo>
                  <a:cubicBezTo>
                    <a:pt x="0" y="22083"/>
                    <a:pt x="22083" y="0"/>
                    <a:pt x="49323" y="0"/>
                  </a:cubicBezTo>
                  <a:close/>
                </a:path>
              </a:pathLst>
            </a:custGeom>
            <a:solidFill>
              <a:srgbClr val="00A9E4"/>
            </a:solidFill>
            <a:ln w="8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262EB233-438F-B79A-AA66-82003F45040E}"/>
                </a:ext>
              </a:extLst>
            </p:cNvPr>
            <p:cNvSpPr/>
            <p:nvPr/>
          </p:nvSpPr>
          <p:spPr>
            <a:xfrm rot="16200000">
              <a:off x="1392734" y="5001140"/>
              <a:ext cx="464035" cy="464035"/>
            </a:xfrm>
            <a:custGeom>
              <a:avLst/>
              <a:gdLst>
                <a:gd name="connsiteX0" fmla="*/ 414712 w 464035"/>
                <a:gd name="connsiteY0" fmla="*/ 0 h 464035"/>
                <a:gd name="connsiteX1" fmla="*/ 464035 w 464035"/>
                <a:gd name="connsiteY1" fmla="*/ 49323 h 464035"/>
                <a:gd name="connsiteX2" fmla="*/ 464035 w 464035"/>
                <a:gd name="connsiteY2" fmla="*/ 414712 h 464035"/>
                <a:gd name="connsiteX3" fmla="*/ 414712 w 464035"/>
                <a:gd name="connsiteY3" fmla="*/ 464035 h 464035"/>
                <a:gd name="connsiteX4" fmla="*/ 49323 w 464035"/>
                <a:gd name="connsiteY4" fmla="*/ 464035 h 464035"/>
                <a:gd name="connsiteX5" fmla="*/ 0 w 464035"/>
                <a:gd name="connsiteY5" fmla="*/ 414712 h 464035"/>
                <a:gd name="connsiteX6" fmla="*/ 0 w 464035"/>
                <a:gd name="connsiteY6" fmla="*/ 49323 h 464035"/>
                <a:gd name="connsiteX7" fmla="*/ 49323 w 464035"/>
                <a:gd name="connsiteY7" fmla="*/ 0 h 464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4035" h="464035">
                  <a:moveTo>
                    <a:pt x="414712" y="0"/>
                  </a:moveTo>
                  <a:cubicBezTo>
                    <a:pt x="441952" y="0"/>
                    <a:pt x="464035" y="22083"/>
                    <a:pt x="464035" y="49323"/>
                  </a:cubicBezTo>
                  <a:lnTo>
                    <a:pt x="464035" y="414712"/>
                  </a:lnTo>
                  <a:cubicBezTo>
                    <a:pt x="464035" y="441952"/>
                    <a:pt x="441952" y="464035"/>
                    <a:pt x="414712" y="464035"/>
                  </a:cubicBezTo>
                  <a:lnTo>
                    <a:pt x="49323" y="464035"/>
                  </a:lnTo>
                  <a:cubicBezTo>
                    <a:pt x="22083" y="464035"/>
                    <a:pt x="0" y="441952"/>
                    <a:pt x="0" y="414712"/>
                  </a:cubicBezTo>
                  <a:lnTo>
                    <a:pt x="0" y="49323"/>
                  </a:lnTo>
                  <a:cubicBezTo>
                    <a:pt x="0" y="22083"/>
                    <a:pt x="22083" y="0"/>
                    <a:pt x="49323" y="0"/>
                  </a:cubicBezTo>
                  <a:close/>
                </a:path>
              </a:pathLst>
            </a:custGeom>
            <a:solidFill>
              <a:srgbClr val="F8B62D"/>
            </a:solidFill>
            <a:ln w="8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07008580-5056-AA71-F38B-12EE5411FA25}"/>
                </a:ext>
              </a:extLst>
            </p:cNvPr>
            <p:cNvSpPr/>
            <p:nvPr/>
          </p:nvSpPr>
          <p:spPr>
            <a:xfrm rot="16200000">
              <a:off x="539" y="5001050"/>
              <a:ext cx="464035" cy="464035"/>
            </a:xfrm>
            <a:custGeom>
              <a:avLst/>
              <a:gdLst>
                <a:gd name="connsiteX0" fmla="*/ 414712 w 464035"/>
                <a:gd name="connsiteY0" fmla="*/ 0 h 464035"/>
                <a:gd name="connsiteX1" fmla="*/ 464035 w 464035"/>
                <a:gd name="connsiteY1" fmla="*/ 49323 h 464035"/>
                <a:gd name="connsiteX2" fmla="*/ 464035 w 464035"/>
                <a:gd name="connsiteY2" fmla="*/ 414712 h 464035"/>
                <a:gd name="connsiteX3" fmla="*/ 414712 w 464035"/>
                <a:gd name="connsiteY3" fmla="*/ 464035 h 464035"/>
                <a:gd name="connsiteX4" fmla="*/ 49323 w 464035"/>
                <a:gd name="connsiteY4" fmla="*/ 464035 h 464035"/>
                <a:gd name="connsiteX5" fmla="*/ 0 w 464035"/>
                <a:gd name="connsiteY5" fmla="*/ 414712 h 464035"/>
                <a:gd name="connsiteX6" fmla="*/ 0 w 464035"/>
                <a:gd name="connsiteY6" fmla="*/ 49323 h 464035"/>
                <a:gd name="connsiteX7" fmla="*/ 49323 w 464035"/>
                <a:gd name="connsiteY7" fmla="*/ 0 h 464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4035" h="464035">
                  <a:moveTo>
                    <a:pt x="414712" y="0"/>
                  </a:moveTo>
                  <a:cubicBezTo>
                    <a:pt x="441952" y="0"/>
                    <a:pt x="464035" y="22083"/>
                    <a:pt x="464035" y="49323"/>
                  </a:cubicBezTo>
                  <a:lnTo>
                    <a:pt x="464035" y="414712"/>
                  </a:lnTo>
                  <a:cubicBezTo>
                    <a:pt x="464035" y="441952"/>
                    <a:pt x="441952" y="464035"/>
                    <a:pt x="414712" y="464035"/>
                  </a:cubicBezTo>
                  <a:lnTo>
                    <a:pt x="49323" y="464035"/>
                  </a:lnTo>
                  <a:cubicBezTo>
                    <a:pt x="22083" y="464035"/>
                    <a:pt x="0" y="441952"/>
                    <a:pt x="0" y="414712"/>
                  </a:cubicBezTo>
                  <a:lnTo>
                    <a:pt x="0" y="49323"/>
                  </a:lnTo>
                  <a:cubicBezTo>
                    <a:pt x="0" y="22083"/>
                    <a:pt x="22083" y="0"/>
                    <a:pt x="49323" y="0"/>
                  </a:cubicBezTo>
                  <a:close/>
                </a:path>
              </a:pathLst>
            </a:custGeom>
            <a:solidFill>
              <a:srgbClr val="00A9E4"/>
            </a:solidFill>
            <a:ln w="8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325C43CA-08DD-5CC4-733B-9A15D7CBEA37}"/>
                </a:ext>
              </a:extLst>
            </p:cNvPr>
            <p:cNvSpPr/>
            <p:nvPr/>
          </p:nvSpPr>
          <p:spPr>
            <a:xfrm rot="16200000">
              <a:off x="928160" y="5929716"/>
              <a:ext cx="464035" cy="464035"/>
            </a:xfrm>
            <a:custGeom>
              <a:avLst/>
              <a:gdLst>
                <a:gd name="connsiteX0" fmla="*/ 414712 w 464035"/>
                <a:gd name="connsiteY0" fmla="*/ 0 h 464035"/>
                <a:gd name="connsiteX1" fmla="*/ 464035 w 464035"/>
                <a:gd name="connsiteY1" fmla="*/ 49323 h 464035"/>
                <a:gd name="connsiteX2" fmla="*/ 464035 w 464035"/>
                <a:gd name="connsiteY2" fmla="*/ 414712 h 464035"/>
                <a:gd name="connsiteX3" fmla="*/ 414712 w 464035"/>
                <a:gd name="connsiteY3" fmla="*/ 464035 h 464035"/>
                <a:gd name="connsiteX4" fmla="*/ 49323 w 464035"/>
                <a:gd name="connsiteY4" fmla="*/ 464035 h 464035"/>
                <a:gd name="connsiteX5" fmla="*/ 0 w 464035"/>
                <a:gd name="connsiteY5" fmla="*/ 414712 h 464035"/>
                <a:gd name="connsiteX6" fmla="*/ 0 w 464035"/>
                <a:gd name="connsiteY6" fmla="*/ 49323 h 464035"/>
                <a:gd name="connsiteX7" fmla="*/ 49323 w 464035"/>
                <a:gd name="connsiteY7" fmla="*/ 0 h 464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4035" h="464035">
                  <a:moveTo>
                    <a:pt x="414712" y="0"/>
                  </a:moveTo>
                  <a:cubicBezTo>
                    <a:pt x="441952" y="0"/>
                    <a:pt x="464035" y="22083"/>
                    <a:pt x="464035" y="49323"/>
                  </a:cubicBezTo>
                  <a:lnTo>
                    <a:pt x="464035" y="414712"/>
                  </a:lnTo>
                  <a:cubicBezTo>
                    <a:pt x="464035" y="441952"/>
                    <a:pt x="441952" y="464035"/>
                    <a:pt x="414712" y="464035"/>
                  </a:cubicBezTo>
                  <a:lnTo>
                    <a:pt x="49323" y="464035"/>
                  </a:lnTo>
                  <a:cubicBezTo>
                    <a:pt x="22083" y="464035"/>
                    <a:pt x="0" y="441952"/>
                    <a:pt x="0" y="414712"/>
                  </a:cubicBezTo>
                  <a:lnTo>
                    <a:pt x="0" y="49323"/>
                  </a:lnTo>
                  <a:cubicBezTo>
                    <a:pt x="0" y="22083"/>
                    <a:pt x="22083" y="0"/>
                    <a:pt x="49323" y="0"/>
                  </a:cubicBezTo>
                  <a:close/>
                </a:path>
              </a:pathLst>
            </a:custGeom>
            <a:solidFill>
              <a:srgbClr val="00A9E4"/>
            </a:solidFill>
            <a:ln w="8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pic>
        <p:nvPicPr>
          <p:cNvPr id="5" name="图形 4">
            <a:extLst>
              <a:ext uri="{FF2B5EF4-FFF2-40B4-BE49-F238E27FC236}">
                <a16:creationId xmlns:a16="http://schemas.microsoft.com/office/drawing/2014/main" id="{A5626457-2815-5C8D-4EAD-E9A255CD6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0575" y="2305051"/>
            <a:ext cx="235561" cy="26360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模板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B935F0-35D2-0182-D422-3A9170458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28" y="350742"/>
            <a:ext cx="9079139" cy="530316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18208289-59FD-1E51-8461-E8076F2EFE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70767" y="334578"/>
            <a:ext cx="1647598" cy="245605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8BACB7F9-4DDB-EDEA-55EB-5F3ED82C6075}"/>
              </a:ext>
            </a:extLst>
          </p:cNvPr>
          <p:cNvGrpSpPr/>
          <p:nvPr userDrawn="1"/>
        </p:nvGrpSpPr>
        <p:grpSpPr>
          <a:xfrm rot="16200000" flipH="1">
            <a:off x="10872062" y="-99825"/>
            <a:ext cx="177204" cy="1592716"/>
            <a:chOff x="-2390281" y="3270671"/>
            <a:chExt cx="304219" cy="2734336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63CAE879-026B-8F81-16E0-040D4C761AFE}"/>
                </a:ext>
              </a:extLst>
            </p:cNvPr>
            <p:cNvSpPr/>
            <p:nvPr/>
          </p:nvSpPr>
          <p:spPr>
            <a:xfrm>
              <a:off x="-2390279" y="3270671"/>
              <a:ext cx="304217" cy="304220"/>
            </a:xfrm>
            <a:prstGeom prst="roundRect">
              <a:avLst/>
            </a:prstGeom>
            <a:solidFill>
              <a:srgbClr val="00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19810458-2EB5-569E-8ABA-9FCF4A65C80D}"/>
                </a:ext>
              </a:extLst>
            </p:cNvPr>
            <p:cNvSpPr/>
            <p:nvPr/>
          </p:nvSpPr>
          <p:spPr>
            <a:xfrm>
              <a:off x="-2390281" y="3576877"/>
              <a:ext cx="304219" cy="304220"/>
            </a:xfrm>
            <a:prstGeom prst="roundRect">
              <a:avLst/>
            </a:prstGeom>
            <a:solidFill>
              <a:srgbClr val="00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CCB11CE4-1A03-4446-329B-D7B6864A419B}"/>
                </a:ext>
              </a:extLst>
            </p:cNvPr>
            <p:cNvSpPr/>
            <p:nvPr/>
          </p:nvSpPr>
          <p:spPr>
            <a:xfrm>
              <a:off x="-2390281" y="3884367"/>
              <a:ext cx="304219" cy="304220"/>
            </a:xfrm>
            <a:prstGeom prst="roundRect">
              <a:avLst/>
            </a:prstGeom>
            <a:solidFill>
              <a:srgbClr val="00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62003A7A-457D-B52B-9BF9-8E89C562C820}"/>
                </a:ext>
              </a:extLst>
            </p:cNvPr>
            <p:cNvSpPr/>
            <p:nvPr/>
          </p:nvSpPr>
          <p:spPr>
            <a:xfrm>
              <a:off x="-2390281" y="4495722"/>
              <a:ext cx="304219" cy="304219"/>
            </a:xfrm>
            <a:prstGeom prst="roundRect">
              <a:avLst/>
            </a:prstGeom>
            <a:solidFill>
              <a:srgbClr val="13AE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696D72CA-663F-4A7B-8107-BDA1628D5558}"/>
                </a:ext>
              </a:extLst>
            </p:cNvPr>
            <p:cNvSpPr/>
            <p:nvPr/>
          </p:nvSpPr>
          <p:spPr>
            <a:xfrm>
              <a:off x="-2390281" y="5098530"/>
              <a:ext cx="304219" cy="304219"/>
            </a:xfrm>
            <a:prstGeom prst="roundRect">
              <a:avLst/>
            </a:prstGeom>
            <a:solidFill>
              <a:srgbClr val="F8B6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EC087E06-F251-F034-1AAB-8B4FFD1B07E5}"/>
                </a:ext>
              </a:extLst>
            </p:cNvPr>
            <p:cNvSpPr/>
            <p:nvPr/>
          </p:nvSpPr>
          <p:spPr>
            <a:xfrm>
              <a:off x="-2390281" y="5700788"/>
              <a:ext cx="304219" cy="304219"/>
            </a:xfrm>
            <a:prstGeom prst="roundRect">
              <a:avLst/>
            </a:prstGeom>
            <a:solidFill>
              <a:srgbClr val="13AE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6061E0F-0C7E-6D94-8908-64AA48E41A35}"/>
              </a:ext>
            </a:extLst>
          </p:cNvPr>
          <p:cNvGrpSpPr/>
          <p:nvPr userDrawn="1"/>
        </p:nvGrpSpPr>
        <p:grpSpPr>
          <a:xfrm>
            <a:off x="173804" y="6506022"/>
            <a:ext cx="1593193" cy="177204"/>
            <a:chOff x="56804" y="6625098"/>
            <a:chExt cx="1593193" cy="177204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1F1D06EB-5C2C-DF25-33B7-0BE8D08BA62D}"/>
                </a:ext>
              </a:extLst>
            </p:cNvPr>
            <p:cNvSpPr/>
            <p:nvPr/>
          </p:nvSpPr>
          <p:spPr>
            <a:xfrm rot="5400000">
              <a:off x="1472793" y="6625098"/>
              <a:ext cx="177203" cy="177204"/>
            </a:xfrm>
            <a:prstGeom prst="roundRect">
              <a:avLst/>
            </a:prstGeom>
            <a:solidFill>
              <a:srgbClr val="00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EA4F7357-742D-A2DD-8CE8-92D4B0C7D50C}"/>
                </a:ext>
              </a:extLst>
            </p:cNvPr>
            <p:cNvSpPr/>
            <p:nvPr/>
          </p:nvSpPr>
          <p:spPr>
            <a:xfrm rot="5400000">
              <a:off x="1293955" y="6625098"/>
              <a:ext cx="177204" cy="177204"/>
            </a:xfrm>
            <a:prstGeom prst="roundRect">
              <a:avLst/>
            </a:prstGeom>
            <a:solidFill>
              <a:srgbClr val="00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290B964D-B7EA-9A2A-166E-298B9C7A9E6C}"/>
                </a:ext>
              </a:extLst>
            </p:cNvPr>
            <p:cNvSpPr/>
            <p:nvPr/>
          </p:nvSpPr>
          <p:spPr>
            <a:xfrm rot="5400000">
              <a:off x="1114846" y="6625098"/>
              <a:ext cx="177204" cy="177204"/>
            </a:xfrm>
            <a:prstGeom prst="roundRect">
              <a:avLst/>
            </a:prstGeom>
            <a:solidFill>
              <a:srgbClr val="00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B84AD412-A781-3ABB-8DF8-67CB95C4A249}"/>
                </a:ext>
              </a:extLst>
            </p:cNvPr>
            <p:cNvSpPr/>
            <p:nvPr/>
          </p:nvSpPr>
          <p:spPr>
            <a:xfrm rot="5400000">
              <a:off x="758739" y="6625098"/>
              <a:ext cx="177204" cy="177204"/>
            </a:xfrm>
            <a:prstGeom prst="roundRect">
              <a:avLst/>
            </a:prstGeom>
            <a:solidFill>
              <a:srgbClr val="13AE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5B723822-A8D8-19EA-5C8A-74F709B65BCC}"/>
                </a:ext>
              </a:extLst>
            </p:cNvPr>
            <p:cNvSpPr/>
            <p:nvPr/>
          </p:nvSpPr>
          <p:spPr>
            <a:xfrm rot="5400000">
              <a:off x="407611" y="6625098"/>
              <a:ext cx="177204" cy="177204"/>
            </a:xfrm>
            <a:prstGeom prst="roundRect">
              <a:avLst/>
            </a:prstGeom>
            <a:solidFill>
              <a:srgbClr val="F8B6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B93DC582-610A-E283-F653-FB71D460E3B8}"/>
                </a:ext>
              </a:extLst>
            </p:cNvPr>
            <p:cNvSpPr/>
            <p:nvPr/>
          </p:nvSpPr>
          <p:spPr>
            <a:xfrm rot="5400000">
              <a:off x="56804" y="6625098"/>
              <a:ext cx="177204" cy="177204"/>
            </a:xfrm>
            <a:prstGeom prst="roundRect">
              <a:avLst/>
            </a:prstGeom>
            <a:solidFill>
              <a:srgbClr val="13AE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20549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38">
          <p15:clr>
            <a:srgbClr val="FBAE40"/>
          </p15:clr>
        </p15:guide>
        <p15:guide id="3" pos="7242">
          <p15:clr>
            <a:srgbClr val="FBAE40"/>
          </p15:clr>
        </p15:guide>
        <p15:guide id="4" orient="horz" pos="754">
          <p15:clr>
            <a:srgbClr val="FBAE40"/>
          </p15:clr>
        </p15:guide>
        <p15:guide id="5" orient="horz" pos="379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-感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>
            <a:extLst>
              <a:ext uri="{FF2B5EF4-FFF2-40B4-BE49-F238E27FC236}">
                <a16:creationId xmlns:a16="http://schemas.microsoft.com/office/drawing/2014/main" id="{2F4DF8A4-9FA7-351A-9C50-266F5CB9C755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3830" y="1285338"/>
            <a:ext cx="1764000" cy="120468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C8BA4A1-5913-B2B3-A1C6-910C0E513898}"/>
              </a:ext>
            </a:extLst>
          </p:cNvPr>
          <p:cNvSpPr/>
          <p:nvPr userDrawn="1"/>
        </p:nvSpPr>
        <p:spPr>
          <a:xfrm>
            <a:off x="749562" y="1077956"/>
            <a:ext cx="33762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itchFamily="34" charset="-122"/>
                <a:ea typeface="思源黑体 CN Regular" pitchFamily="34" charset="-122"/>
              </a:rPr>
              <a:t>THANKS</a:t>
            </a:r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B3BBAE9D-8578-91D0-4368-04E65C9C39DC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2531" y="3354822"/>
            <a:ext cx="1476000" cy="119446"/>
          </a:xfrm>
          <a:prstGeom prst="rect">
            <a:avLst/>
          </a:prstGeom>
        </p:spPr>
      </p:pic>
      <p:pic>
        <p:nvPicPr>
          <p:cNvPr id="4" name="图形 3">
            <a:extLst>
              <a:ext uri="{FF2B5EF4-FFF2-40B4-BE49-F238E27FC236}">
                <a16:creationId xmlns:a16="http://schemas.microsoft.com/office/drawing/2014/main" id="{288A0AA4-AC19-A683-A4C8-7394D9AB2792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58593" y="2163635"/>
            <a:ext cx="2412000" cy="288759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718B61E3-7D1C-28C5-FBC1-FB1CDC417777}"/>
              </a:ext>
            </a:extLst>
          </p:cNvPr>
          <p:cNvGrpSpPr/>
          <p:nvPr userDrawn="1"/>
        </p:nvGrpSpPr>
        <p:grpSpPr>
          <a:xfrm>
            <a:off x="7350886" y="918815"/>
            <a:ext cx="4466463" cy="614332"/>
            <a:chOff x="7390589" y="1194568"/>
            <a:chExt cx="4466463" cy="614332"/>
          </a:xfrm>
        </p:grpSpPr>
        <p:pic>
          <p:nvPicPr>
            <p:cNvPr id="13" name="图形 12">
              <a:extLst>
                <a:ext uri="{FF2B5EF4-FFF2-40B4-BE49-F238E27FC236}">
                  <a16:creationId xmlns:a16="http://schemas.microsoft.com/office/drawing/2014/main" id="{29DFCFB1-F7DD-8ED9-411B-AF7428922D7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499598" y="1717231"/>
              <a:ext cx="1933028" cy="91669"/>
            </a:xfrm>
            <a:prstGeom prst="rect">
              <a:avLst/>
            </a:prstGeom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FE38485F-C760-09A9-3B13-0C9056E582EC}"/>
                </a:ext>
              </a:extLst>
            </p:cNvPr>
            <p:cNvSpPr txBox="1"/>
            <p:nvPr/>
          </p:nvSpPr>
          <p:spPr>
            <a:xfrm>
              <a:off x="7390589" y="1194568"/>
              <a:ext cx="43458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7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医为使命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E5A71AE-5223-ECB9-6C8D-A0DC09B523ED}"/>
                </a:ext>
              </a:extLst>
            </p:cNvPr>
            <p:cNvSpPr txBox="1"/>
            <p:nvPr/>
          </p:nvSpPr>
          <p:spPr>
            <a:xfrm>
              <a:off x="8351969" y="1251307"/>
              <a:ext cx="350508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iMEDWAY</a:t>
              </a: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  MISSION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070476E-4044-B5B7-6938-FAF22D87141E}"/>
              </a:ext>
            </a:extLst>
          </p:cNvPr>
          <p:cNvGrpSpPr/>
          <p:nvPr userDrawn="1"/>
        </p:nvGrpSpPr>
        <p:grpSpPr>
          <a:xfrm>
            <a:off x="7350885" y="2978738"/>
            <a:ext cx="4466464" cy="616735"/>
            <a:chOff x="7390588" y="3629899"/>
            <a:chExt cx="4466464" cy="616735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3B4D0FFE-0804-AD8A-5FE4-8E6FB51DA413}"/>
                </a:ext>
              </a:extLst>
            </p:cNvPr>
            <p:cNvGrpSpPr/>
            <p:nvPr/>
          </p:nvGrpSpPr>
          <p:grpSpPr>
            <a:xfrm>
              <a:off x="7390588" y="3629899"/>
              <a:ext cx="4466464" cy="366254"/>
              <a:chOff x="7390588" y="3629899"/>
              <a:chExt cx="4466464" cy="366254"/>
            </a:xfrm>
          </p:grpSpPr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82BB191B-FCCE-77A9-FBCD-33D7B9ED7329}"/>
                  </a:ext>
                </a:extLst>
              </p:cNvPr>
              <p:cNvSpPr txBox="1"/>
              <p:nvPr/>
            </p:nvSpPr>
            <p:spPr>
              <a:xfrm>
                <a:off x="7390588" y="3629899"/>
                <a:ext cx="4466463" cy="366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78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医为价值观</a:t>
                </a:r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2C78A94D-9FAC-675C-A7A4-CEFDFDAB955D}"/>
                  </a:ext>
                </a:extLst>
              </p:cNvPr>
              <p:cNvSpPr txBox="1"/>
              <p:nvPr/>
            </p:nvSpPr>
            <p:spPr>
              <a:xfrm>
                <a:off x="8606314" y="3686638"/>
                <a:ext cx="325073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iMEDWAY</a:t>
                </a: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  VALUES</a:t>
                </a:r>
                <a:endPara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endParaRPr>
              </a:p>
            </p:txBody>
          </p:sp>
        </p:grpSp>
        <p:pic>
          <p:nvPicPr>
            <p:cNvPr id="35" name="图形 34">
              <a:extLst>
                <a:ext uri="{FF2B5EF4-FFF2-40B4-BE49-F238E27FC236}">
                  <a16:creationId xmlns:a16="http://schemas.microsoft.com/office/drawing/2014/main" id="{CDCDAA43-F429-4FFA-6813-7D30A74B41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481788" y="4151384"/>
              <a:ext cx="2657475" cy="95250"/>
            </a:xfrm>
            <a:prstGeom prst="rect">
              <a:avLst/>
            </a:prstGeom>
          </p:spPr>
        </p:pic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485C2DDF-7F84-BC83-AC14-664405E426AC}"/>
              </a:ext>
            </a:extLst>
          </p:cNvPr>
          <p:cNvGrpSpPr/>
          <p:nvPr userDrawn="1"/>
        </p:nvGrpSpPr>
        <p:grpSpPr>
          <a:xfrm>
            <a:off x="7350886" y="1796623"/>
            <a:ext cx="4466463" cy="918640"/>
            <a:chOff x="7390589" y="2251297"/>
            <a:chExt cx="4466463" cy="918640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03EF522B-E96C-AA61-4AB4-B66B84D82D6B}"/>
                </a:ext>
              </a:extLst>
            </p:cNvPr>
            <p:cNvGrpSpPr/>
            <p:nvPr/>
          </p:nvGrpSpPr>
          <p:grpSpPr>
            <a:xfrm>
              <a:off x="7390589" y="2251297"/>
              <a:ext cx="4466463" cy="366254"/>
              <a:chOff x="7390589" y="2257093"/>
              <a:chExt cx="4466463" cy="366254"/>
            </a:xfrm>
          </p:grpSpPr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A4D8E3D8-BA56-ED25-3915-08389384CB03}"/>
                  </a:ext>
                </a:extLst>
              </p:cNvPr>
              <p:cNvSpPr txBox="1"/>
              <p:nvPr/>
            </p:nvSpPr>
            <p:spPr>
              <a:xfrm>
                <a:off x="7390589" y="2257093"/>
                <a:ext cx="4466463" cy="366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78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医为愿景</a:t>
                </a:r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BA3C0C7E-0718-5981-01F5-910DFFFC3855}"/>
                  </a:ext>
                </a:extLst>
              </p:cNvPr>
              <p:cNvSpPr txBox="1"/>
              <p:nvPr/>
            </p:nvSpPr>
            <p:spPr>
              <a:xfrm>
                <a:off x="8351970" y="2313832"/>
                <a:ext cx="35050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iMEDWAY</a:t>
                </a: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  VISION</a:t>
                </a:r>
                <a:endPara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endParaRPr>
              </a:p>
            </p:txBody>
          </p:sp>
        </p:grpSp>
        <p:pic>
          <p:nvPicPr>
            <p:cNvPr id="40" name="图形 39">
              <a:extLst>
                <a:ext uri="{FF2B5EF4-FFF2-40B4-BE49-F238E27FC236}">
                  <a16:creationId xmlns:a16="http://schemas.microsoft.com/office/drawing/2014/main" id="{1672AF8C-F778-A730-B0AC-98A6B09D89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512978" y="2950862"/>
              <a:ext cx="4086225" cy="219075"/>
            </a:xfrm>
            <a:prstGeom prst="rect">
              <a:avLst/>
            </a:prstGeom>
          </p:spPr>
        </p:pic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23A99D9-5170-F056-261F-F80342F8E7B6}"/>
              </a:ext>
            </a:extLst>
          </p:cNvPr>
          <p:cNvGrpSpPr/>
          <p:nvPr userDrawn="1"/>
        </p:nvGrpSpPr>
        <p:grpSpPr>
          <a:xfrm>
            <a:off x="7390588" y="4620913"/>
            <a:ext cx="4478539" cy="1318491"/>
            <a:chOff x="7390588" y="4620913"/>
            <a:chExt cx="4478539" cy="1318491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B8256A40-44CC-560A-B2E1-ECF25CFF5414}"/>
                </a:ext>
              </a:extLst>
            </p:cNvPr>
            <p:cNvGrpSpPr/>
            <p:nvPr userDrawn="1"/>
          </p:nvGrpSpPr>
          <p:grpSpPr>
            <a:xfrm>
              <a:off x="7390588" y="4620913"/>
              <a:ext cx="4168911" cy="816069"/>
              <a:chOff x="7390588" y="4620913"/>
              <a:chExt cx="4168911" cy="816069"/>
            </a:xfrm>
          </p:grpSpPr>
          <p:pic>
            <p:nvPicPr>
              <p:cNvPr id="8" name="图形 7">
                <a:extLst>
                  <a:ext uri="{FF2B5EF4-FFF2-40B4-BE49-F238E27FC236}">
                    <a16:creationId xmlns:a16="http://schemas.microsoft.com/office/drawing/2014/main" id="{ADD3CBA6-541F-D706-1C54-09B647FF69A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7501979" y="4620913"/>
                <a:ext cx="1404000" cy="209294"/>
              </a:xfrm>
              <a:prstGeom prst="rect">
                <a:avLst/>
              </a:prstGeom>
            </p:spPr>
          </p:pic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476150D1-3EE4-128B-84FD-BDF691664F18}"/>
                  </a:ext>
                </a:extLst>
              </p:cNvPr>
              <p:cNvSpPr txBox="1"/>
              <p:nvPr/>
            </p:nvSpPr>
            <p:spPr>
              <a:xfrm>
                <a:off x="7390588" y="4943919"/>
                <a:ext cx="4168911" cy="310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1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</a:rPr>
                  <a:t>东华医为科技有限公司</a:t>
                </a:r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FD7CEE33-D620-6968-233B-BAF09D613F52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7402664" y="5190761"/>
                <a:ext cx="2109636" cy="24622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dist"/>
                <a:r>
                  <a:rPr lang="en-US" altLang="zh-CN" sz="1000" spc="2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iMEDWAY</a:t>
                </a:r>
                <a:r>
                  <a:rPr lang="en-US" altLang="zh-CN" sz="1000" spc="2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 Technology Co., Ltd.</a:t>
                </a:r>
                <a:endParaRPr lang="zh-CN" altLang="en-US" sz="1000" spc="2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</p:grp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A9303578-7877-F706-DE1B-8C855199D677}"/>
                </a:ext>
              </a:extLst>
            </p:cNvPr>
            <p:cNvSpPr txBox="1"/>
            <p:nvPr userDrawn="1"/>
          </p:nvSpPr>
          <p:spPr>
            <a:xfrm>
              <a:off x="7402663" y="5441430"/>
              <a:ext cx="4414685" cy="226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6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北京市海淀区中关村紫金数码园</a:t>
              </a:r>
              <a:r>
                <a:rPr lang="en-US" altLang="zh-CN" sz="86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3</a:t>
              </a:r>
              <a:r>
                <a:rPr lang="zh-CN" altLang="en-US" sz="86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号楼东华合创大厦</a:t>
              </a:r>
              <a:r>
                <a:rPr lang="en-US" altLang="zh-CN" sz="86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14</a:t>
              </a:r>
              <a:r>
                <a:rPr lang="zh-CN" altLang="en-US" sz="86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层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DFB7ED3B-FF29-C996-D0B1-A6DEFDAFC435}"/>
                </a:ext>
              </a:extLst>
            </p:cNvPr>
            <p:cNvSpPr txBox="1"/>
            <p:nvPr userDrawn="1"/>
          </p:nvSpPr>
          <p:spPr>
            <a:xfrm>
              <a:off x="7402664" y="5596231"/>
              <a:ext cx="4466463" cy="203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72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14/F, DHC Mansion No.3, Violet Golden Digital Park, </a:t>
              </a:r>
              <a:r>
                <a:rPr lang="en-US" altLang="zh-CN" sz="72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Zhongguancun</a:t>
              </a:r>
              <a:r>
                <a:rPr lang="en-US" altLang="zh-CN" sz="72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, Beijing</a:t>
              </a:r>
              <a:endParaRPr lang="zh-CN" altLang="en-US" sz="72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7DD4CC19-4800-B0F2-C836-85E553C33B8A}"/>
                </a:ext>
              </a:extLst>
            </p:cNvPr>
            <p:cNvSpPr txBox="1"/>
            <p:nvPr userDrawn="1"/>
          </p:nvSpPr>
          <p:spPr>
            <a:xfrm>
              <a:off x="7402663" y="5736271"/>
              <a:ext cx="4466463" cy="203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72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www.iMedway.com</a:t>
              </a:r>
              <a:endParaRPr lang="zh-CN" altLang="en-US" sz="72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pic>
        <p:nvPicPr>
          <p:cNvPr id="5" name="图形 4">
            <a:extLst>
              <a:ext uri="{FF2B5EF4-FFF2-40B4-BE49-F238E27FC236}">
                <a16:creationId xmlns:a16="http://schemas.microsoft.com/office/drawing/2014/main" id="{61CDB4F7-209B-837D-102E-C83F277E1614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17012" y="2303596"/>
            <a:ext cx="3672000" cy="208535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1DAA5D58-4800-8031-BBEB-8D94E1D6E08C}"/>
              </a:ext>
            </a:extLst>
          </p:cNvPr>
          <p:cNvGrpSpPr/>
          <p:nvPr userDrawn="1"/>
        </p:nvGrpSpPr>
        <p:grpSpPr>
          <a:xfrm flipH="1">
            <a:off x="1013748" y="2005808"/>
            <a:ext cx="1593193" cy="177204"/>
            <a:chOff x="56804" y="6625098"/>
            <a:chExt cx="1593193" cy="177204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EA475307-628F-D023-FB65-75A0881B0A31}"/>
                </a:ext>
              </a:extLst>
            </p:cNvPr>
            <p:cNvSpPr/>
            <p:nvPr/>
          </p:nvSpPr>
          <p:spPr>
            <a:xfrm rot="5400000">
              <a:off x="1472793" y="6625098"/>
              <a:ext cx="177203" cy="177204"/>
            </a:xfrm>
            <a:prstGeom prst="roundRect">
              <a:avLst/>
            </a:prstGeom>
            <a:solidFill>
              <a:srgbClr val="00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2694AB72-E55B-A08C-498C-FEC49FA7642A}"/>
                </a:ext>
              </a:extLst>
            </p:cNvPr>
            <p:cNvSpPr/>
            <p:nvPr/>
          </p:nvSpPr>
          <p:spPr>
            <a:xfrm rot="5400000">
              <a:off x="1293955" y="6625098"/>
              <a:ext cx="177204" cy="177204"/>
            </a:xfrm>
            <a:prstGeom prst="roundRect">
              <a:avLst/>
            </a:prstGeom>
            <a:solidFill>
              <a:srgbClr val="00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C71D777D-4EFE-EF6A-6500-2330E9368875}"/>
                </a:ext>
              </a:extLst>
            </p:cNvPr>
            <p:cNvSpPr/>
            <p:nvPr/>
          </p:nvSpPr>
          <p:spPr>
            <a:xfrm rot="5400000">
              <a:off x="1114846" y="6625098"/>
              <a:ext cx="177204" cy="177204"/>
            </a:xfrm>
            <a:prstGeom prst="roundRect">
              <a:avLst/>
            </a:prstGeom>
            <a:solidFill>
              <a:srgbClr val="00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34EDEBA1-843D-C3F4-F900-6DC90D0931A8}"/>
                </a:ext>
              </a:extLst>
            </p:cNvPr>
            <p:cNvSpPr/>
            <p:nvPr/>
          </p:nvSpPr>
          <p:spPr>
            <a:xfrm rot="5400000">
              <a:off x="758739" y="6625098"/>
              <a:ext cx="177204" cy="177204"/>
            </a:xfrm>
            <a:prstGeom prst="roundRect">
              <a:avLst/>
            </a:prstGeom>
            <a:solidFill>
              <a:srgbClr val="13AE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3011D772-40D3-389E-95A5-B032B0D134DC}"/>
                </a:ext>
              </a:extLst>
            </p:cNvPr>
            <p:cNvSpPr/>
            <p:nvPr/>
          </p:nvSpPr>
          <p:spPr>
            <a:xfrm rot="5400000">
              <a:off x="407611" y="6625098"/>
              <a:ext cx="177204" cy="177204"/>
            </a:xfrm>
            <a:prstGeom prst="roundRect">
              <a:avLst/>
            </a:prstGeom>
            <a:solidFill>
              <a:srgbClr val="F8B6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BDA5AA69-3242-F50A-3ADD-F5D5880359CF}"/>
                </a:ext>
              </a:extLst>
            </p:cNvPr>
            <p:cNvSpPr/>
            <p:nvPr/>
          </p:nvSpPr>
          <p:spPr>
            <a:xfrm rot="5400000">
              <a:off x="56804" y="6625098"/>
              <a:ext cx="177204" cy="177204"/>
            </a:xfrm>
            <a:prstGeom prst="roundRect">
              <a:avLst/>
            </a:prstGeom>
            <a:solidFill>
              <a:srgbClr val="13AE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94716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深色-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-AI(可编辑)-08">
            <a:extLst>
              <a:ext uri="{FF2B5EF4-FFF2-40B4-BE49-F238E27FC236}">
                <a16:creationId xmlns:a16="http://schemas.microsoft.com/office/drawing/2014/main" id="{E8F970A7-941D-D532-E65E-065DCFCC99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29345" y="-72390"/>
            <a:ext cx="1896110" cy="1924050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12C8C7AB-ED5B-D5F0-B065-50C9CA455983}"/>
              </a:ext>
            </a:extLst>
          </p:cNvPr>
          <p:cNvGrpSpPr/>
          <p:nvPr userDrawn="1"/>
        </p:nvGrpSpPr>
        <p:grpSpPr>
          <a:xfrm>
            <a:off x="7103532" y="1720074"/>
            <a:ext cx="5128111" cy="5136579"/>
            <a:chOff x="7103532" y="1720074"/>
            <a:chExt cx="5128111" cy="5136579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0000" t="-3000" r="-11000"/>
            </a:stretch>
          </a:blipFill>
        </p:grpSpPr>
        <p:sp>
          <p:nvSpPr>
            <p:cNvPr id="9" name="圆角矩形 27">
              <a:extLst>
                <a:ext uri="{FF2B5EF4-FFF2-40B4-BE49-F238E27FC236}">
                  <a16:creationId xmlns:a16="http://schemas.microsoft.com/office/drawing/2014/main" id="{E3DBA79A-E34B-86B2-D471-49AF882BD0A9}"/>
                </a:ext>
              </a:extLst>
            </p:cNvPr>
            <p:cNvSpPr/>
            <p:nvPr/>
          </p:nvSpPr>
          <p:spPr>
            <a:xfrm>
              <a:off x="8805332" y="5140608"/>
              <a:ext cx="1716045" cy="1716045"/>
            </a:xfrm>
            <a:prstGeom prst="roundRect">
              <a:avLst>
                <a:gd name="adj" fmla="val 1178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圆角矩形 35">
              <a:extLst>
                <a:ext uri="{FF2B5EF4-FFF2-40B4-BE49-F238E27FC236}">
                  <a16:creationId xmlns:a16="http://schemas.microsoft.com/office/drawing/2014/main" id="{693FF418-8D69-0476-ECC6-E23EC8CEECB9}"/>
                </a:ext>
              </a:extLst>
            </p:cNvPr>
            <p:cNvSpPr/>
            <p:nvPr/>
          </p:nvSpPr>
          <p:spPr>
            <a:xfrm>
              <a:off x="8805332" y="3430341"/>
              <a:ext cx="1716045" cy="1716045"/>
            </a:xfrm>
            <a:prstGeom prst="roundRect">
              <a:avLst>
                <a:gd name="adj" fmla="val 1178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圆角矩形 36">
              <a:extLst>
                <a:ext uri="{FF2B5EF4-FFF2-40B4-BE49-F238E27FC236}">
                  <a16:creationId xmlns:a16="http://schemas.microsoft.com/office/drawing/2014/main" id="{E49BDC36-5D4E-7400-C1B5-133EEDE3D998}"/>
                </a:ext>
              </a:extLst>
            </p:cNvPr>
            <p:cNvSpPr/>
            <p:nvPr/>
          </p:nvSpPr>
          <p:spPr>
            <a:xfrm>
              <a:off x="7103532" y="3430341"/>
              <a:ext cx="1716045" cy="1716045"/>
            </a:xfrm>
            <a:prstGeom prst="roundRect">
              <a:avLst>
                <a:gd name="adj" fmla="val 1178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圆角矩形 37">
              <a:extLst>
                <a:ext uri="{FF2B5EF4-FFF2-40B4-BE49-F238E27FC236}">
                  <a16:creationId xmlns:a16="http://schemas.microsoft.com/office/drawing/2014/main" id="{9DA0E77B-73A1-B87C-5627-3F90F2CF5E7B}"/>
                </a:ext>
              </a:extLst>
            </p:cNvPr>
            <p:cNvSpPr/>
            <p:nvPr/>
          </p:nvSpPr>
          <p:spPr>
            <a:xfrm>
              <a:off x="10515598" y="3430341"/>
              <a:ext cx="1716045" cy="1716045"/>
            </a:xfrm>
            <a:prstGeom prst="roundRect">
              <a:avLst>
                <a:gd name="adj" fmla="val 1178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圆角矩形 38">
              <a:extLst>
                <a:ext uri="{FF2B5EF4-FFF2-40B4-BE49-F238E27FC236}">
                  <a16:creationId xmlns:a16="http://schemas.microsoft.com/office/drawing/2014/main" id="{6C1724F8-7939-075B-31E1-9FCC07FE47BF}"/>
                </a:ext>
              </a:extLst>
            </p:cNvPr>
            <p:cNvSpPr/>
            <p:nvPr/>
          </p:nvSpPr>
          <p:spPr>
            <a:xfrm>
              <a:off x="8805332" y="1720074"/>
              <a:ext cx="1716045" cy="1716045"/>
            </a:xfrm>
            <a:prstGeom prst="roundRect">
              <a:avLst>
                <a:gd name="adj" fmla="val 1178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kumimoji="1" lang="zh-CN" altLang="en-US" dirty="0"/>
            </a:p>
          </p:txBody>
        </p:sp>
      </p:grpSp>
      <p:pic>
        <p:nvPicPr>
          <p:cNvPr id="14" name="图片 13" descr="PPT-AI(可编辑)-08">
            <a:extLst>
              <a:ext uri="{FF2B5EF4-FFF2-40B4-BE49-F238E27FC236}">
                <a16:creationId xmlns:a16="http://schemas.microsoft.com/office/drawing/2014/main" id="{C146E0A6-063B-8827-FEBC-1F791D5F19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25430" y="1616075"/>
            <a:ext cx="1896110" cy="192405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F45E1A7E-6FE4-F1E2-FE84-3255BDBF0341}"/>
              </a:ext>
            </a:extLst>
          </p:cNvPr>
          <p:cNvSpPr/>
          <p:nvPr userDrawn="1"/>
        </p:nvSpPr>
        <p:spPr>
          <a:xfrm>
            <a:off x="9065259" y="5625542"/>
            <a:ext cx="291973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spc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微软雅黑" panose="020B0503020204020204" charset="-122"/>
              </a:rPr>
              <a:t>科技呵护健康</a:t>
            </a:r>
            <a:r>
              <a:rPr lang="en-US" altLang="zh-CN" sz="1600" spc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微软雅黑" panose="020B0503020204020204" charset="-122"/>
              </a:rPr>
              <a:t>  </a:t>
            </a:r>
            <a:r>
              <a:rPr lang="zh-CN" altLang="en-US" sz="1600" spc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微软雅黑" panose="020B0503020204020204" charset="-122"/>
              </a:rPr>
              <a:t>孪生助力成功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05D60FF-A984-73EE-19B2-F3FEB3F16F0B}"/>
              </a:ext>
            </a:extLst>
          </p:cNvPr>
          <p:cNvGrpSpPr/>
          <p:nvPr userDrawn="1"/>
        </p:nvGrpSpPr>
        <p:grpSpPr>
          <a:xfrm rot="16200000" flipH="1">
            <a:off x="10954547" y="5290874"/>
            <a:ext cx="177204" cy="1592716"/>
            <a:chOff x="-2390281" y="3270671"/>
            <a:chExt cx="304219" cy="2734336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17E9244F-A927-6250-7A7F-61A651A602F5}"/>
                </a:ext>
              </a:extLst>
            </p:cNvPr>
            <p:cNvSpPr/>
            <p:nvPr/>
          </p:nvSpPr>
          <p:spPr>
            <a:xfrm>
              <a:off x="-2390279" y="3270671"/>
              <a:ext cx="304217" cy="304220"/>
            </a:xfrm>
            <a:prstGeom prst="roundRect">
              <a:avLst/>
            </a:prstGeom>
            <a:solidFill>
              <a:srgbClr val="00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ECDDD9FB-F3AD-93A5-63CC-16672F465732}"/>
                </a:ext>
              </a:extLst>
            </p:cNvPr>
            <p:cNvSpPr/>
            <p:nvPr/>
          </p:nvSpPr>
          <p:spPr>
            <a:xfrm>
              <a:off x="-2390281" y="3576877"/>
              <a:ext cx="304219" cy="304220"/>
            </a:xfrm>
            <a:prstGeom prst="roundRect">
              <a:avLst/>
            </a:prstGeom>
            <a:solidFill>
              <a:srgbClr val="00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CBF13E6C-E890-66A1-F38F-EA27526D07E4}"/>
                </a:ext>
              </a:extLst>
            </p:cNvPr>
            <p:cNvSpPr/>
            <p:nvPr/>
          </p:nvSpPr>
          <p:spPr>
            <a:xfrm>
              <a:off x="-2390281" y="3884367"/>
              <a:ext cx="304219" cy="304220"/>
            </a:xfrm>
            <a:prstGeom prst="roundRect">
              <a:avLst/>
            </a:prstGeom>
            <a:solidFill>
              <a:srgbClr val="00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36714BE0-A8DB-A432-2A14-0816B0670B6A}"/>
                </a:ext>
              </a:extLst>
            </p:cNvPr>
            <p:cNvSpPr/>
            <p:nvPr/>
          </p:nvSpPr>
          <p:spPr>
            <a:xfrm>
              <a:off x="-2390281" y="4495722"/>
              <a:ext cx="304219" cy="304219"/>
            </a:xfrm>
            <a:prstGeom prst="roundRect">
              <a:avLst/>
            </a:prstGeom>
            <a:solidFill>
              <a:srgbClr val="13AE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8A1B60CB-729C-22A2-75ED-192FECE5D91E}"/>
                </a:ext>
              </a:extLst>
            </p:cNvPr>
            <p:cNvSpPr/>
            <p:nvPr/>
          </p:nvSpPr>
          <p:spPr>
            <a:xfrm>
              <a:off x="-2390281" y="5098530"/>
              <a:ext cx="304219" cy="304219"/>
            </a:xfrm>
            <a:prstGeom prst="roundRect">
              <a:avLst/>
            </a:prstGeom>
            <a:solidFill>
              <a:srgbClr val="F8B6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53DD53C5-C20B-705E-87EC-4F06ADCAF208}"/>
                </a:ext>
              </a:extLst>
            </p:cNvPr>
            <p:cNvSpPr/>
            <p:nvPr/>
          </p:nvSpPr>
          <p:spPr>
            <a:xfrm>
              <a:off x="-2390281" y="5700788"/>
              <a:ext cx="304219" cy="304219"/>
            </a:xfrm>
            <a:prstGeom prst="roundRect">
              <a:avLst/>
            </a:prstGeom>
            <a:solidFill>
              <a:srgbClr val="13AE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21010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深色-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1CFAFE17-8D16-5B96-1F1F-6E2F6DEAEE3E}"/>
              </a:ext>
            </a:extLst>
          </p:cNvPr>
          <p:cNvGrpSpPr/>
          <p:nvPr userDrawn="1"/>
        </p:nvGrpSpPr>
        <p:grpSpPr>
          <a:xfrm>
            <a:off x="11237999" y="4966704"/>
            <a:ext cx="948514" cy="1897029"/>
            <a:chOff x="11237999" y="4966704"/>
            <a:chExt cx="948514" cy="1897029"/>
          </a:xfrm>
        </p:grpSpPr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EF958B13-9B0B-F474-A88A-9EA716A29C56}"/>
                </a:ext>
              </a:extLst>
            </p:cNvPr>
            <p:cNvSpPr/>
            <p:nvPr/>
          </p:nvSpPr>
          <p:spPr>
            <a:xfrm>
              <a:off x="11237999" y="5915219"/>
              <a:ext cx="948514" cy="948514"/>
            </a:xfrm>
            <a:custGeom>
              <a:avLst/>
              <a:gdLst>
                <a:gd name="connsiteX0" fmla="*/ 847590 w 948514"/>
                <a:gd name="connsiteY0" fmla="*/ 0 h 948514"/>
                <a:gd name="connsiteX1" fmla="*/ 948515 w 948514"/>
                <a:gd name="connsiteY1" fmla="*/ 100924 h 948514"/>
                <a:gd name="connsiteX2" fmla="*/ 948515 w 948514"/>
                <a:gd name="connsiteY2" fmla="*/ 847590 h 948514"/>
                <a:gd name="connsiteX3" fmla="*/ 847590 w 948514"/>
                <a:gd name="connsiteY3" fmla="*/ 948514 h 948514"/>
                <a:gd name="connsiteX4" fmla="*/ 100924 w 948514"/>
                <a:gd name="connsiteY4" fmla="*/ 948514 h 948514"/>
                <a:gd name="connsiteX5" fmla="*/ 0 w 948514"/>
                <a:gd name="connsiteY5" fmla="*/ 847590 h 948514"/>
                <a:gd name="connsiteX6" fmla="*/ 0 w 948514"/>
                <a:gd name="connsiteY6" fmla="*/ 100924 h 948514"/>
                <a:gd name="connsiteX7" fmla="*/ 100924 w 948514"/>
                <a:gd name="connsiteY7" fmla="*/ 0 h 948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8514" h="948514">
                  <a:moveTo>
                    <a:pt x="847590" y="0"/>
                  </a:moveTo>
                  <a:cubicBezTo>
                    <a:pt x="903330" y="0"/>
                    <a:pt x="948515" y="45186"/>
                    <a:pt x="948515" y="100924"/>
                  </a:cubicBezTo>
                  <a:lnTo>
                    <a:pt x="948515" y="847590"/>
                  </a:lnTo>
                  <a:cubicBezTo>
                    <a:pt x="948515" y="903329"/>
                    <a:pt x="903330" y="948514"/>
                    <a:pt x="847590" y="948514"/>
                  </a:cubicBezTo>
                  <a:lnTo>
                    <a:pt x="100924" y="948514"/>
                  </a:lnTo>
                  <a:cubicBezTo>
                    <a:pt x="45185" y="948514"/>
                    <a:pt x="0" y="903329"/>
                    <a:pt x="0" y="847590"/>
                  </a:cubicBezTo>
                  <a:lnTo>
                    <a:pt x="0" y="100924"/>
                  </a:lnTo>
                  <a:cubicBezTo>
                    <a:pt x="0" y="45186"/>
                    <a:pt x="45185" y="0"/>
                    <a:pt x="100924" y="0"/>
                  </a:cubicBezTo>
                  <a:close/>
                </a:path>
              </a:pathLst>
            </a:custGeom>
            <a:solidFill>
              <a:srgbClr val="00A9E4"/>
            </a:solidFill>
            <a:ln w="436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3461F97D-C4FB-8AFA-6EF2-F3823858BEC0}"/>
                </a:ext>
              </a:extLst>
            </p:cNvPr>
            <p:cNvSpPr/>
            <p:nvPr/>
          </p:nvSpPr>
          <p:spPr>
            <a:xfrm>
              <a:off x="11237999" y="4966704"/>
              <a:ext cx="948514" cy="948514"/>
            </a:xfrm>
            <a:custGeom>
              <a:avLst/>
              <a:gdLst>
                <a:gd name="connsiteX0" fmla="*/ 847590 w 948514"/>
                <a:gd name="connsiteY0" fmla="*/ 0 h 948514"/>
                <a:gd name="connsiteX1" fmla="*/ 948515 w 948514"/>
                <a:gd name="connsiteY1" fmla="*/ 100924 h 948514"/>
                <a:gd name="connsiteX2" fmla="*/ 948515 w 948514"/>
                <a:gd name="connsiteY2" fmla="*/ 847590 h 948514"/>
                <a:gd name="connsiteX3" fmla="*/ 847590 w 948514"/>
                <a:gd name="connsiteY3" fmla="*/ 948515 h 948514"/>
                <a:gd name="connsiteX4" fmla="*/ 100924 w 948514"/>
                <a:gd name="connsiteY4" fmla="*/ 948515 h 948514"/>
                <a:gd name="connsiteX5" fmla="*/ 0 w 948514"/>
                <a:gd name="connsiteY5" fmla="*/ 847590 h 948514"/>
                <a:gd name="connsiteX6" fmla="*/ 0 w 948514"/>
                <a:gd name="connsiteY6" fmla="*/ 100925 h 948514"/>
                <a:gd name="connsiteX7" fmla="*/ 100924 w 948514"/>
                <a:gd name="connsiteY7" fmla="*/ 0 h 948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8514" h="948514">
                  <a:moveTo>
                    <a:pt x="847590" y="0"/>
                  </a:moveTo>
                  <a:cubicBezTo>
                    <a:pt x="903330" y="0"/>
                    <a:pt x="948515" y="45186"/>
                    <a:pt x="948515" y="100924"/>
                  </a:cubicBezTo>
                  <a:lnTo>
                    <a:pt x="948515" y="847590"/>
                  </a:lnTo>
                  <a:cubicBezTo>
                    <a:pt x="948515" y="903329"/>
                    <a:pt x="903330" y="948515"/>
                    <a:pt x="847590" y="948515"/>
                  </a:cubicBezTo>
                  <a:lnTo>
                    <a:pt x="100924" y="948515"/>
                  </a:lnTo>
                  <a:cubicBezTo>
                    <a:pt x="45185" y="948515"/>
                    <a:pt x="0" y="903329"/>
                    <a:pt x="0" y="847590"/>
                  </a:cubicBezTo>
                  <a:lnTo>
                    <a:pt x="0" y="100925"/>
                  </a:lnTo>
                  <a:cubicBezTo>
                    <a:pt x="0" y="45186"/>
                    <a:pt x="45185" y="0"/>
                    <a:pt x="100924" y="0"/>
                  </a:cubicBezTo>
                  <a:close/>
                </a:path>
              </a:pathLst>
            </a:custGeom>
            <a:noFill/>
            <a:ln w="17903" cap="flat">
              <a:solidFill>
                <a:srgbClr val="00A9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648CBB7-EF15-F025-BE0F-0ECD2CD3F975}"/>
              </a:ext>
            </a:extLst>
          </p:cNvPr>
          <p:cNvGrpSpPr/>
          <p:nvPr userDrawn="1"/>
        </p:nvGrpSpPr>
        <p:grpSpPr>
          <a:xfrm>
            <a:off x="0" y="0"/>
            <a:ext cx="1897466" cy="1897465"/>
            <a:chOff x="11796" y="0"/>
            <a:chExt cx="1897466" cy="1897465"/>
          </a:xfrm>
        </p:grpSpPr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CB94FF5E-423F-7D7A-BDC8-AF4245C7352E}"/>
                </a:ext>
              </a:extLst>
            </p:cNvPr>
            <p:cNvSpPr/>
            <p:nvPr/>
          </p:nvSpPr>
          <p:spPr>
            <a:xfrm>
              <a:off x="960311" y="948514"/>
              <a:ext cx="948951" cy="948951"/>
            </a:xfrm>
            <a:custGeom>
              <a:avLst/>
              <a:gdLst>
                <a:gd name="connsiteX0" fmla="*/ 848027 w 948951"/>
                <a:gd name="connsiteY0" fmla="*/ 17913 h 948951"/>
                <a:gd name="connsiteX1" fmla="*/ 931039 w 948951"/>
                <a:gd name="connsiteY1" fmla="*/ 100924 h 948951"/>
                <a:gd name="connsiteX2" fmla="*/ 931039 w 948951"/>
                <a:gd name="connsiteY2" fmla="*/ 848027 h 948951"/>
                <a:gd name="connsiteX3" fmla="*/ 848027 w 948951"/>
                <a:gd name="connsiteY3" fmla="*/ 931039 h 948951"/>
                <a:gd name="connsiteX4" fmla="*/ 100924 w 948951"/>
                <a:gd name="connsiteY4" fmla="*/ 931039 h 948951"/>
                <a:gd name="connsiteX5" fmla="*/ 17913 w 948951"/>
                <a:gd name="connsiteY5" fmla="*/ 848027 h 948951"/>
                <a:gd name="connsiteX6" fmla="*/ 17913 w 948951"/>
                <a:gd name="connsiteY6" fmla="*/ 100924 h 948951"/>
                <a:gd name="connsiteX7" fmla="*/ 100924 w 948951"/>
                <a:gd name="connsiteY7" fmla="*/ 17913 h 948951"/>
                <a:gd name="connsiteX8" fmla="*/ 848027 w 948951"/>
                <a:gd name="connsiteY8" fmla="*/ 17913 h 948951"/>
                <a:gd name="connsiteX9" fmla="*/ 848027 w 948951"/>
                <a:gd name="connsiteY9" fmla="*/ 0 h 948951"/>
                <a:gd name="connsiteX10" fmla="*/ 100924 w 948951"/>
                <a:gd name="connsiteY10" fmla="*/ 0 h 948951"/>
                <a:gd name="connsiteX11" fmla="*/ 0 w 948951"/>
                <a:gd name="connsiteY11" fmla="*/ 100924 h 948951"/>
                <a:gd name="connsiteX12" fmla="*/ 0 w 948951"/>
                <a:gd name="connsiteY12" fmla="*/ 848027 h 948951"/>
                <a:gd name="connsiteX13" fmla="*/ 100924 w 948951"/>
                <a:gd name="connsiteY13" fmla="*/ 948952 h 948951"/>
                <a:gd name="connsiteX14" fmla="*/ 848027 w 948951"/>
                <a:gd name="connsiteY14" fmla="*/ 948952 h 948951"/>
                <a:gd name="connsiteX15" fmla="*/ 948952 w 948951"/>
                <a:gd name="connsiteY15" fmla="*/ 848027 h 948951"/>
                <a:gd name="connsiteX16" fmla="*/ 948952 w 948951"/>
                <a:gd name="connsiteY16" fmla="*/ 100924 h 948951"/>
                <a:gd name="connsiteX17" fmla="*/ 848027 w 948951"/>
                <a:gd name="connsiteY17" fmla="*/ 0 h 948951"/>
                <a:gd name="connsiteX18" fmla="*/ 848027 w 948951"/>
                <a:gd name="connsiteY18" fmla="*/ 0 h 948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48951" h="948951">
                  <a:moveTo>
                    <a:pt x="848027" y="17913"/>
                  </a:moveTo>
                  <a:cubicBezTo>
                    <a:pt x="893902" y="17913"/>
                    <a:pt x="931039" y="55050"/>
                    <a:pt x="931039" y="100924"/>
                  </a:cubicBezTo>
                  <a:lnTo>
                    <a:pt x="931039" y="848027"/>
                  </a:lnTo>
                  <a:cubicBezTo>
                    <a:pt x="931039" y="893902"/>
                    <a:pt x="893902" y="931039"/>
                    <a:pt x="848027" y="931039"/>
                  </a:cubicBezTo>
                  <a:lnTo>
                    <a:pt x="100924" y="931039"/>
                  </a:lnTo>
                  <a:cubicBezTo>
                    <a:pt x="55050" y="931039"/>
                    <a:pt x="17913" y="893902"/>
                    <a:pt x="17913" y="848027"/>
                  </a:cubicBezTo>
                  <a:lnTo>
                    <a:pt x="17913" y="100924"/>
                  </a:lnTo>
                  <a:cubicBezTo>
                    <a:pt x="17913" y="55050"/>
                    <a:pt x="55050" y="17913"/>
                    <a:pt x="100924" y="17913"/>
                  </a:cubicBezTo>
                  <a:lnTo>
                    <a:pt x="848027" y="17913"/>
                  </a:lnTo>
                  <a:moveTo>
                    <a:pt x="848027" y="0"/>
                  </a:moveTo>
                  <a:lnTo>
                    <a:pt x="100924" y="0"/>
                  </a:lnTo>
                  <a:cubicBezTo>
                    <a:pt x="45438" y="0"/>
                    <a:pt x="0" y="45001"/>
                    <a:pt x="0" y="100924"/>
                  </a:cubicBezTo>
                  <a:lnTo>
                    <a:pt x="0" y="848027"/>
                  </a:lnTo>
                  <a:cubicBezTo>
                    <a:pt x="0" y="903514"/>
                    <a:pt x="45001" y="948952"/>
                    <a:pt x="100924" y="948952"/>
                  </a:cubicBezTo>
                  <a:lnTo>
                    <a:pt x="848027" y="948952"/>
                  </a:lnTo>
                  <a:cubicBezTo>
                    <a:pt x="903514" y="948952"/>
                    <a:pt x="948952" y="903951"/>
                    <a:pt x="948952" y="848027"/>
                  </a:cubicBezTo>
                  <a:lnTo>
                    <a:pt x="948952" y="100924"/>
                  </a:lnTo>
                  <a:cubicBezTo>
                    <a:pt x="948952" y="45438"/>
                    <a:pt x="903951" y="0"/>
                    <a:pt x="848027" y="0"/>
                  </a:cubicBezTo>
                  <a:lnTo>
                    <a:pt x="848027" y="0"/>
                  </a:lnTo>
                  <a:close/>
                </a:path>
              </a:pathLst>
            </a:custGeom>
            <a:solidFill>
              <a:srgbClr val="00A9E4"/>
            </a:solidFill>
            <a:ln w="436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0EEC94BB-9DE4-9871-41CB-07C9C3E15ABD}"/>
                </a:ext>
              </a:extLst>
            </p:cNvPr>
            <p:cNvSpPr/>
            <p:nvPr/>
          </p:nvSpPr>
          <p:spPr>
            <a:xfrm>
              <a:off x="11796" y="0"/>
              <a:ext cx="948514" cy="948514"/>
            </a:xfrm>
            <a:custGeom>
              <a:avLst/>
              <a:gdLst>
                <a:gd name="connsiteX0" fmla="*/ 847590 w 948514"/>
                <a:gd name="connsiteY0" fmla="*/ 0 h 948514"/>
                <a:gd name="connsiteX1" fmla="*/ 948515 w 948514"/>
                <a:gd name="connsiteY1" fmla="*/ 100924 h 948514"/>
                <a:gd name="connsiteX2" fmla="*/ 948515 w 948514"/>
                <a:gd name="connsiteY2" fmla="*/ 847590 h 948514"/>
                <a:gd name="connsiteX3" fmla="*/ 847590 w 948514"/>
                <a:gd name="connsiteY3" fmla="*/ 948515 h 948514"/>
                <a:gd name="connsiteX4" fmla="*/ 100924 w 948514"/>
                <a:gd name="connsiteY4" fmla="*/ 948515 h 948514"/>
                <a:gd name="connsiteX5" fmla="*/ 0 w 948514"/>
                <a:gd name="connsiteY5" fmla="*/ 847590 h 948514"/>
                <a:gd name="connsiteX6" fmla="*/ 0 w 948514"/>
                <a:gd name="connsiteY6" fmla="*/ 100924 h 948514"/>
                <a:gd name="connsiteX7" fmla="*/ 100924 w 948514"/>
                <a:gd name="connsiteY7" fmla="*/ 0 h 948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8514" h="948514">
                  <a:moveTo>
                    <a:pt x="847590" y="0"/>
                  </a:moveTo>
                  <a:cubicBezTo>
                    <a:pt x="903329" y="0"/>
                    <a:pt x="948515" y="45185"/>
                    <a:pt x="948515" y="100924"/>
                  </a:cubicBezTo>
                  <a:lnTo>
                    <a:pt x="948515" y="847590"/>
                  </a:lnTo>
                  <a:cubicBezTo>
                    <a:pt x="948515" y="903329"/>
                    <a:pt x="903329" y="948515"/>
                    <a:pt x="847590" y="948515"/>
                  </a:cubicBezTo>
                  <a:lnTo>
                    <a:pt x="100924" y="948515"/>
                  </a:lnTo>
                  <a:cubicBezTo>
                    <a:pt x="45185" y="948515"/>
                    <a:pt x="0" y="903329"/>
                    <a:pt x="0" y="847590"/>
                  </a:cubicBezTo>
                  <a:lnTo>
                    <a:pt x="0" y="100924"/>
                  </a:lnTo>
                  <a:cubicBezTo>
                    <a:pt x="0" y="45185"/>
                    <a:pt x="45185" y="0"/>
                    <a:pt x="100924" y="0"/>
                  </a:cubicBezTo>
                  <a:close/>
                </a:path>
              </a:pathLst>
            </a:custGeom>
            <a:solidFill>
              <a:srgbClr val="00A9E4"/>
            </a:solidFill>
            <a:ln w="436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14732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深色-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C185477C-1BA9-09B4-812D-6E985106D455}"/>
              </a:ext>
            </a:extLst>
          </p:cNvPr>
          <p:cNvGrpSpPr/>
          <p:nvPr userDrawn="1"/>
        </p:nvGrpSpPr>
        <p:grpSpPr>
          <a:xfrm>
            <a:off x="0" y="4072890"/>
            <a:ext cx="4176676" cy="2784390"/>
            <a:chOff x="0" y="4072890"/>
            <a:chExt cx="4176676" cy="2784390"/>
          </a:xfrm>
        </p:grpSpPr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C7DB1B65-A962-5A68-5FDF-466CF152A330}"/>
                </a:ext>
              </a:extLst>
            </p:cNvPr>
            <p:cNvSpPr/>
            <p:nvPr/>
          </p:nvSpPr>
          <p:spPr>
            <a:xfrm rot="16200000">
              <a:off x="464125" y="6393245"/>
              <a:ext cx="464035" cy="464035"/>
            </a:xfrm>
            <a:custGeom>
              <a:avLst/>
              <a:gdLst>
                <a:gd name="connsiteX0" fmla="*/ 414712 w 464035"/>
                <a:gd name="connsiteY0" fmla="*/ 0 h 464035"/>
                <a:gd name="connsiteX1" fmla="*/ 464035 w 464035"/>
                <a:gd name="connsiteY1" fmla="*/ 49323 h 464035"/>
                <a:gd name="connsiteX2" fmla="*/ 464035 w 464035"/>
                <a:gd name="connsiteY2" fmla="*/ 414712 h 464035"/>
                <a:gd name="connsiteX3" fmla="*/ 414712 w 464035"/>
                <a:gd name="connsiteY3" fmla="*/ 464035 h 464035"/>
                <a:gd name="connsiteX4" fmla="*/ 49323 w 464035"/>
                <a:gd name="connsiteY4" fmla="*/ 464035 h 464035"/>
                <a:gd name="connsiteX5" fmla="*/ 0 w 464035"/>
                <a:gd name="connsiteY5" fmla="*/ 414712 h 464035"/>
                <a:gd name="connsiteX6" fmla="*/ 0 w 464035"/>
                <a:gd name="connsiteY6" fmla="*/ 49323 h 464035"/>
                <a:gd name="connsiteX7" fmla="*/ 49323 w 464035"/>
                <a:gd name="connsiteY7" fmla="*/ 0 h 464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4035" h="464035">
                  <a:moveTo>
                    <a:pt x="414712" y="0"/>
                  </a:moveTo>
                  <a:cubicBezTo>
                    <a:pt x="441952" y="0"/>
                    <a:pt x="464035" y="22083"/>
                    <a:pt x="464035" y="49323"/>
                  </a:cubicBezTo>
                  <a:lnTo>
                    <a:pt x="464035" y="414712"/>
                  </a:lnTo>
                  <a:cubicBezTo>
                    <a:pt x="464035" y="441952"/>
                    <a:pt x="441952" y="464035"/>
                    <a:pt x="414712" y="464035"/>
                  </a:cubicBezTo>
                  <a:lnTo>
                    <a:pt x="49323" y="464035"/>
                  </a:lnTo>
                  <a:cubicBezTo>
                    <a:pt x="22083" y="464035"/>
                    <a:pt x="0" y="441952"/>
                    <a:pt x="0" y="414712"/>
                  </a:cubicBezTo>
                  <a:lnTo>
                    <a:pt x="0" y="49323"/>
                  </a:lnTo>
                  <a:cubicBezTo>
                    <a:pt x="0" y="22083"/>
                    <a:pt x="22083" y="0"/>
                    <a:pt x="49323" y="0"/>
                  </a:cubicBezTo>
                  <a:close/>
                </a:path>
              </a:pathLst>
            </a:custGeom>
            <a:solidFill>
              <a:srgbClr val="00A9E4"/>
            </a:solidFill>
            <a:ln w="8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6223C745-C07E-DDBE-2DED-97AB70800052}"/>
                </a:ext>
              </a:extLst>
            </p:cNvPr>
            <p:cNvSpPr/>
            <p:nvPr/>
          </p:nvSpPr>
          <p:spPr>
            <a:xfrm rot="16200000">
              <a:off x="928609" y="5465175"/>
              <a:ext cx="464035" cy="464035"/>
            </a:xfrm>
            <a:custGeom>
              <a:avLst/>
              <a:gdLst>
                <a:gd name="connsiteX0" fmla="*/ 414712 w 464035"/>
                <a:gd name="connsiteY0" fmla="*/ 0 h 464035"/>
                <a:gd name="connsiteX1" fmla="*/ 464035 w 464035"/>
                <a:gd name="connsiteY1" fmla="*/ 49324 h 464035"/>
                <a:gd name="connsiteX2" fmla="*/ 464035 w 464035"/>
                <a:gd name="connsiteY2" fmla="*/ 414712 h 464035"/>
                <a:gd name="connsiteX3" fmla="*/ 414712 w 464035"/>
                <a:gd name="connsiteY3" fmla="*/ 464035 h 464035"/>
                <a:gd name="connsiteX4" fmla="*/ 49323 w 464035"/>
                <a:gd name="connsiteY4" fmla="*/ 464035 h 464035"/>
                <a:gd name="connsiteX5" fmla="*/ 0 w 464035"/>
                <a:gd name="connsiteY5" fmla="*/ 414712 h 464035"/>
                <a:gd name="connsiteX6" fmla="*/ 0 w 464035"/>
                <a:gd name="connsiteY6" fmla="*/ 49324 h 464035"/>
                <a:gd name="connsiteX7" fmla="*/ 49323 w 464035"/>
                <a:gd name="connsiteY7" fmla="*/ 0 h 464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4035" h="464035">
                  <a:moveTo>
                    <a:pt x="414712" y="0"/>
                  </a:moveTo>
                  <a:cubicBezTo>
                    <a:pt x="441952" y="0"/>
                    <a:pt x="464035" y="22083"/>
                    <a:pt x="464035" y="49324"/>
                  </a:cubicBezTo>
                  <a:lnTo>
                    <a:pt x="464035" y="414712"/>
                  </a:lnTo>
                  <a:cubicBezTo>
                    <a:pt x="464035" y="441953"/>
                    <a:pt x="441952" y="464035"/>
                    <a:pt x="414712" y="464035"/>
                  </a:cubicBezTo>
                  <a:lnTo>
                    <a:pt x="49323" y="464035"/>
                  </a:lnTo>
                  <a:cubicBezTo>
                    <a:pt x="22083" y="464035"/>
                    <a:pt x="0" y="441953"/>
                    <a:pt x="0" y="414712"/>
                  </a:cubicBezTo>
                  <a:lnTo>
                    <a:pt x="0" y="49324"/>
                  </a:lnTo>
                  <a:cubicBezTo>
                    <a:pt x="0" y="22083"/>
                    <a:pt x="22083" y="0"/>
                    <a:pt x="49323" y="0"/>
                  </a:cubicBezTo>
                  <a:close/>
                </a:path>
              </a:pathLst>
            </a:custGeom>
            <a:solidFill>
              <a:srgbClr val="F8B62D"/>
            </a:solidFill>
            <a:ln w="8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AC0542B9-BC18-CC10-804C-59AD767CAD80}"/>
                </a:ext>
              </a:extLst>
            </p:cNvPr>
            <p:cNvSpPr/>
            <p:nvPr/>
          </p:nvSpPr>
          <p:spPr>
            <a:xfrm rot="16200000">
              <a:off x="464035" y="5929210"/>
              <a:ext cx="464035" cy="464035"/>
            </a:xfrm>
            <a:custGeom>
              <a:avLst/>
              <a:gdLst>
                <a:gd name="connsiteX0" fmla="*/ 414712 w 464035"/>
                <a:gd name="connsiteY0" fmla="*/ 0 h 464035"/>
                <a:gd name="connsiteX1" fmla="*/ 464035 w 464035"/>
                <a:gd name="connsiteY1" fmla="*/ 49323 h 464035"/>
                <a:gd name="connsiteX2" fmla="*/ 464035 w 464035"/>
                <a:gd name="connsiteY2" fmla="*/ 414712 h 464035"/>
                <a:gd name="connsiteX3" fmla="*/ 414712 w 464035"/>
                <a:gd name="connsiteY3" fmla="*/ 464035 h 464035"/>
                <a:gd name="connsiteX4" fmla="*/ 49323 w 464035"/>
                <a:gd name="connsiteY4" fmla="*/ 464035 h 464035"/>
                <a:gd name="connsiteX5" fmla="*/ 0 w 464035"/>
                <a:gd name="connsiteY5" fmla="*/ 414712 h 464035"/>
                <a:gd name="connsiteX6" fmla="*/ 0 w 464035"/>
                <a:gd name="connsiteY6" fmla="*/ 49323 h 464035"/>
                <a:gd name="connsiteX7" fmla="*/ 49323 w 464035"/>
                <a:gd name="connsiteY7" fmla="*/ 0 h 464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4035" h="464035">
                  <a:moveTo>
                    <a:pt x="414712" y="0"/>
                  </a:moveTo>
                  <a:cubicBezTo>
                    <a:pt x="441952" y="0"/>
                    <a:pt x="464035" y="22083"/>
                    <a:pt x="464035" y="49323"/>
                  </a:cubicBezTo>
                  <a:lnTo>
                    <a:pt x="464035" y="414712"/>
                  </a:lnTo>
                  <a:cubicBezTo>
                    <a:pt x="464035" y="441952"/>
                    <a:pt x="441952" y="464035"/>
                    <a:pt x="414712" y="464035"/>
                  </a:cubicBezTo>
                  <a:lnTo>
                    <a:pt x="49323" y="464035"/>
                  </a:lnTo>
                  <a:cubicBezTo>
                    <a:pt x="22083" y="464035"/>
                    <a:pt x="0" y="441952"/>
                    <a:pt x="0" y="414712"/>
                  </a:cubicBezTo>
                  <a:lnTo>
                    <a:pt x="0" y="49323"/>
                  </a:lnTo>
                  <a:cubicBezTo>
                    <a:pt x="0" y="22083"/>
                    <a:pt x="22083" y="0"/>
                    <a:pt x="49323" y="0"/>
                  </a:cubicBezTo>
                  <a:close/>
                </a:path>
              </a:pathLst>
            </a:custGeom>
            <a:solidFill>
              <a:srgbClr val="00A9E4"/>
            </a:solidFill>
            <a:ln w="8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3E4F1D58-9C2C-2B74-CE9F-A88680EBC6C5}"/>
                </a:ext>
              </a:extLst>
            </p:cNvPr>
            <p:cNvSpPr/>
            <p:nvPr/>
          </p:nvSpPr>
          <p:spPr>
            <a:xfrm rot="16200000">
              <a:off x="464574" y="5001140"/>
              <a:ext cx="464035" cy="464035"/>
            </a:xfrm>
            <a:custGeom>
              <a:avLst/>
              <a:gdLst>
                <a:gd name="connsiteX0" fmla="*/ 414712 w 464035"/>
                <a:gd name="connsiteY0" fmla="*/ 0 h 464035"/>
                <a:gd name="connsiteX1" fmla="*/ 464035 w 464035"/>
                <a:gd name="connsiteY1" fmla="*/ 49323 h 464035"/>
                <a:gd name="connsiteX2" fmla="*/ 464035 w 464035"/>
                <a:gd name="connsiteY2" fmla="*/ 414712 h 464035"/>
                <a:gd name="connsiteX3" fmla="*/ 414712 w 464035"/>
                <a:gd name="connsiteY3" fmla="*/ 464035 h 464035"/>
                <a:gd name="connsiteX4" fmla="*/ 49323 w 464035"/>
                <a:gd name="connsiteY4" fmla="*/ 464035 h 464035"/>
                <a:gd name="connsiteX5" fmla="*/ 0 w 464035"/>
                <a:gd name="connsiteY5" fmla="*/ 414712 h 464035"/>
                <a:gd name="connsiteX6" fmla="*/ 0 w 464035"/>
                <a:gd name="connsiteY6" fmla="*/ 49323 h 464035"/>
                <a:gd name="connsiteX7" fmla="*/ 49323 w 464035"/>
                <a:gd name="connsiteY7" fmla="*/ 0 h 464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4035" h="464035">
                  <a:moveTo>
                    <a:pt x="414712" y="0"/>
                  </a:moveTo>
                  <a:cubicBezTo>
                    <a:pt x="441952" y="0"/>
                    <a:pt x="464035" y="22083"/>
                    <a:pt x="464035" y="49323"/>
                  </a:cubicBezTo>
                  <a:lnTo>
                    <a:pt x="464035" y="414712"/>
                  </a:lnTo>
                  <a:cubicBezTo>
                    <a:pt x="464035" y="441952"/>
                    <a:pt x="441952" y="464035"/>
                    <a:pt x="414712" y="464035"/>
                  </a:cubicBezTo>
                  <a:lnTo>
                    <a:pt x="49323" y="464035"/>
                  </a:lnTo>
                  <a:cubicBezTo>
                    <a:pt x="22083" y="464035"/>
                    <a:pt x="0" y="441952"/>
                    <a:pt x="0" y="414712"/>
                  </a:cubicBezTo>
                  <a:lnTo>
                    <a:pt x="0" y="49323"/>
                  </a:lnTo>
                  <a:cubicBezTo>
                    <a:pt x="0" y="22083"/>
                    <a:pt x="22083" y="0"/>
                    <a:pt x="49323" y="0"/>
                  </a:cubicBezTo>
                  <a:close/>
                </a:path>
              </a:pathLst>
            </a:custGeom>
            <a:solidFill>
              <a:srgbClr val="F8B62D"/>
            </a:solidFill>
            <a:ln w="8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75421A13-3D57-A5A7-8653-544C7BF78A00}"/>
                </a:ext>
              </a:extLst>
            </p:cNvPr>
            <p:cNvSpPr/>
            <p:nvPr/>
          </p:nvSpPr>
          <p:spPr>
            <a:xfrm rot="16200000">
              <a:off x="928699" y="5001050"/>
              <a:ext cx="464035" cy="464035"/>
            </a:xfrm>
            <a:custGeom>
              <a:avLst/>
              <a:gdLst>
                <a:gd name="connsiteX0" fmla="*/ 414712 w 464035"/>
                <a:gd name="connsiteY0" fmla="*/ 0 h 464035"/>
                <a:gd name="connsiteX1" fmla="*/ 464035 w 464035"/>
                <a:gd name="connsiteY1" fmla="*/ 49323 h 464035"/>
                <a:gd name="connsiteX2" fmla="*/ 464035 w 464035"/>
                <a:gd name="connsiteY2" fmla="*/ 414712 h 464035"/>
                <a:gd name="connsiteX3" fmla="*/ 414712 w 464035"/>
                <a:gd name="connsiteY3" fmla="*/ 464035 h 464035"/>
                <a:gd name="connsiteX4" fmla="*/ 49323 w 464035"/>
                <a:gd name="connsiteY4" fmla="*/ 464035 h 464035"/>
                <a:gd name="connsiteX5" fmla="*/ 0 w 464035"/>
                <a:gd name="connsiteY5" fmla="*/ 414712 h 464035"/>
                <a:gd name="connsiteX6" fmla="*/ 0 w 464035"/>
                <a:gd name="connsiteY6" fmla="*/ 49323 h 464035"/>
                <a:gd name="connsiteX7" fmla="*/ 49323 w 464035"/>
                <a:gd name="connsiteY7" fmla="*/ 0 h 464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4035" h="464035">
                  <a:moveTo>
                    <a:pt x="414712" y="0"/>
                  </a:moveTo>
                  <a:cubicBezTo>
                    <a:pt x="441952" y="0"/>
                    <a:pt x="464035" y="22083"/>
                    <a:pt x="464035" y="49323"/>
                  </a:cubicBezTo>
                  <a:lnTo>
                    <a:pt x="464035" y="414712"/>
                  </a:lnTo>
                  <a:cubicBezTo>
                    <a:pt x="464035" y="441952"/>
                    <a:pt x="441952" y="464035"/>
                    <a:pt x="414712" y="464035"/>
                  </a:cubicBezTo>
                  <a:lnTo>
                    <a:pt x="49323" y="464035"/>
                  </a:lnTo>
                  <a:cubicBezTo>
                    <a:pt x="22083" y="464035"/>
                    <a:pt x="0" y="441952"/>
                    <a:pt x="0" y="414712"/>
                  </a:cubicBezTo>
                  <a:lnTo>
                    <a:pt x="0" y="49323"/>
                  </a:lnTo>
                  <a:cubicBezTo>
                    <a:pt x="0" y="22083"/>
                    <a:pt x="22083" y="0"/>
                    <a:pt x="49323" y="0"/>
                  </a:cubicBezTo>
                  <a:close/>
                </a:path>
              </a:pathLst>
            </a:custGeom>
            <a:solidFill>
              <a:srgbClr val="13AE67"/>
            </a:solidFill>
            <a:ln w="8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571B91AE-AFA4-DAE9-7930-6A158237C15F}"/>
                </a:ext>
              </a:extLst>
            </p:cNvPr>
            <p:cNvSpPr/>
            <p:nvPr/>
          </p:nvSpPr>
          <p:spPr>
            <a:xfrm rot="16200000">
              <a:off x="464125" y="5465175"/>
              <a:ext cx="464035" cy="464035"/>
            </a:xfrm>
            <a:custGeom>
              <a:avLst/>
              <a:gdLst>
                <a:gd name="connsiteX0" fmla="*/ 414712 w 464035"/>
                <a:gd name="connsiteY0" fmla="*/ 0 h 464035"/>
                <a:gd name="connsiteX1" fmla="*/ 464035 w 464035"/>
                <a:gd name="connsiteY1" fmla="*/ 49324 h 464035"/>
                <a:gd name="connsiteX2" fmla="*/ 464035 w 464035"/>
                <a:gd name="connsiteY2" fmla="*/ 414712 h 464035"/>
                <a:gd name="connsiteX3" fmla="*/ 414712 w 464035"/>
                <a:gd name="connsiteY3" fmla="*/ 464035 h 464035"/>
                <a:gd name="connsiteX4" fmla="*/ 49323 w 464035"/>
                <a:gd name="connsiteY4" fmla="*/ 464035 h 464035"/>
                <a:gd name="connsiteX5" fmla="*/ 0 w 464035"/>
                <a:gd name="connsiteY5" fmla="*/ 414712 h 464035"/>
                <a:gd name="connsiteX6" fmla="*/ 0 w 464035"/>
                <a:gd name="connsiteY6" fmla="*/ 49324 h 464035"/>
                <a:gd name="connsiteX7" fmla="*/ 49323 w 464035"/>
                <a:gd name="connsiteY7" fmla="*/ 0 h 464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4035" h="464035">
                  <a:moveTo>
                    <a:pt x="414712" y="0"/>
                  </a:moveTo>
                  <a:cubicBezTo>
                    <a:pt x="441952" y="0"/>
                    <a:pt x="464035" y="22083"/>
                    <a:pt x="464035" y="49324"/>
                  </a:cubicBezTo>
                  <a:lnTo>
                    <a:pt x="464035" y="414712"/>
                  </a:lnTo>
                  <a:cubicBezTo>
                    <a:pt x="464035" y="441953"/>
                    <a:pt x="441952" y="464035"/>
                    <a:pt x="414712" y="464035"/>
                  </a:cubicBezTo>
                  <a:lnTo>
                    <a:pt x="49323" y="464035"/>
                  </a:lnTo>
                  <a:cubicBezTo>
                    <a:pt x="22083" y="464035"/>
                    <a:pt x="0" y="441953"/>
                    <a:pt x="0" y="414712"/>
                  </a:cubicBezTo>
                  <a:lnTo>
                    <a:pt x="0" y="49324"/>
                  </a:lnTo>
                  <a:cubicBezTo>
                    <a:pt x="0" y="22083"/>
                    <a:pt x="22083" y="0"/>
                    <a:pt x="49323" y="0"/>
                  </a:cubicBezTo>
                  <a:close/>
                </a:path>
              </a:pathLst>
            </a:custGeom>
            <a:solidFill>
              <a:srgbClr val="00A9E4"/>
            </a:solidFill>
            <a:ln w="8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6E50606A-E10B-9FB7-0FE8-D1C69A0B7B62}"/>
                </a:ext>
              </a:extLst>
            </p:cNvPr>
            <p:cNvSpPr/>
            <p:nvPr/>
          </p:nvSpPr>
          <p:spPr>
            <a:xfrm rot="16200000">
              <a:off x="928609" y="4537015"/>
              <a:ext cx="464035" cy="464035"/>
            </a:xfrm>
            <a:custGeom>
              <a:avLst/>
              <a:gdLst>
                <a:gd name="connsiteX0" fmla="*/ 414712 w 464035"/>
                <a:gd name="connsiteY0" fmla="*/ 0 h 464035"/>
                <a:gd name="connsiteX1" fmla="*/ 464035 w 464035"/>
                <a:gd name="connsiteY1" fmla="*/ 49323 h 464035"/>
                <a:gd name="connsiteX2" fmla="*/ 464035 w 464035"/>
                <a:gd name="connsiteY2" fmla="*/ 414712 h 464035"/>
                <a:gd name="connsiteX3" fmla="*/ 414712 w 464035"/>
                <a:gd name="connsiteY3" fmla="*/ 464035 h 464035"/>
                <a:gd name="connsiteX4" fmla="*/ 49323 w 464035"/>
                <a:gd name="connsiteY4" fmla="*/ 464035 h 464035"/>
                <a:gd name="connsiteX5" fmla="*/ 0 w 464035"/>
                <a:gd name="connsiteY5" fmla="*/ 414712 h 464035"/>
                <a:gd name="connsiteX6" fmla="*/ 0 w 464035"/>
                <a:gd name="connsiteY6" fmla="*/ 49323 h 464035"/>
                <a:gd name="connsiteX7" fmla="*/ 49323 w 464035"/>
                <a:gd name="connsiteY7" fmla="*/ 0 h 464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4035" h="464035">
                  <a:moveTo>
                    <a:pt x="414712" y="0"/>
                  </a:moveTo>
                  <a:cubicBezTo>
                    <a:pt x="441952" y="0"/>
                    <a:pt x="464035" y="22083"/>
                    <a:pt x="464035" y="49323"/>
                  </a:cubicBezTo>
                  <a:lnTo>
                    <a:pt x="464035" y="414712"/>
                  </a:lnTo>
                  <a:cubicBezTo>
                    <a:pt x="464035" y="441952"/>
                    <a:pt x="441952" y="464035"/>
                    <a:pt x="414712" y="464035"/>
                  </a:cubicBezTo>
                  <a:lnTo>
                    <a:pt x="49323" y="464035"/>
                  </a:lnTo>
                  <a:cubicBezTo>
                    <a:pt x="22083" y="464035"/>
                    <a:pt x="0" y="441952"/>
                    <a:pt x="0" y="414712"/>
                  </a:cubicBezTo>
                  <a:lnTo>
                    <a:pt x="0" y="49323"/>
                  </a:lnTo>
                  <a:cubicBezTo>
                    <a:pt x="0" y="22083"/>
                    <a:pt x="22083" y="0"/>
                    <a:pt x="49323" y="0"/>
                  </a:cubicBezTo>
                  <a:close/>
                </a:path>
              </a:pathLst>
            </a:custGeom>
            <a:solidFill>
              <a:srgbClr val="F8B62D"/>
            </a:solidFill>
            <a:ln w="8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E0C9D900-20A5-4B51-B141-30CF41084C63}"/>
                </a:ext>
              </a:extLst>
            </p:cNvPr>
            <p:cNvSpPr/>
            <p:nvPr/>
          </p:nvSpPr>
          <p:spPr>
            <a:xfrm>
              <a:off x="1856320" y="5001050"/>
              <a:ext cx="464035" cy="464035"/>
            </a:xfrm>
            <a:custGeom>
              <a:avLst/>
              <a:gdLst>
                <a:gd name="connsiteX0" fmla="*/ 414712 w 464035"/>
                <a:gd name="connsiteY0" fmla="*/ 0 h 464035"/>
                <a:gd name="connsiteX1" fmla="*/ 464035 w 464035"/>
                <a:gd name="connsiteY1" fmla="*/ 49323 h 464035"/>
                <a:gd name="connsiteX2" fmla="*/ 464035 w 464035"/>
                <a:gd name="connsiteY2" fmla="*/ 414712 h 464035"/>
                <a:gd name="connsiteX3" fmla="*/ 414712 w 464035"/>
                <a:gd name="connsiteY3" fmla="*/ 464035 h 464035"/>
                <a:gd name="connsiteX4" fmla="*/ 49323 w 464035"/>
                <a:gd name="connsiteY4" fmla="*/ 464035 h 464035"/>
                <a:gd name="connsiteX5" fmla="*/ 0 w 464035"/>
                <a:gd name="connsiteY5" fmla="*/ 414712 h 464035"/>
                <a:gd name="connsiteX6" fmla="*/ 0 w 464035"/>
                <a:gd name="connsiteY6" fmla="*/ 49323 h 464035"/>
                <a:gd name="connsiteX7" fmla="*/ 49323 w 464035"/>
                <a:gd name="connsiteY7" fmla="*/ 0 h 464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4035" h="464035">
                  <a:moveTo>
                    <a:pt x="414712" y="0"/>
                  </a:moveTo>
                  <a:cubicBezTo>
                    <a:pt x="441952" y="0"/>
                    <a:pt x="464035" y="22083"/>
                    <a:pt x="464035" y="49323"/>
                  </a:cubicBezTo>
                  <a:lnTo>
                    <a:pt x="464035" y="414712"/>
                  </a:lnTo>
                  <a:cubicBezTo>
                    <a:pt x="464035" y="441952"/>
                    <a:pt x="441952" y="464035"/>
                    <a:pt x="414712" y="464035"/>
                  </a:cubicBezTo>
                  <a:lnTo>
                    <a:pt x="49323" y="464035"/>
                  </a:lnTo>
                  <a:cubicBezTo>
                    <a:pt x="22083" y="464035"/>
                    <a:pt x="0" y="441952"/>
                    <a:pt x="0" y="414712"/>
                  </a:cubicBezTo>
                  <a:lnTo>
                    <a:pt x="0" y="49323"/>
                  </a:lnTo>
                  <a:cubicBezTo>
                    <a:pt x="0" y="22083"/>
                    <a:pt x="22083" y="0"/>
                    <a:pt x="49323" y="0"/>
                  </a:cubicBezTo>
                  <a:close/>
                </a:path>
              </a:pathLst>
            </a:custGeom>
            <a:solidFill>
              <a:srgbClr val="00A9E4"/>
            </a:solidFill>
            <a:ln w="8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C35032C3-8E78-5BCA-3C0A-603F9779D332}"/>
                </a:ext>
              </a:extLst>
            </p:cNvPr>
            <p:cNvSpPr/>
            <p:nvPr/>
          </p:nvSpPr>
          <p:spPr>
            <a:xfrm>
              <a:off x="2784481" y="5001050"/>
              <a:ext cx="464035" cy="464035"/>
            </a:xfrm>
            <a:custGeom>
              <a:avLst/>
              <a:gdLst>
                <a:gd name="connsiteX0" fmla="*/ 414712 w 464035"/>
                <a:gd name="connsiteY0" fmla="*/ 0 h 464035"/>
                <a:gd name="connsiteX1" fmla="*/ 464035 w 464035"/>
                <a:gd name="connsiteY1" fmla="*/ 49323 h 464035"/>
                <a:gd name="connsiteX2" fmla="*/ 464035 w 464035"/>
                <a:gd name="connsiteY2" fmla="*/ 414712 h 464035"/>
                <a:gd name="connsiteX3" fmla="*/ 414712 w 464035"/>
                <a:gd name="connsiteY3" fmla="*/ 464035 h 464035"/>
                <a:gd name="connsiteX4" fmla="*/ 49323 w 464035"/>
                <a:gd name="connsiteY4" fmla="*/ 464035 h 464035"/>
                <a:gd name="connsiteX5" fmla="*/ 0 w 464035"/>
                <a:gd name="connsiteY5" fmla="*/ 414712 h 464035"/>
                <a:gd name="connsiteX6" fmla="*/ 0 w 464035"/>
                <a:gd name="connsiteY6" fmla="*/ 49323 h 464035"/>
                <a:gd name="connsiteX7" fmla="*/ 49323 w 464035"/>
                <a:gd name="connsiteY7" fmla="*/ 0 h 464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4035" h="464035">
                  <a:moveTo>
                    <a:pt x="414712" y="0"/>
                  </a:moveTo>
                  <a:cubicBezTo>
                    <a:pt x="441952" y="0"/>
                    <a:pt x="464035" y="22083"/>
                    <a:pt x="464035" y="49323"/>
                  </a:cubicBezTo>
                  <a:lnTo>
                    <a:pt x="464035" y="414712"/>
                  </a:lnTo>
                  <a:cubicBezTo>
                    <a:pt x="464035" y="441952"/>
                    <a:pt x="441952" y="464035"/>
                    <a:pt x="414712" y="464035"/>
                  </a:cubicBezTo>
                  <a:lnTo>
                    <a:pt x="49323" y="464035"/>
                  </a:lnTo>
                  <a:cubicBezTo>
                    <a:pt x="22083" y="464035"/>
                    <a:pt x="0" y="441952"/>
                    <a:pt x="0" y="414712"/>
                  </a:cubicBezTo>
                  <a:lnTo>
                    <a:pt x="0" y="49323"/>
                  </a:lnTo>
                  <a:cubicBezTo>
                    <a:pt x="0" y="22083"/>
                    <a:pt x="22083" y="0"/>
                    <a:pt x="49323" y="0"/>
                  </a:cubicBezTo>
                  <a:close/>
                </a:path>
              </a:pathLst>
            </a:custGeom>
            <a:solidFill>
              <a:srgbClr val="00A9E4"/>
            </a:solidFill>
            <a:ln w="8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D588CE8C-A45C-5C54-3F8A-19C4F04C5FF8}"/>
                </a:ext>
              </a:extLst>
            </p:cNvPr>
            <p:cNvSpPr/>
            <p:nvPr/>
          </p:nvSpPr>
          <p:spPr>
            <a:xfrm>
              <a:off x="3712641" y="5001050"/>
              <a:ext cx="464035" cy="464035"/>
            </a:xfrm>
            <a:custGeom>
              <a:avLst/>
              <a:gdLst>
                <a:gd name="connsiteX0" fmla="*/ 414712 w 464035"/>
                <a:gd name="connsiteY0" fmla="*/ 0 h 464035"/>
                <a:gd name="connsiteX1" fmla="*/ 464035 w 464035"/>
                <a:gd name="connsiteY1" fmla="*/ 49323 h 464035"/>
                <a:gd name="connsiteX2" fmla="*/ 464035 w 464035"/>
                <a:gd name="connsiteY2" fmla="*/ 414712 h 464035"/>
                <a:gd name="connsiteX3" fmla="*/ 414712 w 464035"/>
                <a:gd name="connsiteY3" fmla="*/ 464035 h 464035"/>
                <a:gd name="connsiteX4" fmla="*/ 49323 w 464035"/>
                <a:gd name="connsiteY4" fmla="*/ 464035 h 464035"/>
                <a:gd name="connsiteX5" fmla="*/ 0 w 464035"/>
                <a:gd name="connsiteY5" fmla="*/ 414712 h 464035"/>
                <a:gd name="connsiteX6" fmla="*/ 0 w 464035"/>
                <a:gd name="connsiteY6" fmla="*/ 49323 h 464035"/>
                <a:gd name="connsiteX7" fmla="*/ 49323 w 464035"/>
                <a:gd name="connsiteY7" fmla="*/ 0 h 464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4035" h="464035">
                  <a:moveTo>
                    <a:pt x="414712" y="0"/>
                  </a:moveTo>
                  <a:cubicBezTo>
                    <a:pt x="441952" y="0"/>
                    <a:pt x="464035" y="22083"/>
                    <a:pt x="464035" y="49323"/>
                  </a:cubicBezTo>
                  <a:lnTo>
                    <a:pt x="464035" y="414712"/>
                  </a:lnTo>
                  <a:cubicBezTo>
                    <a:pt x="464035" y="441952"/>
                    <a:pt x="441952" y="464035"/>
                    <a:pt x="414712" y="464035"/>
                  </a:cubicBezTo>
                  <a:lnTo>
                    <a:pt x="49323" y="464035"/>
                  </a:lnTo>
                  <a:cubicBezTo>
                    <a:pt x="22083" y="464035"/>
                    <a:pt x="0" y="441952"/>
                    <a:pt x="0" y="414712"/>
                  </a:cubicBezTo>
                  <a:lnTo>
                    <a:pt x="0" y="49323"/>
                  </a:lnTo>
                  <a:cubicBezTo>
                    <a:pt x="0" y="22083"/>
                    <a:pt x="22083" y="0"/>
                    <a:pt x="49323" y="0"/>
                  </a:cubicBezTo>
                  <a:close/>
                </a:path>
              </a:pathLst>
            </a:custGeom>
            <a:solidFill>
              <a:srgbClr val="13AE67"/>
            </a:solidFill>
            <a:ln w="8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717578AD-0F95-4045-1C14-6CD6B02BC205}"/>
                </a:ext>
              </a:extLst>
            </p:cNvPr>
            <p:cNvSpPr/>
            <p:nvPr/>
          </p:nvSpPr>
          <p:spPr>
            <a:xfrm rot="16200000">
              <a:off x="928699" y="4072890"/>
              <a:ext cx="464035" cy="464035"/>
            </a:xfrm>
            <a:custGeom>
              <a:avLst/>
              <a:gdLst>
                <a:gd name="connsiteX0" fmla="*/ 414712 w 464035"/>
                <a:gd name="connsiteY0" fmla="*/ 0 h 464035"/>
                <a:gd name="connsiteX1" fmla="*/ 464035 w 464035"/>
                <a:gd name="connsiteY1" fmla="*/ 49323 h 464035"/>
                <a:gd name="connsiteX2" fmla="*/ 464035 w 464035"/>
                <a:gd name="connsiteY2" fmla="*/ 414712 h 464035"/>
                <a:gd name="connsiteX3" fmla="*/ 414712 w 464035"/>
                <a:gd name="connsiteY3" fmla="*/ 464035 h 464035"/>
                <a:gd name="connsiteX4" fmla="*/ 49323 w 464035"/>
                <a:gd name="connsiteY4" fmla="*/ 464035 h 464035"/>
                <a:gd name="connsiteX5" fmla="*/ 0 w 464035"/>
                <a:gd name="connsiteY5" fmla="*/ 414712 h 464035"/>
                <a:gd name="connsiteX6" fmla="*/ 0 w 464035"/>
                <a:gd name="connsiteY6" fmla="*/ 49323 h 464035"/>
                <a:gd name="connsiteX7" fmla="*/ 49323 w 464035"/>
                <a:gd name="connsiteY7" fmla="*/ 0 h 464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4035" h="464035">
                  <a:moveTo>
                    <a:pt x="414712" y="0"/>
                  </a:moveTo>
                  <a:cubicBezTo>
                    <a:pt x="441952" y="0"/>
                    <a:pt x="464035" y="22083"/>
                    <a:pt x="464035" y="49323"/>
                  </a:cubicBezTo>
                  <a:lnTo>
                    <a:pt x="464035" y="414712"/>
                  </a:lnTo>
                  <a:cubicBezTo>
                    <a:pt x="464035" y="441952"/>
                    <a:pt x="441952" y="464035"/>
                    <a:pt x="414712" y="464035"/>
                  </a:cubicBezTo>
                  <a:lnTo>
                    <a:pt x="49323" y="464035"/>
                  </a:lnTo>
                  <a:cubicBezTo>
                    <a:pt x="22083" y="464035"/>
                    <a:pt x="0" y="441952"/>
                    <a:pt x="0" y="414712"/>
                  </a:cubicBezTo>
                  <a:lnTo>
                    <a:pt x="0" y="49323"/>
                  </a:lnTo>
                  <a:cubicBezTo>
                    <a:pt x="0" y="22083"/>
                    <a:pt x="22083" y="0"/>
                    <a:pt x="49323" y="0"/>
                  </a:cubicBezTo>
                  <a:close/>
                </a:path>
              </a:pathLst>
            </a:custGeom>
            <a:solidFill>
              <a:srgbClr val="00A9E4"/>
            </a:solidFill>
            <a:ln w="8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A91F0116-BB66-069D-031B-8E5D7E831997}"/>
                </a:ext>
              </a:extLst>
            </p:cNvPr>
            <p:cNvSpPr/>
            <p:nvPr/>
          </p:nvSpPr>
          <p:spPr>
            <a:xfrm rot="16200000">
              <a:off x="0" y="5929210"/>
              <a:ext cx="464035" cy="464035"/>
            </a:xfrm>
            <a:custGeom>
              <a:avLst/>
              <a:gdLst>
                <a:gd name="connsiteX0" fmla="*/ 414712 w 464035"/>
                <a:gd name="connsiteY0" fmla="*/ 0 h 464035"/>
                <a:gd name="connsiteX1" fmla="*/ 464035 w 464035"/>
                <a:gd name="connsiteY1" fmla="*/ 49323 h 464035"/>
                <a:gd name="connsiteX2" fmla="*/ 464035 w 464035"/>
                <a:gd name="connsiteY2" fmla="*/ 414712 h 464035"/>
                <a:gd name="connsiteX3" fmla="*/ 414712 w 464035"/>
                <a:gd name="connsiteY3" fmla="*/ 464035 h 464035"/>
                <a:gd name="connsiteX4" fmla="*/ 49323 w 464035"/>
                <a:gd name="connsiteY4" fmla="*/ 464035 h 464035"/>
                <a:gd name="connsiteX5" fmla="*/ 0 w 464035"/>
                <a:gd name="connsiteY5" fmla="*/ 414712 h 464035"/>
                <a:gd name="connsiteX6" fmla="*/ 0 w 464035"/>
                <a:gd name="connsiteY6" fmla="*/ 49323 h 464035"/>
                <a:gd name="connsiteX7" fmla="*/ 49323 w 464035"/>
                <a:gd name="connsiteY7" fmla="*/ 0 h 464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4035" h="464035">
                  <a:moveTo>
                    <a:pt x="414712" y="0"/>
                  </a:moveTo>
                  <a:cubicBezTo>
                    <a:pt x="441952" y="0"/>
                    <a:pt x="464035" y="22083"/>
                    <a:pt x="464035" y="49323"/>
                  </a:cubicBezTo>
                  <a:lnTo>
                    <a:pt x="464035" y="414712"/>
                  </a:lnTo>
                  <a:cubicBezTo>
                    <a:pt x="464035" y="441952"/>
                    <a:pt x="441952" y="464035"/>
                    <a:pt x="414712" y="464035"/>
                  </a:cubicBezTo>
                  <a:lnTo>
                    <a:pt x="49323" y="464035"/>
                  </a:lnTo>
                  <a:cubicBezTo>
                    <a:pt x="22083" y="464035"/>
                    <a:pt x="0" y="441952"/>
                    <a:pt x="0" y="414712"/>
                  </a:cubicBezTo>
                  <a:lnTo>
                    <a:pt x="0" y="49323"/>
                  </a:lnTo>
                  <a:cubicBezTo>
                    <a:pt x="0" y="22083"/>
                    <a:pt x="22083" y="0"/>
                    <a:pt x="49323" y="0"/>
                  </a:cubicBezTo>
                  <a:close/>
                </a:path>
              </a:pathLst>
            </a:custGeom>
            <a:solidFill>
              <a:srgbClr val="00A9E4"/>
            </a:solidFill>
            <a:ln w="8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90329B03-B9A7-2B92-7585-742DA4D4D954}"/>
                </a:ext>
              </a:extLst>
            </p:cNvPr>
            <p:cNvSpPr/>
            <p:nvPr/>
          </p:nvSpPr>
          <p:spPr>
            <a:xfrm rot="16200000">
              <a:off x="1392734" y="5001140"/>
              <a:ext cx="464035" cy="464035"/>
            </a:xfrm>
            <a:custGeom>
              <a:avLst/>
              <a:gdLst>
                <a:gd name="connsiteX0" fmla="*/ 414712 w 464035"/>
                <a:gd name="connsiteY0" fmla="*/ 0 h 464035"/>
                <a:gd name="connsiteX1" fmla="*/ 464035 w 464035"/>
                <a:gd name="connsiteY1" fmla="*/ 49323 h 464035"/>
                <a:gd name="connsiteX2" fmla="*/ 464035 w 464035"/>
                <a:gd name="connsiteY2" fmla="*/ 414712 h 464035"/>
                <a:gd name="connsiteX3" fmla="*/ 414712 w 464035"/>
                <a:gd name="connsiteY3" fmla="*/ 464035 h 464035"/>
                <a:gd name="connsiteX4" fmla="*/ 49323 w 464035"/>
                <a:gd name="connsiteY4" fmla="*/ 464035 h 464035"/>
                <a:gd name="connsiteX5" fmla="*/ 0 w 464035"/>
                <a:gd name="connsiteY5" fmla="*/ 414712 h 464035"/>
                <a:gd name="connsiteX6" fmla="*/ 0 w 464035"/>
                <a:gd name="connsiteY6" fmla="*/ 49323 h 464035"/>
                <a:gd name="connsiteX7" fmla="*/ 49323 w 464035"/>
                <a:gd name="connsiteY7" fmla="*/ 0 h 464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4035" h="464035">
                  <a:moveTo>
                    <a:pt x="414712" y="0"/>
                  </a:moveTo>
                  <a:cubicBezTo>
                    <a:pt x="441952" y="0"/>
                    <a:pt x="464035" y="22083"/>
                    <a:pt x="464035" y="49323"/>
                  </a:cubicBezTo>
                  <a:lnTo>
                    <a:pt x="464035" y="414712"/>
                  </a:lnTo>
                  <a:cubicBezTo>
                    <a:pt x="464035" y="441952"/>
                    <a:pt x="441952" y="464035"/>
                    <a:pt x="414712" y="464035"/>
                  </a:cubicBezTo>
                  <a:lnTo>
                    <a:pt x="49323" y="464035"/>
                  </a:lnTo>
                  <a:cubicBezTo>
                    <a:pt x="22083" y="464035"/>
                    <a:pt x="0" y="441952"/>
                    <a:pt x="0" y="414712"/>
                  </a:cubicBezTo>
                  <a:lnTo>
                    <a:pt x="0" y="49323"/>
                  </a:lnTo>
                  <a:cubicBezTo>
                    <a:pt x="0" y="22083"/>
                    <a:pt x="22083" y="0"/>
                    <a:pt x="49323" y="0"/>
                  </a:cubicBezTo>
                  <a:close/>
                </a:path>
              </a:pathLst>
            </a:custGeom>
            <a:solidFill>
              <a:srgbClr val="F8B62D"/>
            </a:solidFill>
            <a:ln w="8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D5ED36AB-7472-C122-BB50-62E6E7A3B464}"/>
                </a:ext>
              </a:extLst>
            </p:cNvPr>
            <p:cNvSpPr/>
            <p:nvPr/>
          </p:nvSpPr>
          <p:spPr>
            <a:xfrm rot="16200000">
              <a:off x="539" y="5001050"/>
              <a:ext cx="464035" cy="464035"/>
            </a:xfrm>
            <a:custGeom>
              <a:avLst/>
              <a:gdLst>
                <a:gd name="connsiteX0" fmla="*/ 414712 w 464035"/>
                <a:gd name="connsiteY0" fmla="*/ 0 h 464035"/>
                <a:gd name="connsiteX1" fmla="*/ 464035 w 464035"/>
                <a:gd name="connsiteY1" fmla="*/ 49323 h 464035"/>
                <a:gd name="connsiteX2" fmla="*/ 464035 w 464035"/>
                <a:gd name="connsiteY2" fmla="*/ 414712 h 464035"/>
                <a:gd name="connsiteX3" fmla="*/ 414712 w 464035"/>
                <a:gd name="connsiteY3" fmla="*/ 464035 h 464035"/>
                <a:gd name="connsiteX4" fmla="*/ 49323 w 464035"/>
                <a:gd name="connsiteY4" fmla="*/ 464035 h 464035"/>
                <a:gd name="connsiteX5" fmla="*/ 0 w 464035"/>
                <a:gd name="connsiteY5" fmla="*/ 414712 h 464035"/>
                <a:gd name="connsiteX6" fmla="*/ 0 w 464035"/>
                <a:gd name="connsiteY6" fmla="*/ 49323 h 464035"/>
                <a:gd name="connsiteX7" fmla="*/ 49323 w 464035"/>
                <a:gd name="connsiteY7" fmla="*/ 0 h 464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4035" h="464035">
                  <a:moveTo>
                    <a:pt x="414712" y="0"/>
                  </a:moveTo>
                  <a:cubicBezTo>
                    <a:pt x="441952" y="0"/>
                    <a:pt x="464035" y="22083"/>
                    <a:pt x="464035" y="49323"/>
                  </a:cubicBezTo>
                  <a:lnTo>
                    <a:pt x="464035" y="414712"/>
                  </a:lnTo>
                  <a:cubicBezTo>
                    <a:pt x="464035" y="441952"/>
                    <a:pt x="441952" y="464035"/>
                    <a:pt x="414712" y="464035"/>
                  </a:cubicBezTo>
                  <a:lnTo>
                    <a:pt x="49323" y="464035"/>
                  </a:lnTo>
                  <a:cubicBezTo>
                    <a:pt x="22083" y="464035"/>
                    <a:pt x="0" y="441952"/>
                    <a:pt x="0" y="414712"/>
                  </a:cubicBezTo>
                  <a:lnTo>
                    <a:pt x="0" y="49323"/>
                  </a:lnTo>
                  <a:cubicBezTo>
                    <a:pt x="0" y="22083"/>
                    <a:pt x="22083" y="0"/>
                    <a:pt x="49323" y="0"/>
                  </a:cubicBezTo>
                  <a:close/>
                </a:path>
              </a:pathLst>
            </a:custGeom>
            <a:solidFill>
              <a:srgbClr val="00A9E4"/>
            </a:solidFill>
            <a:ln w="8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70D7854F-5679-AD5E-9C1A-D885CD4A5BFE}"/>
                </a:ext>
              </a:extLst>
            </p:cNvPr>
            <p:cNvSpPr/>
            <p:nvPr/>
          </p:nvSpPr>
          <p:spPr>
            <a:xfrm rot="16200000">
              <a:off x="928160" y="5929716"/>
              <a:ext cx="464035" cy="464035"/>
            </a:xfrm>
            <a:custGeom>
              <a:avLst/>
              <a:gdLst>
                <a:gd name="connsiteX0" fmla="*/ 414712 w 464035"/>
                <a:gd name="connsiteY0" fmla="*/ 0 h 464035"/>
                <a:gd name="connsiteX1" fmla="*/ 464035 w 464035"/>
                <a:gd name="connsiteY1" fmla="*/ 49323 h 464035"/>
                <a:gd name="connsiteX2" fmla="*/ 464035 w 464035"/>
                <a:gd name="connsiteY2" fmla="*/ 414712 h 464035"/>
                <a:gd name="connsiteX3" fmla="*/ 414712 w 464035"/>
                <a:gd name="connsiteY3" fmla="*/ 464035 h 464035"/>
                <a:gd name="connsiteX4" fmla="*/ 49323 w 464035"/>
                <a:gd name="connsiteY4" fmla="*/ 464035 h 464035"/>
                <a:gd name="connsiteX5" fmla="*/ 0 w 464035"/>
                <a:gd name="connsiteY5" fmla="*/ 414712 h 464035"/>
                <a:gd name="connsiteX6" fmla="*/ 0 w 464035"/>
                <a:gd name="connsiteY6" fmla="*/ 49323 h 464035"/>
                <a:gd name="connsiteX7" fmla="*/ 49323 w 464035"/>
                <a:gd name="connsiteY7" fmla="*/ 0 h 464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4035" h="464035">
                  <a:moveTo>
                    <a:pt x="414712" y="0"/>
                  </a:moveTo>
                  <a:cubicBezTo>
                    <a:pt x="441952" y="0"/>
                    <a:pt x="464035" y="22083"/>
                    <a:pt x="464035" y="49323"/>
                  </a:cubicBezTo>
                  <a:lnTo>
                    <a:pt x="464035" y="414712"/>
                  </a:lnTo>
                  <a:cubicBezTo>
                    <a:pt x="464035" y="441952"/>
                    <a:pt x="441952" y="464035"/>
                    <a:pt x="414712" y="464035"/>
                  </a:cubicBezTo>
                  <a:lnTo>
                    <a:pt x="49323" y="464035"/>
                  </a:lnTo>
                  <a:cubicBezTo>
                    <a:pt x="22083" y="464035"/>
                    <a:pt x="0" y="441952"/>
                    <a:pt x="0" y="414712"/>
                  </a:cubicBezTo>
                  <a:lnTo>
                    <a:pt x="0" y="49323"/>
                  </a:lnTo>
                  <a:cubicBezTo>
                    <a:pt x="0" y="22083"/>
                    <a:pt x="22083" y="0"/>
                    <a:pt x="49323" y="0"/>
                  </a:cubicBezTo>
                  <a:close/>
                </a:path>
              </a:pathLst>
            </a:custGeom>
            <a:solidFill>
              <a:srgbClr val="00A9E4"/>
            </a:solidFill>
            <a:ln w="8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pic>
        <p:nvPicPr>
          <p:cNvPr id="23" name="图形 22">
            <a:extLst>
              <a:ext uri="{FF2B5EF4-FFF2-40B4-BE49-F238E27FC236}">
                <a16:creationId xmlns:a16="http://schemas.microsoft.com/office/drawing/2014/main" id="{46BFA2B5-D1EF-AC81-E2C8-3196BD8CF7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0575" y="2305051"/>
            <a:ext cx="235561" cy="263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181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深色-内容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0480A292-8CEE-79E9-773B-73CE0E2A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28" y="350742"/>
            <a:ext cx="9079139" cy="530316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82852D55-C49B-B031-5177-48C4A20731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70767" y="334578"/>
            <a:ext cx="1647598" cy="245605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83BEAB15-04A4-8C67-5DD8-B8050DEFCB87}"/>
              </a:ext>
            </a:extLst>
          </p:cNvPr>
          <p:cNvGrpSpPr/>
          <p:nvPr userDrawn="1"/>
        </p:nvGrpSpPr>
        <p:grpSpPr>
          <a:xfrm rot="16200000" flipH="1">
            <a:off x="10872062" y="-99825"/>
            <a:ext cx="177204" cy="1592716"/>
            <a:chOff x="-2390281" y="3270671"/>
            <a:chExt cx="304219" cy="2734336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211AC62F-402D-9558-C38C-257D5C5899ED}"/>
                </a:ext>
              </a:extLst>
            </p:cNvPr>
            <p:cNvSpPr/>
            <p:nvPr/>
          </p:nvSpPr>
          <p:spPr>
            <a:xfrm>
              <a:off x="-2390279" y="3270671"/>
              <a:ext cx="304217" cy="304220"/>
            </a:xfrm>
            <a:prstGeom prst="roundRect">
              <a:avLst/>
            </a:prstGeom>
            <a:solidFill>
              <a:srgbClr val="00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0AD2617E-593E-42F4-26FC-3547596EDE07}"/>
                </a:ext>
              </a:extLst>
            </p:cNvPr>
            <p:cNvSpPr/>
            <p:nvPr/>
          </p:nvSpPr>
          <p:spPr>
            <a:xfrm>
              <a:off x="-2390281" y="3576877"/>
              <a:ext cx="304219" cy="304220"/>
            </a:xfrm>
            <a:prstGeom prst="roundRect">
              <a:avLst/>
            </a:prstGeom>
            <a:solidFill>
              <a:srgbClr val="00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542437BE-8A99-F30D-D2F6-B89E7B51ABC5}"/>
                </a:ext>
              </a:extLst>
            </p:cNvPr>
            <p:cNvSpPr/>
            <p:nvPr/>
          </p:nvSpPr>
          <p:spPr>
            <a:xfrm>
              <a:off x="-2390281" y="3884367"/>
              <a:ext cx="304219" cy="304220"/>
            </a:xfrm>
            <a:prstGeom prst="roundRect">
              <a:avLst/>
            </a:prstGeom>
            <a:solidFill>
              <a:srgbClr val="00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C9CFADDC-9DA2-160D-600B-073B19DD7937}"/>
                </a:ext>
              </a:extLst>
            </p:cNvPr>
            <p:cNvSpPr/>
            <p:nvPr/>
          </p:nvSpPr>
          <p:spPr>
            <a:xfrm>
              <a:off x="-2390281" y="4495722"/>
              <a:ext cx="304219" cy="304219"/>
            </a:xfrm>
            <a:prstGeom prst="roundRect">
              <a:avLst/>
            </a:prstGeom>
            <a:solidFill>
              <a:srgbClr val="13AE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9608D0C1-3E12-AF64-F816-343DCE1AFC54}"/>
                </a:ext>
              </a:extLst>
            </p:cNvPr>
            <p:cNvSpPr/>
            <p:nvPr/>
          </p:nvSpPr>
          <p:spPr>
            <a:xfrm>
              <a:off x="-2390281" y="5098530"/>
              <a:ext cx="304219" cy="304219"/>
            </a:xfrm>
            <a:prstGeom prst="roundRect">
              <a:avLst/>
            </a:prstGeom>
            <a:solidFill>
              <a:srgbClr val="F8B6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E0C7676E-F26E-3521-B4DA-43BD93FA3153}"/>
                </a:ext>
              </a:extLst>
            </p:cNvPr>
            <p:cNvSpPr/>
            <p:nvPr/>
          </p:nvSpPr>
          <p:spPr>
            <a:xfrm>
              <a:off x="-2390281" y="5700788"/>
              <a:ext cx="304219" cy="304219"/>
            </a:xfrm>
            <a:prstGeom prst="roundRect">
              <a:avLst/>
            </a:prstGeom>
            <a:solidFill>
              <a:srgbClr val="13AE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6490556-AC66-AE75-950A-9D18673FAFBC}"/>
              </a:ext>
            </a:extLst>
          </p:cNvPr>
          <p:cNvGrpSpPr/>
          <p:nvPr userDrawn="1"/>
        </p:nvGrpSpPr>
        <p:grpSpPr>
          <a:xfrm>
            <a:off x="173804" y="6506022"/>
            <a:ext cx="1593193" cy="177204"/>
            <a:chOff x="56804" y="6625098"/>
            <a:chExt cx="1593193" cy="177204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49C5DBFE-88DB-4FAA-8759-BA27DD5938FC}"/>
                </a:ext>
              </a:extLst>
            </p:cNvPr>
            <p:cNvSpPr/>
            <p:nvPr/>
          </p:nvSpPr>
          <p:spPr>
            <a:xfrm rot="5400000">
              <a:off x="1472793" y="6625098"/>
              <a:ext cx="177203" cy="177204"/>
            </a:xfrm>
            <a:prstGeom prst="roundRect">
              <a:avLst/>
            </a:prstGeom>
            <a:solidFill>
              <a:srgbClr val="00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84911278-E862-C3D9-DFB4-9F4037B3299A}"/>
                </a:ext>
              </a:extLst>
            </p:cNvPr>
            <p:cNvSpPr/>
            <p:nvPr/>
          </p:nvSpPr>
          <p:spPr>
            <a:xfrm rot="5400000">
              <a:off x="1293955" y="6625098"/>
              <a:ext cx="177204" cy="177204"/>
            </a:xfrm>
            <a:prstGeom prst="roundRect">
              <a:avLst/>
            </a:prstGeom>
            <a:solidFill>
              <a:srgbClr val="00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2F2153F9-2894-5FBF-B479-942E759E6AD7}"/>
                </a:ext>
              </a:extLst>
            </p:cNvPr>
            <p:cNvSpPr/>
            <p:nvPr/>
          </p:nvSpPr>
          <p:spPr>
            <a:xfrm rot="5400000">
              <a:off x="1114846" y="6625098"/>
              <a:ext cx="177204" cy="177204"/>
            </a:xfrm>
            <a:prstGeom prst="roundRect">
              <a:avLst/>
            </a:prstGeom>
            <a:solidFill>
              <a:srgbClr val="00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7D315D71-673F-50A4-30A9-65B6364D709E}"/>
                </a:ext>
              </a:extLst>
            </p:cNvPr>
            <p:cNvSpPr/>
            <p:nvPr/>
          </p:nvSpPr>
          <p:spPr>
            <a:xfrm rot="5400000">
              <a:off x="758739" y="6625098"/>
              <a:ext cx="177204" cy="177204"/>
            </a:xfrm>
            <a:prstGeom prst="roundRect">
              <a:avLst/>
            </a:prstGeom>
            <a:solidFill>
              <a:srgbClr val="13AE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BF37752C-28F3-B7D3-5A27-5A7588D872DF}"/>
                </a:ext>
              </a:extLst>
            </p:cNvPr>
            <p:cNvSpPr/>
            <p:nvPr/>
          </p:nvSpPr>
          <p:spPr>
            <a:xfrm rot="5400000">
              <a:off x="407611" y="6625098"/>
              <a:ext cx="177204" cy="177204"/>
            </a:xfrm>
            <a:prstGeom prst="roundRect">
              <a:avLst/>
            </a:prstGeom>
            <a:solidFill>
              <a:srgbClr val="F8B6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7DD83095-9861-ED1B-09B5-0BB66257FFD9}"/>
                </a:ext>
              </a:extLst>
            </p:cNvPr>
            <p:cNvSpPr/>
            <p:nvPr/>
          </p:nvSpPr>
          <p:spPr>
            <a:xfrm rot="5400000">
              <a:off x="56804" y="6625098"/>
              <a:ext cx="177204" cy="177204"/>
            </a:xfrm>
            <a:prstGeom prst="roundRect">
              <a:avLst/>
            </a:prstGeom>
            <a:solidFill>
              <a:srgbClr val="13AE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96742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深色-封底感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图形 117">
            <a:extLst>
              <a:ext uri="{FF2B5EF4-FFF2-40B4-BE49-F238E27FC236}">
                <a16:creationId xmlns:a16="http://schemas.microsoft.com/office/drawing/2014/main" id="{F0CB2615-F9EB-3E2A-C528-FEFB20B421B4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3830" y="1285338"/>
            <a:ext cx="1764000" cy="120468"/>
          </a:xfrm>
          <a:prstGeom prst="rect">
            <a:avLst/>
          </a:prstGeom>
        </p:spPr>
      </p:pic>
      <p:sp>
        <p:nvSpPr>
          <p:cNvPr id="119" name="矩形 118">
            <a:extLst>
              <a:ext uri="{FF2B5EF4-FFF2-40B4-BE49-F238E27FC236}">
                <a16:creationId xmlns:a16="http://schemas.microsoft.com/office/drawing/2014/main" id="{3CFAA644-9782-0031-AFA3-BEA6980E5F20}"/>
              </a:ext>
            </a:extLst>
          </p:cNvPr>
          <p:cNvSpPr/>
          <p:nvPr userDrawn="1"/>
        </p:nvSpPr>
        <p:spPr>
          <a:xfrm>
            <a:off x="749562" y="1077956"/>
            <a:ext cx="33762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6000" dirty="0">
                <a:solidFill>
                  <a:schemeClr val="bg1"/>
                </a:solidFill>
                <a:latin typeface="思源黑体 CN Regular" pitchFamily="34" charset="-122"/>
                <a:ea typeface="思源黑体 CN Regular" pitchFamily="34" charset="-122"/>
              </a:rPr>
              <a:t>THANKS</a:t>
            </a:r>
          </a:p>
        </p:txBody>
      </p:sp>
      <p:pic>
        <p:nvPicPr>
          <p:cNvPr id="120" name="图形 119">
            <a:extLst>
              <a:ext uri="{FF2B5EF4-FFF2-40B4-BE49-F238E27FC236}">
                <a16:creationId xmlns:a16="http://schemas.microsoft.com/office/drawing/2014/main" id="{76534C77-E404-78F2-9F6A-5D81AA8173B3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2531" y="3354822"/>
            <a:ext cx="1476000" cy="119446"/>
          </a:xfrm>
          <a:prstGeom prst="rect">
            <a:avLst/>
          </a:prstGeom>
        </p:spPr>
      </p:pic>
      <p:pic>
        <p:nvPicPr>
          <p:cNvPr id="121" name="图形 120">
            <a:extLst>
              <a:ext uri="{FF2B5EF4-FFF2-40B4-BE49-F238E27FC236}">
                <a16:creationId xmlns:a16="http://schemas.microsoft.com/office/drawing/2014/main" id="{E5666481-422F-505F-3753-41F735B3D9AD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58593" y="2163635"/>
            <a:ext cx="2412000" cy="288759"/>
          </a:xfrm>
          <a:prstGeom prst="rect">
            <a:avLst/>
          </a:prstGeom>
        </p:spPr>
      </p:pic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29401035-BA03-45D6-9B3F-E407F3EF7453}"/>
              </a:ext>
            </a:extLst>
          </p:cNvPr>
          <p:cNvGrpSpPr/>
          <p:nvPr userDrawn="1"/>
        </p:nvGrpSpPr>
        <p:grpSpPr>
          <a:xfrm>
            <a:off x="7350886" y="918815"/>
            <a:ext cx="4208615" cy="614332"/>
            <a:chOff x="7390589" y="1194568"/>
            <a:chExt cx="4208615" cy="614332"/>
          </a:xfrm>
        </p:grpSpPr>
        <p:pic>
          <p:nvPicPr>
            <p:cNvPr id="123" name="图形 122">
              <a:extLst>
                <a:ext uri="{FF2B5EF4-FFF2-40B4-BE49-F238E27FC236}">
                  <a16:creationId xmlns:a16="http://schemas.microsoft.com/office/drawing/2014/main" id="{B4EA4CF4-9CE8-F361-AB3A-7352513008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499598" y="1717231"/>
              <a:ext cx="1933028" cy="91669"/>
            </a:xfrm>
            <a:prstGeom prst="rect">
              <a:avLst/>
            </a:prstGeom>
          </p:spPr>
        </p:pic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2F100629-5A4B-F163-74AC-96A3DA6BA36C}"/>
                </a:ext>
              </a:extLst>
            </p:cNvPr>
            <p:cNvSpPr txBox="1"/>
            <p:nvPr/>
          </p:nvSpPr>
          <p:spPr>
            <a:xfrm>
              <a:off x="7390589" y="1194568"/>
              <a:ext cx="4208615" cy="369332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zh-CN" altLang="en-US" sz="1780" dirty="0"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医为使命</a:t>
              </a: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1D1C9294-DC0E-5601-2D58-C346691B4147}"/>
                </a:ext>
              </a:extLst>
            </p:cNvPr>
            <p:cNvSpPr txBox="1"/>
            <p:nvPr/>
          </p:nvSpPr>
          <p:spPr>
            <a:xfrm>
              <a:off x="8351970" y="1251307"/>
              <a:ext cx="3247234" cy="261610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en-US" altLang="zh-CN" sz="1100" dirty="0" err="1"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iMEDWAY</a:t>
              </a:r>
              <a:r>
                <a:rPr lang="en-US" altLang="zh-CN" sz="1100" dirty="0"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  MISSION</a:t>
              </a:r>
              <a:endParaRPr lang="zh-CN" altLang="en-US" sz="11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C957D6EC-74D2-CE04-18CB-A2333C0FB851}"/>
              </a:ext>
            </a:extLst>
          </p:cNvPr>
          <p:cNvGrpSpPr/>
          <p:nvPr userDrawn="1"/>
        </p:nvGrpSpPr>
        <p:grpSpPr>
          <a:xfrm>
            <a:off x="7350884" y="2978738"/>
            <a:ext cx="4208616" cy="616735"/>
            <a:chOff x="7390587" y="3629899"/>
            <a:chExt cx="4208616" cy="616735"/>
          </a:xfrm>
        </p:grpSpPr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7DD41B33-CBDE-2153-B6C7-7C95782C7CCE}"/>
                </a:ext>
              </a:extLst>
            </p:cNvPr>
            <p:cNvGrpSpPr/>
            <p:nvPr/>
          </p:nvGrpSpPr>
          <p:grpSpPr>
            <a:xfrm>
              <a:off x="7390587" y="3629899"/>
              <a:ext cx="4208616" cy="366254"/>
              <a:chOff x="7390587" y="3629899"/>
              <a:chExt cx="4208616" cy="366254"/>
            </a:xfrm>
          </p:grpSpPr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16CBAD8C-2277-82C3-0DD4-E054D3F86B46}"/>
                  </a:ext>
                </a:extLst>
              </p:cNvPr>
              <p:cNvSpPr txBox="1"/>
              <p:nvPr/>
            </p:nvSpPr>
            <p:spPr>
              <a:xfrm>
                <a:off x="7390587" y="3629899"/>
                <a:ext cx="4208615" cy="36625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zh-CN" altLang="en-US" sz="1780" dirty="0">
                    <a:solidFill>
                      <a:schemeClr val="bg1"/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医为价值观</a:t>
                </a:r>
              </a:p>
            </p:txBody>
          </p:sp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FFA01259-64A8-BBF0-D22A-4D5448312B94}"/>
                  </a:ext>
                </a:extLst>
              </p:cNvPr>
              <p:cNvSpPr txBox="1"/>
              <p:nvPr/>
            </p:nvSpPr>
            <p:spPr>
              <a:xfrm>
                <a:off x="8606313" y="3686638"/>
                <a:ext cx="2992890" cy="261610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r>
                  <a:rPr lang="en-US" altLang="zh-CN" sz="1100" dirty="0" err="1">
                    <a:solidFill>
                      <a:schemeClr val="bg1"/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iMEDWAY</a:t>
                </a:r>
                <a:r>
                  <a:rPr lang="en-US" altLang="zh-CN" sz="1100" dirty="0">
                    <a:solidFill>
                      <a:schemeClr val="bg1"/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  VALUES</a:t>
                </a:r>
                <a:endParaRPr lang="zh-CN" altLang="en-US" sz="1100" dirty="0"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endParaRPr>
              </a:p>
            </p:txBody>
          </p:sp>
        </p:grpSp>
        <p:pic>
          <p:nvPicPr>
            <p:cNvPr id="128" name="图形 127">
              <a:extLst>
                <a:ext uri="{FF2B5EF4-FFF2-40B4-BE49-F238E27FC236}">
                  <a16:creationId xmlns:a16="http://schemas.microsoft.com/office/drawing/2014/main" id="{40660C3E-5F1D-939F-DF6C-74619CC4E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481788" y="4151384"/>
              <a:ext cx="2657475" cy="95250"/>
            </a:xfrm>
            <a:prstGeom prst="rect">
              <a:avLst/>
            </a:prstGeom>
          </p:spPr>
        </p:pic>
      </p:grp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23DE3A43-E6C3-72C1-CA06-DA957FBB1DBD}"/>
              </a:ext>
            </a:extLst>
          </p:cNvPr>
          <p:cNvGrpSpPr/>
          <p:nvPr userDrawn="1"/>
        </p:nvGrpSpPr>
        <p:grpSpPr>
          <a:xfrm>
            <a:off x="7350886" y="1796623"/>
            <a:ext cx="4208615" cy="918640"/>
            <a:chOff x="7390589" y="2251297"/>
            <a:chExt cx="4208615" cy="918640"/>
          </a:xfrm>
        </p:grpSpPr>
        <p:grpSp>
          <p:nvGrpSpPr>
            <p:cNvPr id="132" name="组合 131">
              <a:extLst>
                <a:ext uri="{FF2B5EF4-FFF2-40B4-BE49-F238E27FC236}">
                  <a16:creationId xmlns:a16="http://schemas.microsoft.com/office/drawing/2014/main" id="{A20FE34C-608A-1D36-A3F6-BFA268B188CC}"/>
                </a:ext>
              </a:extLst>
            </p:cNvPr>
            <p:cNvGrpSpPr/>
            <p:nvPr/>
          </p:nvGrpSpPr>
          <p:grpSpPr>
            <a:xfrm>
              <a:off x="7390589" y="2251297"/>
              <a:ext cx="4208615" cy="366254"/>
              <a:chOff x="7390589" y="2257093"/>
              <a:chExt cx="4208615" cy="366254"/>
            </a:xfrm>
          </p:grpSpPr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9BEF3BFC-4A58-D30D-DB9F-BBD153DF5FE4}"/>
                  </a:ext>
                </a:extLst>
              </p:cNvPr>
              <p:cNvSpPr txBox="1"/>
              <p:nvPr/>
            </p:nvSpPr>
            <p:spPr>
              <a:xfrm>
                <a:off x="7390589" y="2257093"/>
                <a:ext cx="4208615" cy="366254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r>
                  <a:rPr lang="zh-CN" altLang="en-US" sz="1780" dirty="0">
                    <a:solidFill>
                      <a:schemeClr val="bg1"/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医为愿景</a:t>
                </a: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03DABCE2-2FFB-3A6D-9CAC-CFB304F57E3D}"/>
                  </a:ext>
                </a:extLst>
              </p:cNvPr>
              <p:cNvSpPr txBox="1"/>
              <p:nvPr/>
            </p:nvSpPr>
            <p:spPr>
              <a:xfrm>
                <a:off x="8351970" y="2313832"/>
                <a:ext cx="3247234" cy="261610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r>
                  <a:rPr lang="en-US" altLang="zh-CN" sz="1100" dirty="0" err="1">
                    <a:solidFill>
                      <a:schemeClr val="bg1"/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iMEDWAY</a:t>
                </a:r>
                <a:r>
                  <a:rPr lang="en-US" altLang="zh-CN" sz="1100" dirty="0">
                    <a:solidFill>
                      <a:schemeClr val="bg1"/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  VISION</a:t>
                </a:r>
                <a:endParaRPr lang="zh-CN" altLang="en-US" sz="1100" dirty="0"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endParaRPr>
              </a:p>
            </p:txBody>
          </p:sp>
        </p:grpSp>
        <p:pic>
          <p:nvPicPr>
            <p:cNvPr id="133" name="图形 132">
              <a:extLst>
                <a:ext uri="{FF2B5EF4-FFF2-40B4-BE49-F238E27FC236}">
                  <a16:creationId xmlns:a16="http://schemas.microsoft.com/office/drawing/2014/main" id="{F3771700-9EF3-0783-6B2A-D32D2B774C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512978" y="2950862"/>
              <a:ext cx="4086225" cy="219075"/>
            </a:xfrm>
            <a:prstGeom prst="rect">
              <a:avLst/>
            </a:prstGeom>
          </p:spPr>
        </p:pic>
      </p:grpSp>
      <p:grpSp>
        <p:nvGrpSpPr>
          <p:cNvPr id="136" name="组合 135">
            <a:extLst>
              <a:ext uri="{FF2B5EF4-FFF2-40B4-BE49-F238E27FC236}">
                <a16:creationId xmlns:a16="http://schemas.microsoft.com/office/drawing/2014/main" id="{6A84A55F-E9D4-4BE9-D8B7-AB5BDBCB221D}"/>
              </a:ext>
            </a:extLst>
          </p:cNvPr>
          <p:cNvGrpSpPr/>
          <p:nvPr userDrawn="1"/>
        </p:nvGrpSpPr>
        <p:grpSpPr>
          <a:xfrm>
            <a:off x="7390588" y="4620913"/>
            <a:ext cx="4168911" cy="1318491"/>
            <a:chOff x="7390588" y="4620913"/>
            <a:chExt cx="4168911" cy="1318491"/>
          </a:xfrm>
        </p:grpSpPr>
        <p:grpSp>
          <p:nvGrpSpPr>
            <p:cNvPr id="137" name="组合 136">
              <a:extLst>
                <a:ext uri="{FF2B5EF4-FFF2-40B4-BE49-F238E27FC236}">
                  <a16:creationId xmlns:a16="http://schemas.microsoft.com/office/drawing/2014/main" id="{72E10B63-D902-7065-5BAA-C967215A9FF9}"/>
                </a:ext>
              </a:extLst>
            </p:cNvPr>
            <p:cNvGrpSpPr/>
            <p:nvPr userDrawn="1"/>
          </p:nvGrpSpPr>
          <p:grpSpPr>
            <a:xfrm>
              <a:off x="7390588" y="4620913"/>
              <a:ext cx="4168911" cy="816069"/>
              <a:chOff x="7390588" y="4620913"/>
              <a:chExt cx="4168911" cy="816069"/>
            </a:xfrm>
          </p:grpSpPr>
          <p:pic>
            <p:nvPicPr>
              <p:cNvPr id="141" name="图形 140">
                <a:extLst>
                  <a:ext uri="{FF2B5EF4-FFF2-40B4-BE49-F238E27FC236}">
                    <a16:creationId xmlns:a16="http://schemas.microsoft.com/office/drawing/2014/main" id="{15B4DA0E-641A-68F3-29F7-FFA7521818E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7501979" y="4620913"/>
                <a:ext cx="1404000" cy="209294"/>
              </a:xfrm>
              <a:prstGeom prst="rect">
                <a:avLst/>
              </a:prstGeom>
            </p:spPr>
          </p:pic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76F78D55-055D-F5DD-C13A-F327C3B2562B}"/>
                  </a:ext>
                </a:extLst>
              </p:cNvPr>
              <p:cNvSpPr txBox="1"/>
              <p:nvPr/>
            </p:nvSpPr>
            <p:spPr>
              <a:xfrm>
                <a:off x="7390588" y="4943919"/>
                <a:ext cx="4168911" cy="310854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r>
                  <a:rPr lang="zh-CN" altLang="en-US" sz="1410" dirty="0">
                    <a:solidFill>
                      <a:srgbClr val="FFFFFF"/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</a:rPr>
                  <a:t>东华医为科技有限公司</a:t>
                </a:r>
              </a:p>
            </p:txBody>
          </p:sp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C6967521-8F1F-E464-65E1-60936B699210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7402663" y="5190761"/>
                <a:ext cx="4156835" cy="246221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pPr algn="l"/>
                <a:r>
                  <a:rPr lang="en-US" altLang="zh-CN" sz="1000" spc="0" dirty="0" err="1">
                    <a:solidFill>
                      <a:srgbClr val="FFFFFF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iMEDWAY</a:t>
                </a:r>
                <a:r>
                  <a:rPr lang="en-US" altLang="zh-CN" sz="1000" spc="0" dirty="0">
                    <a:solidFill>
                      <a:srgbClr val="FFFFFF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  Technology   Co.,  Ltd.</a:t>
                </a:r>
                <a:endParaRPr lang="zh-CN" altLang="en-US" sz="1000" spc="0" dirty="0">
                  <a:solidFill>
                    <a:srgbClr val="FFFFFF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</p:grp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F6E798AD-88C8-B201-4382-ED65F41CDAAD}"/>
                </a:ext>
              </a:extLst>
            </p:cNvPr>
            <p:cNvSpPr txBox="1"/>
            <p:nvPr userDrawn="1"/>
          </p:nvSpPr>
          <p:spPr>
            <a:xfrm>
              <a:off x="7402664" y="5441430"/>
              <a:ext cx="4156834" cy="225446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zh-CN" altLang="en-US" sz="865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北京市海淀区中关村紫金数码园</a:t>
              </a:r>
              <a:r>
                <a:rPr lang="en-US" altLang="zh-CN" sz="865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3</a:t>
              </a:r>
              <a:r>
                <a:rPr lang="zh-CN" altLang="en-US" sz="865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号楼东华合创大厦</a:t>
              </a:r>
              <a:r>
                <a:rPr lang="en-US" altLang="zh-CN" sz="865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14</a:t>
              </a:r>
              <a:r>
                <a:rPr lang="zh-CN" altLang="en-US" sz="865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层</a:t>
              </a:r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6BA4F988-12E3-5F8A-D1C5-BD2EB24C1EF9}"/>
                </a:ext>
              </a:extLst>
            </p:cNvPr>
            <p:cNvSpPr txBox="1"/>
            <p:nvPr userDrawn="1"/>
          </p:nvSpPr>
          <p:spPr>
            <a:xfrm>
              <a:off x="7402664" y="5596231"/>
              <a:ext cx="4156833" cy="203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720" dirty="0">
                  <a:solidFill>
                    <a:srgbClr val="FFFFFF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14/F, DHC Mansion No.3, Violet Golden Digital Park, </a:t>
              </a:r>
              <a:r>
                <a:rPr lang="en-US" altLang="zh-CN" sz="720" dirty="0" err="1">
                  <a:solidFill>
                    <a:srgbClr val="FFFFFF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Zhongguancun</a:t>
              </a:r>
              <a:r>
                <a:rPr lang="en-US" altLang="zh-CN" sz="720" dirty="0">
                  <a:solidFill>
                    <a:srgbClr val="FFFFFF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, Beijing</a:t>
              </a:r>
              <a:endParaRPr lang="zh-CN" altLang="en-US" sz="720" dirty="0">
                <a:solidFill>
                  <a:srgbClr val="FFFFFF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0AF0C2E0-A61E-422B-3F08-8576DF982CCF}"/>
                </a:ext>
              </a:extLst>
            </p:cNvPr>
            <p:cNvSpPr txBox="1"/>
            <p:nvPr userDrawn="1"/>
          </p:nvSpPr>
          <p:spPr>
            <a:xfrm>
              <a:off x="7402664" y="5736271"/>
              <a:ext cx="4156833" cy="20313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en-US" altLang="zh-CN" sz="72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www.iMedway.com</a:t>
              </a:r>
              <a:endParaRPr lang="zh-CN" altLang="en-US" sz="72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pic>
        <p:nvPicPr>
          <p:cNvPr id="144" name="图形 143">
            <a:extLst>
              <a:ext uri="{FF2B5EF4-FFF2-40B4-BE49-F238E27FC236}">
                <a16:creationId xmlns:a16="http://schemas.microsoft.com/office/drawing/2014/main" id="{7E540210-54A7-F8E2-1916-DA12BE591C4D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17012" y="2303596"/>
            <a:ext cx="3672000" cy="208535"/>
          </a:xfrm>
          <a:prstGeom prst="rect">
            <a:avLst/>
          </a:prstGeom>
        </p:spPr>
      </p:pic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89B13EA4-2659-B553-2477-C7D37C8F96D2}"/>
              </a:ext>
            </a:extLst>
          </p:cNvPr>
          <p:cNvGrpSpPr/>
          <p:nvPr userDrawn="1"/>
        </p:nvGrpSpPr>
        <p:grpSpPr>
          <a:xfrm flipH="1">
            <a:off x="1013748" y="2005808"/>
            <a:ext cx="1593193" cy="177204"/>
            <a:chOff x="56804" y="6625098"/>
            <a:chExt cx="1593193" cy="177204"/>
          </a:xfrm>
        </p:grpSpPr>
        <p:sp>
          <p:nvSpPr>
            <p:cNvPr id="146" name="矩形: 圆角 145">
              <a:extLst>
                <a:ext uri="{FF2B5EF4-FFF2-40B4-BE49-F238E27FC236}">
                  <a16:creationId xmlns:a16="http://schemas.microsoft.com/office/drawing/2014/main" id="{A8F4CC65-65B1-CDF6-FD34-B3768B346BD5}"/>
                </a:ext>
              </a:extLst>
            </p:cNvPr>
            <p:cNvSpPr/>
            <p:nvPr/>
          </p:nvSpPr>
          <p:spPr>
            <a:xfrm rot="5400000">
              <a:off x="1472793" y="6625098"/>
              <a:ext cx="177203" cy="177204"/>
            </a:xfrm>
            <a:prstGeom prst="roundRect">
              <a:avLst/>
            </a:prstGeom>
            <a:solidFill>
              <a:srgbClr val="00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7" name="矩形: 圆角 146">
              <a:extLst>
                <a:ext uri="{FF2B5EF4-FFF2-40B4-BE49-F238E27FC236}">
                  <a16:creationId xmlns:a16="http://schemas.microsoft.com/office/drawing/2014/main" id="{BC3C970B-3D71-0BB6-3ABC-70A8B395DB29}"/>
                </a:ext>
              </a:extLst>
            </p:cNvPr>
            <p:cNvSpPr/>
            <p:nvPr/>
          </p:nvSpPr>
          <p:spPr>
            <a:xfrm rot="5400000">
              <a:off x="1293955" y="6625098"/>
              <a:ext cx="177204" cy="177204"/>
            </a:xfrm>
            <a:prstGeom prst="roundRect">
              <a:avLst/>
            </a:prstGeom>
            <a:solidFill>
              <a:srgbClr val="00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29F1FC0D-7D96-30F7-7669-D4718B604D46}"/>
                </a:ext>
              </a:extLst>
            </p:cNvPr>
            <p:cNvSpPr/>
            <p:nvPr/>
          </p:nvSpPr>
          <p:spPr>
            <a:xfrm rot="5400000">
              <a:off x="1114846" y="6625098"/>
              <a:ext cx="177204" cy="177204"/>
            </a:xfrm>
            <a:prstGeom prst="roundRect">
              <a:avLst/>
            </a:prstGeom>
            <a:solidFill>
              <a:srgbClr val="00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矩形: 圆角 148">
              <a:extLst>
                <a:ext uri="{FF2B5EF4-FFF2-40B4-BE49-F238E27FC236}">
                  <a16:creationId xmlns:a16="http://schemas.microsoft.com/office/drawing/2014/main" id="{565FD66D-9D2A-55E4-7466-F8FCCBC69238}"/>
                </a:ext>
              </a:extLst>
            </p:cNvPr>
            <p:cNvSpPr/>
            <p:nvPr/>
          </p:nvSpPr>
          <p:spPr>
            <a:xfrm rot="5400000">
              <a:off x="758739" y="6625098"/>
              <a:ext cx="177204" cy="177204"/>
            </a:xfrm>
            <a:prstGeom prst="roundRect">
              <a:avLst/>
            </a:prstGeom>
            <a:solidFill>
              <a:srgbClr val="13AE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矩形: 圆角 149">
              <a:extLst>
                <a:ext uri="{FF2B5EF4-FFF2-40B4-BE49-F238E27FC236}">
                  <a16:creationId xmlns:a16="http://schemas.microsoft.com/office/drawing/2014/main" id="{540DB302-11AB-2AAA-3267-076B3A16D175}"/>
                </a:ext>
              </a:extLst>
            </p:cNvPr>
            <p:cNvSpPr/>
            <p:nvPr/>
          </p:nvSpPr>
          <p:spPr>
            <a:xfrm rot="5400000">
              <a:off x="407611" y="6625098"/>
              <a:ext cx="177204" cy="177204"/>
            </a:xfrm>
            <a:prstGeom prst="roundRect">
              <a:avLst/>
            </a:prstGeom>
            <a:solidFill>
              <a:srgbClr val="F8B6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矩形: 圆角 150">
              <a:extLst>
                <a:ext uri="{FF2B5EF4-FFF2-40B4-BE49-F238E27FC236}">
                  <a16:creationId xmlns:a16="http://schemas.microsoft.com/office/drawing/2014/main" id="{48051450-F95B-7B3D-3DD6-F0945271E66A}"/>
                </a:ext>
              </a:extLst>
            </p:cNvPr>
            <p:cNvSpPr/>
            <p:nvPr/>
          </p:nvSpPr>
          <p:spPr>
            <a:xfrm rot="5400000">
              <a:off x="56804" y="6625098"/>
              <a:ext cx="177204" cy="177204"/>
            </a:xfrm>
            <a:prstGeom prst="roundRect">
              <a:avLst/>
            </a:prstGeom>
            <a:solidFill>
              <a:srgbClr val="13AE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07925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1" r:id="rId2"/>
    <p:sldLayoutId id="2147483650" r:id="rId3"/>
    <p:sldLayoutId id="2147483653" r:id="rId4"/>
    <p:sldLayoutId id="214748365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144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1754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7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50" Type="http://schemas.openxmlformats.org/officeDocument/2006/relationships/tags" Target="../tags/tag50.xml"/><Relationship Id="rId55" Type="http://schemas.openxmlformats.org/officeDocument/2006/relationships/image" Target="../media/image40.png"/><Relationship Id="rId63" Type="http://schemas.openxmlformats.org/officeDocument/2006/relationships/image" Target="../media/image44.png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image" Target="../media/image39.png"/><Relationship Id="rId58" Type="http://schemas.microsoft.com/office/2007/relationships/hdphoto" Target="../media/hdphoto3.wdp"/><Relationship Id="rId66" Type="http://schemas.microsoft.com/office/2007/relationships/hdphoto" Target="../media/hdphoto6.wdp"/><Relationship Id="rId5" Type="http://schemas.openxmlformats.org/officeDocument/2006/relationships/tags" Target="../tags/tag5.xml"/><Relationship Id="rId61" Type="http://schemas.openxmlformats.org/officeDocument/2006/relationships/image" Target="../media/image43.png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microsoft.com/office/2007/relationships/hdphoto" Target="../media/hdphoto2.wdp"/><Relationship Id="rId64" Type="http://schemas.openxmlformats.org/officeDocument/2006/relationships/image" Target="../media/image45.svg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image" Target="../media/image42.png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microsoft.com/office/2007/relationships/hdphoto" Target="../media/hdphoto1.wdp"/><Relationship Id="rId62" Type="http://schemas.microsoft.com/office/2007/relationships/hdphoto" Target="../media/hdphoto5.wdp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image" Target="../media/image41.png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slideLayout" Target="../slideLayouts/slideLayout4.xml"/><Relationship Id="rId60" Type="http://schemas.microsoft.com/office/2007/relationships/hdphoto" Target="../media/hdphoto4.wdp"/><Relationship Id="rId65" Type="http://schemas.openxmlformats.org/officeDocument/2006/relationships/image" Target="../media/image46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tags" Target="../tags/tag77.xml"/><Relationship Id="rId21" Type="http://schemas.openxmlformats.org/officeDocument/2006/relationships/tags" Target="../tags/tag72.xml"/><Relationship Id="rId34" Type="http://schemas.openxmlformats.org/officeDocument/2006/relationships/tags" Target="../tags/tag85.xml"/><Relationship Id="rId42" Type="http://schemas.openxmlformats.org/officeDocument/2006/relationships/tags" Target="../tags/tag93.xml"/><Relationship Id="rId47" Type="http://schemas.openxmlformats.org/officeDocument/2006/relationships/tags" Target="../tags/tag98.xml"/><Relationship Id="rId50" Type="http://schemas.openxmlformats.org/officeDocument/2006/relationships/tags" Target="../tags/tag101.xml"/><Relationship Id="rId55" Type="http://schemas.microsoft.com/office/2007/relationships/hdphoto" Target="../media/hdphoto1.wdp"/><Relationship Id="rId63" Type="http://schemas.microsoft.com/office/2007/relationships/hdphoto" Target="../media/hdphoto5.wdp"/><Relationship Id="rId7" Type="http://schemas.openxmlformats.org/officeDocument/2006/relationships/tags" Target="../tags/tag58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29" Type="http://schemas.openxmlformats.org/officeDocument/2006/relationships/tags" Target="../tags/tag80.xml"/><Relationship Id="rId11" Type="http://schemas.openxmlformats.org/officeDocument/2006/relationships/tags" Target="../tags/tag62.xml"/><Relationship Id="rId24" Type="http://schemas.openxmlformats.org/officeDocument/2006/relationships/tags" Target="../tags/tag75.xml"/><Relationship Id="rId32" Type="http://schemas.openxmlformats.org/officeDocument/2006/relationships/tags" Target="../tags/tag83.xml"/><Relationship Id="rId37" Type="http://schemas.openxmlformats.org/officeDocument/2006/relationships/tags" Target="../tags/tag88.xml"/><Relationship Id="rId40" Type="http://schemas.openxmlformats.org/officeDocument/2006/relationships/tags" Target="../tags/tag91.xml"/><Relationship Id="rId45" Type="http://schemas.openxmlformats.org/officeDocument/2006/relationships/tags" Target="../tags/tag96.xml"/><Relationship Id="rId53" Type="http://schemas.openxmlformats.org/officeDocument/2006/relationships/notesSlide" Target="../notesSlides/notesSlide3.xml"/><Relationship Id="rId58" Type="http://schemas.openxmlformats.org/officeDocument/2006/relationships/image" Target="../media/image41.png"/><Relationship Id="rId66" Type="http://schemas.openxmlformats.org/officeDocument/2006/relationships/image" Target="../media/image46.png"/><Relationship Id="rId5" Type="http://schemas.openxmlformats.org/officeDocument/2006/relationships/tags" Target="../tags/tag56.xml"/><Relationship Id="rId61" Type="http://schemas.microsoft.com/office/2007/relationships/hdphoto" Target="../media/hdphoto4.wdp"/><Relationship Id="rId19" Type="http://schemas.openxmlformats.org/officeDocument/2006/relationships/tags" Target="../tags/tag70.xml"/><Relationship Id="rId14" Type="http://schemas.openxmlformats.org/officeDocument/2006/relationships/tags" Target="../tags/tag65.xml"/><Relationship Id="rId22" Type="http://schemas.openxmlformats.org/officeDocument/2006/relationships/tags" Target="../tags/tag73.xml"/><Relationship Id="rId27" Type="http://schemas.openxmlformats.org/officeDocument/2006/relationships/tags" Target="../tags/tag78.xml"/><Relationship Id="rId30" Type="http://schemas.openxmlformats.org/officeDocument/2006/relationships/tags" Target="../tags/tag81.xml"/><Relationship Id="rId35" Type="http://schemas.openxmlformats.org/officeDocument/2006/relationships/tags" Target="../tags/tag86.xml"/><Relationship Id="rId43" Type="http://schemas.openxmlformats.org/officeDocument/2006/relationships/tags" Target="../tags/tag94.xml"/><Relationship Id="rId48" Type="http://schemas.openxmlformats.org/officeDocument/2006/relationships/tags" Target="../tags/tag99.xml"/><Relationship Id="rId56" Type="http://schemas.openxmlformats.org/officeDocument/2006/relationships/image" Target="../media/image40.png"/><Relationship Id="rId64" Type="http://schemas.openxmlformats.org/officeDocument/2006/relationships/image" Target="../media/image47.png"/><Relationship Id="rId8" Type="http://schemas.openxmlformats.org/officeDocument/2006/relationships/tags" Target="../tags/tag59.xml"/><Relationship Id="rId51" Type="http://schemas.openxmlformats.org/officeDocument/2006/relationships/tags" Target="../tags/tag102.xml"/><Relationship Id="rId3" Type="http://schemas.openxmlformats.org/officeDocument/2006/relationships/tags" Target="../tags/tag54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5" Type="http://schemas.openxmlformats.org/officeDocument/2006/relationships/tags" Target="../tags/tag76.xml"/><Relationship Id="rId33" Type="http://schemas.openxmlformats.org/officeDocument/2006/relationships/tags" Target="../tags/tag84.xml"/><Relationship Id="rId38" Type="http://schemas.openxmlformats.org/officeDocument/2006/relationships/tags" Target="../tags/tag89.xml"/><Relationship Id="rId46" Type="http://schemas.openxmlformats.org/officeDocument/2006/relationships/tags" Target="../tags/tag97.xml"/><Relationship Id="rId59" Type="http://schemas.microsoft.com/office/2007/relationships/hdphoto" Target="../media/hdphoto3.wdp"/><Relationship Id="rId67" Type="http://schemas.microsoft.com/office/2007/relationships/hdphoto" Target="../media/hdphoto6.wdp"/><Relationship Id="rId20" Type="http://schemas.openxmlformats.org/officeDocument/2006/relationships/tags" Target="../tags/tag71.xml"/><Relationship Id="rId41" Type="http://schemas.openxmlformats.org/officeDocument/2006/relationships/tags" Target="../tags/tag92.xml"/><Relationship Id="rId54" Type="http://schemas.openxmlformats.org/officeDocument/2006/relationships/image" Target="../media/image39.png"/><Relationship Id="rId62" Type="http://schemas.openxmlformats.org/officeDocument/2006/relationships/image" Target="../media/image43.png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5" Type="http://schemas.openxmlformats.org/officeDocument/2006/relationships/tags" Target="../tags/tag66.xml"/><Relationship Id="rId23" Type="http://schemas.openxmlformats.org/officeDocument/2006/relationships/tags" Target="../tags/tag74.xml"/><Relationship Id="rId28" Type="http://schemas.openxmlformats.org/officeDocument/2006/relationships/tags" Target="../tags/tag79.xml"/><Relationship Id="rId36" Type="http://schemas.openxmlformats.org/officeDocument/2006/relationships/tags" Target="../tags/tag87.xml"/><Relationship Id="rId49" Type="http://schemas.openxmlformats.org/officeDocument/2006/relationships/tags" Target="../tags/tag100.xml"/><Relationship Id="rId57" Type="http://schemas.microsoft.com/office/2007/relationships/hdphoto" Target="../media/hdphoto2.wdp"/><Relationship Id="rId10" Type="http://schemas.openxmlformats.org/officeDocument/2006/relationships/tags" Target="../tags/tag61.xml"/><Relationship Id="rId31" Type="http://schemas.openxmlformats.org/officeDocument/2006/relationships/tags" Target="../tags/tag82.xml"/><Relationship Id="rId44" Type="http://schemas.openxmlformats.org/officeDocument/2006/relationships/tags" Target="../tags/tag95.xml"/><Relationship Id="rId52" Type="http://schemas.openxmlformats.org/officeDocument/2006/relationships/slideLayout" Target="../slideLayouts/slideLayout4.xml"/><Relationship Id="rId60" Type="http://schemas.openxmlformats.org/officeDocument/2006/relationships/image" Target="../media/image42.png"/><Relationship Id="rId65" Type="http://schemas.openxmlformats.org/officeDocument/2006/relationships/image" Target="../media/image48.svg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3" Type="http://schemas.openxmlformats.org/officeDocument/2006/relationships/tags" Target="../tags/tag64.xml"/><Relationship Id="rId18" Type="http://schemas.openxmlformats.org/officeDocument/2006/relationships/tags" Target="../tags/tag69.xml"/><Relationship Id="rId39" Type="http://schemas.openxmlformats.org/officeDocument/2006/relationships/tags" Target="../tags/tag9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Relationship Id="rId6" Type="http://schemas.microsoft.com/office/2007/relationships/hdphoto" Target="../media/hdphoto10.wdp"/><Relationship Id="rId5" Type="http://schemas.microsoft.com/office/2007/relationships/hdphoto" Target="../media/hdphoto9.wdp"/><Relationship Id="rId4" Type="http://schemas.microsoft.com/office/2007/relationships/hdphoto" Target="../media/hdphoto8.wdp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Relationship Id="rId6" Type="http://schemas.microsoft.com/office/2007/relationships/hdphoto" Target="../media/hdphoto10.wdp"/><Relationship Id="rId5" Type="http://schemas.microsoft.com/office/2007/relationships/hdphoto" Target="../media/hdphoto9.wdp"/><Relationship Id="rId4" Type="http://schemas.microsoft.com/office/2007/relationships/hdphoto" Target="../media/hdphoto8.wdp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13" Type="http://schemas.openxmlformats.org/officeDocument/2006/relationships/tags" Target="../tags/tag115.xml"/><Relationship Id="rId18" Type="http://schemas.openxmlformats.org/officeDocument/2006/relationships/tags" Target="../tags/tag120.xml"/><Relationship Id="rId3" Type="http://schemas.openxmlformats.org/officeDocument/2006/relationships/tags" Target="../tags/tag105.xml"/><Relationship Id="rId21" Type="http://schemas.openxmlformats.org/officeDocument/2006/relationships/tags" Target="../tags/tag123.xml"/><Relationship Id="rId7" Type="http://schemas.openxmlformats.org/officeDocument/2006/relationships/tags" Target="../tags/tag109.xml"/><Relationship Id="rId12" Type="http://schemas.openxmlformats.org/officeDocument/2006/relationships/tags" Target="../tags/tag114.xml"/><Relationship Id="rId17" Type="http://schemas.openxmlformats.org/officeDocument/2006/relationships/tags" Target="../tags/tag119.xml"/><Relationship Id="rId25" Type="http://schemas.openxmlformats.org/officeDocument/2006/relationships/notesSlide" Target="../notesSlides/notesSlide5.xml"/><Relationship Id="rId2" Type="http://schemas.openxmlformats.org/officeDocument/2006/relationships/tags" Target="../tags/tag104.xml"/><Relationship Id="rId16" Type="http://schemas.openxmlformats.org/officeDocument/2006/relationships/tags" Target="../tags/tag118.xml"/><Relationship Id="rId20" Type="http://schemas.openxmlformats.org/officeDocument/2006/relationships/tags" Target="../tags/tag122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tags" Target="../tags/tag113.xml"/><Relationship Id="rId24" Type="http://schemas.openxmlformats.org/officeDocument/2006/relationships/slideLayout" Target="../slideLayouts/slideLayout4.xml"/><Relationship Id="rId5" Type="http://schemas.openxmlformats.org/officeDocument/2006/relationships/tags" Target="../tags/tag107.xml"/><Relationship Id="rId15" Type="http://schemas.openxmlformats.org/officeDocument/2006/relationships/tags" Target="../tags/tag117.xml"/><Relationship Id="rId23" Type="http://schemas.openxmlformats.org/officeDocument/2006/relationships/tags" Target="../tags/tag125.xml"/><Relationship Id="rId10" Type="http://schemas.openxmlformats.org/officeDocument/2006/relationships/tags" Target="../tags/tag112.xml"/><Relationship Id="rId19" Type="http://schemas.openxmlformats.org/officeDocument/2006/relationships/tags" Target="../tags/tag121.xml"/><Relationship Id="rId4" Type="http://schemas.openxmlformats.org/officeDocument/2006/relationships/tags" Target="../tags/tag106.xml"/><Relationship Id="rId9" Type="http://schemas.openxmlformats.org/officeDocument/2006/relationships/tags" Target="../tags/tag111.xml"/><Relationship Id="rId14" Type="http://schemas.openxmlformats.org/officeDocument/2006/relationships/tags" Target="../tags/tag116.xml"/><Relationship Id="rId22" Type="http://schemas.openxmlformats.org/officeDocument/2006/relationships/tags" Target="../tags/tag1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133.xml"/><Relationship Id="rId13" Type="http://schemas.openxmlformats.org/officeDocument/2006/relationships/notesSlide" Target="../notesSlides/notesSlide9.xml"/><Relationship Id="rId3" Type="http://schemas.openxmlformats.org/officeDocument/2006/relationships/tags" Target="../tags/tag128.xml"/><Relationship Id="rId7" Type="http://schemas.openxmlformats.org/officeDocument/2006/relationships/tags" Target="../tags/tag132.xml"/><Relationship Id="rId12" Type="http://schemas.openxmlformats.org/officeDocument/2006/relationships/slideLayout" Target="../slideLayouts/slideLayout4.xml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6" Type="http://schemas.openxmlformats.org/officeDocument/2006/relationships/tags" Target="../tags/tag131.xml"/><Relationship Id="rId11" Type="http://schemas.openxmlformats.org/officeDocument/2006/relationships/tags" Target="../tags/tag136.xml"/><Relationship Id="rId5" Type="http://schemas.openxmlformats.org/officeDocument/2006/relationships/tags" Target="../tags/tag130.xml"/><Relationship Id="rId10" Type="http://schemas.openxmlformats.org/officeDocument/2006/relationships/tags" Target="../tags/tag135.xml"/><Relationship Id="rId4" Type="http://schemas.openxmlformats.org/officeDocument/2006/relationships/tags" Target="../tags/tag129.xml"/><Relationship Id="rId9" Type="http://schemas.openxmlformats.org/officeDocument/2006/relationships/tags" Target="../tags/tag134.xml"/><Relationship Id="rId14" Type="http://schemas.openxmlformats.org/officeDocument/2006/relationships/image" Target="../media/image50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478" y="941232"/>
            <a:ext cx="2859868" cy="41941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921385" y="2199640"/>
            <a:ext cx="6580505" cy="815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600" dirty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东华医为</a:t>
            </a:r>
            <a:r>
              <a:rPr lang="en-US" altLang="zh-CN" sz="4600" dirty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PPT</a:t>
            </a:r>
            <a:r>
              <a:rPr lang="zh-CN" altLang="en-US" sz="4600" dirty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模板</a:t>
            </a:r>
            <a:endParaRPr lang="en-US" altLang="zh-CN" sz="4600" dirty="0">
              <a:solidFill>
                <a:schemeClr val="tx2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63930" y="3053198"/>
            <a:ext cx="364715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00" spc="100" dirty="0">
                <a:solidFill>
                  <a:schemeClr val="tx2"/>
                </a:solidFill>
                <a:latin typeface="思源黑体 CN Regular" pitchFamily="34" charset="-122"/>
                <a:ea typeface="思源黑体 CN Regular" pitchFamily="34" charset="-122"/>
              </a:rPr>
              <a:t>点此处添加</a:t>
            </a:r>
            <a:r>
              <a:rPr lang="zh-CN" altLang="en-US" sz="2600" kern="1400" spc="100" dirty="0">
                <a:solidFill>
                  <a:schemeClr val="tx2"/>
                </a:solidFill>
                <a:latin typeface="思源黑体 CN Regular" pitchFamily="34" charset="-122"/>
                <a:ea typeface="思源黑体 CN Regular" pitchFamily="34" charset="-122"/>
              </a:rPr>
              <a:t>副标题</a:t>
            </a:r>
            <a:r>
              <a:rPr lang="zh-CN" altLang="en-US" sz="2600" spc="100" dirty="0">
                <a:solidFill>
                  <a:schemeClr val="tx2"/>
                </a:solidFill>
                <a:latin typeface="思源黑体 CN Regular" pitchFamily="34" charset="-122"/>
                <a:ea typeface="思源黑体 CN Regular" pitchFamily="34" charset="-122"/>
              </a:rPr>
              <a:t>内容</a:t>
            </a:r>
          </a:p>
        </p:txBody>
      </p:sp>
      <p:sp>
        <p:nvSpPr>
          <p:cNvPr id="8" name="矩形 7"/>
          <p:cNvSpPr/>
          <p:nvPr/>
        </p:nvSpPr>
        <p:spPr>
          <a:xfrm>
            <a:off x="966258" y="5132782"/>
            <a:ext cx="1973617" cy="7918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2"/>
                </a:solidFill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提报人：某某某</a:t>
            </a:r>
            <a:r>
              <a:rPr lang="en-US" altLang="zh-CN" sz="1600" dirty="0">
                <a:solidFill>
                  <a:schemeClr val="tx2"/>
                </a:solidFill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2"/>
                </a:solidFill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提报时间：202</a:t>
            </a:r>
            <a:r>
              <a:rPr lang="en-US" altLang="zh-CN" sz="1600" dirty="0">
                <a:solidFill>
                  <a:schemeClr val="tx2"/>
                </a:solidFill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6</a:t>
            </a:r>
            <a:r>
              <a:rPr lang="zh-CN" altLang="en-US" sz="1600" dirty="0">
                <a:solidFill>
                  <a:schemeClr val="tx2"/>
                </a:solidFill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/</a:t>
            </a:r>
            <a:r>
              <a:rPr lang="en-US" altLang="zh-CN" sz="1600" dirty="0">
                <a:solidFill>
                  <a:schemeClr val="tx2"/>
                </a:solidFill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02</a:t>
            </a:r>
            <a:endParaRPr lang="zh-CN" altLang="en-US" sz="1600" dirty="0">
              <a:solidFill>
                <a:schemeClr val="tx2"/>
              </a:solidFill>
              <a:latin typeface="思源黑体 CN Regular" pitchFamily="34" charset="-122"/>
              <a:ea typeface="思源黑体 CN Regular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727200" y="1815465"/>
            <a:ext cx="213868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6800" b="1" kern="2500" spc="160" dirty="0">
                <a:solidFill>
                  <a:schemeClr val="tx2"/>
                </a:solidFill>
                <a:uFillTx/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目</a:t>
            </a:r>
          </a:p>
          <a:p>
            <a:pPr algn="r"/>
            <a:r>
              <a:rPr lang="zh-CN" altLang="en-US" sz="6800" b="1" kern="2500" spc="160" dirty="0">
                <a:solidFill>
                  <a:schemeClr val="tx2"/>
                </a:solidFill>
                <a:uFillTx/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录</a:t>
            </a:r>
            <a:endParaRPr lang="en-US" altLang="zh-CN" sz="6800" b="1" kern="2500" spc="160" dirty="0">
              <a:solidFill>
                <a:schemeClr val="tx2"/>
              </a:solidFill>
              <a:uFillTx/>
              <a:latin typeface="思源黑体 CN Regular" pitchFamily="34" charset="-122"/>
              <a:ea typeface="思源黑体 CN Regular" pitchFamily="3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610100" y="1492885"/>
            <a:ext cx="5546725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00" b="1" kern="2500" spc="160" dirty="0">
                <a:solidFill>
                  <a:schemeClr val="tx2"/>
                </a:solidFill>
                <a:uFillTx/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0</a:t>
            </a:r>
            <a:r>
              <a:rPr lang="zh-CN" altLang="en-US" sz="3700" b="1" kern="2500" spc="160" dirty="0">
                <a:solidFill>
                  <a:schemeClr val="tx2"/>
                </a:solidFill>
                <a:uFillTx/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1</a:t>
            </a:r>
            <a:r>
              <a:rPr lang="en-US" altLang="zh-CN" sz="3700" b="1" kern="2500" spc="160" dirty="0">
                <a:solidFill>
                  <a:schemeClr val="tx2"/>
                </a:solidFill>
                <a:uFillTx/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/</a:t>
            </a:r>
            <a:r>
              <a:rPr lang="en-US" altLang="zh-CN" sz="3600" b="1" kern="2500" spc="160" dirty="0">
                <a:solidFill>
                  <a:schemeClr val="tx2"/>
                </a:solidFill>
                <a:uFillTx/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 </a:t>
            </a:r>
            <a:r>
              <a:rPr lang="zh-CN" altLang="en-US" sz="2800" b="1" kern="2500" spc="160" dirty="0">
                <a:solidFill>
                  <a:schemeClr val="tx2"/>
                </a:solidFill>
                <a:uFillTx/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基础样式模板</a:t>
            </a:r>
            <a:endParaRPr lang="zh-CN" altLang="en-US" sz="2600" b="1" kern="2500" spc="160" dirty="0">
              <a:solidFill>
                <a:schemeClr val="tx2"/>
              </a:solidFill>
              <a:uFillTx/>
              <a:latin typeface="思源黑体 CN Regular" pitchFamily="34" charset="-122"/>
              <a:ea typeface="思源黑体 CN Regular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652645" y="2415328"/>
            <a:ext cx="5037455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00" b="1" kern="2500" spc="160" dirty="0">
                <a:solidFill>
                  <a:schemeClr val="tx2"/>
                </a:solidFill>
                <a:uFillTx/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02/</a:t>
            </a:r>
            <a:r>
              <a:rPr lang="en-US" altLang="zh-CN" sz="2400" b="1" kern="2500" spc="160" dirty="0">
                <a:solidFill>
                  <a:schemeClr val="tx2"/>
                </a:solidFill>
                <a:uFillTx/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 </a:t>
            </a:r>
            <a:r>
              <a:rPr lang="zh-CN" altLang="en-US" sz="2800" b="1" kern="2500" spc="160" dirty="0">
                <a:solidFill>
                  <a:schemeClr val="tx2"/>
                </a:solidFill>
                <a:uFillTx/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架构图</a:t>
            </a:r>
            <a:r>
              <a:rPr lang="zh-CN" altLang="en-US" sz="2800" b="1" kern="2500" spc="160" dirty="0">
                <a:solidFill>
                  <a:schemeClr val="tx2"/>
                </a:solidFill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模板样式</a:t>
            </a:r>
            <a:endParaRPr lang="zh-CN" altLang="en-US" sz="2600" b="1" kern="2500" spc="160" dirty="0">
              <a:solidFill>
                <a:schemeClr val="tx2"/>
              </a:solidFill>
              <a:uFillTx/>
              <a:latin typeface="思源黑体 CN Regular" pitchFamily="34" charset="-122"/>
              <a:ea typeface="思源黑体 CN Regular" pitchFamily="3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652645" y="3337771"/>
            <a:ext cx="6083935" cy="660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00" b="1" kern="2500" spc="160" dirty="0">
                <a:solidFill>
                  <a:schemeClr val="tx2"/>
                </a:solidFill>
                <a:uFillTx/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03/</a:t>
            </a:r>
            <a:r>
              <a:rPr lang="en-US" altLang="zh-CN" sz="2400" b="1" kern="2500" spc="160" dirty="0">
                <a:solidFill>
                  <a:schemeClr val="tx2"/>
                </a:solidFill>
                <a:uFillTx/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 </a:t>
            </a:r>
            <a:r>
              <a:rPr lang="zh-CN" altLang="en-US" sz="2800" b="1" kern="2500" spc="160" dirty="0">
                <a:solidFill>
                  <a:schemeClr val="tx2"/>
                </a:solidFill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图表模板样式</a:t>
            </a:r>
            <a:endParaRPr lang="zh-CN" altLang="en-US" sz="2600" b="1" kern="2500" spc="160" dirty="0">
              <a:solidFill>
                <a:schemeClr val="tx2"/>
              </a:solidFill>
              <a:uFillTx/>
              <a:latin typeface="思源黑体 CN Regular" pitchFamily="34" charset="-122"/>
              <a:ea typeface="思源黑体 CN Regular" pitchFamily="3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638040" y="4260215"/>
            <a:ext cx="5525770" cy="660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700" b="1" kern="2500" spc="160" dirty="0">
                <a:solidFill>
                  <a:schemeClr val="tx2"/>
                </a:solidFill>
                <a:uFillTx/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04/</a:t>
            </a:r>
            <a:r>
              <a:rPr lang="en-US" altLang="zh-CN" sz="3600" b="1" kern="2500" spc="160" dirty="0">
                <a:solidFill>
                  <a:schemeClr val="tx2"/>
                </a:solidFill>
                <a:uFillTx/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 </a:t>
            </a:r>
            <a:r>
              <a:rPr lang="zh-CN" altLang="en-US" sz="2800" b="1" kern="2500" spc="160" dirty="0">
                <a:solidFill>
                  <a:schemeClr val="tx2"/>
                </a:solidFill>
                <a:uFillTx/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图片模板样式</a:t>
            </a:r>
            <a:endParaRPr lang="zh-CN" altLang="en-US" sz="2600" b="1" kern="2500" spc="160" dirty="0">
              <a:solidFill>
                <a:schemeClr val="tx2"/>
              </a:solidFill>
              <a:uFillTx/>
              <a:latin typeface="思源黑体 CN Regular" pitchFamily="34" charset="-122"/>
              <a:ea typeface="思源黑体 CN Regular" pitchFamily="3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18310" y="4176395"/>
            <a:ext cx="213868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100" b="1" u="sng" kern="2500" spc="160" dirty="0">
                <a:solidFill>
                  <a:schemeClr val="tx2"/>
                </a:solidFill>
                <a:uFillTx/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F699B02-8076-F7DF-161A-1D3FF836A31D}"/>
              </a:ext>
            </a:extLst>
          </p:cNvPr>
          <p:cNvGrpSpPr/>
          <p:nvPr/>
        </p:nvGrpSpPr>
        <p:grpSpPr>
          <a:xfrm>
            <a:off x="3712845" y="2416835"/>
            <a:ext cx="4751704" cy="2024331"/>
            <a:chOff x="3325495" y="1954579"/>
            <a:chExt cx="4751704" cy="2024331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54AC3F4-17C6-5CF0-94BD-4E666AFFFDAB}"/>
                </a:ext>
              </a:extLst>
            </p:cNvPr>
            <p:cNvSpPr txBox="1"/>
            <p:nvPr/>
          </p:nvSpPr>
          <p:spPr>
            <a:xfrm>
              <a:off x="3325495" y="1954579"/>
              <a:ext cx="2037080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0" dirty="0">
                  <a:solidFill>
                    <a:schemeClr val="tx2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01</a:t>
              </a:r>
              <a:endParaRPr lang="zh-CN" altLang="en-US" sz="10000" dirty="0">
                <a:solidFill>
                  <a:schemeClr val="tx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967D33DF-3291-B5C5-0F11-B85FE0121894}"/>
                </a:ext>
              </a:extLst>
            </p:cNvPr>
            <p:cNvSpPr txBox="1"/>
            <p:nvPr/>
          </p:nvSpPr>
          <p:spPr>
            <a:xfrm>
              <a:off x="4761865" y="2347694"/>
              <a:ext cx="2037080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0" dirty="0">
                  <a:solidFill>
                    <a:schemeClr val="tx2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/</a:t>
              </a:r>
              <a:endParaRPr lang="zh-CN" altLang="en-US" sz="10000" dirty="0">
                <a:solidFill>
                  <a:schemeClr val="tx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BA4226C-E707-6C9F-C4F9-F6F9DCF734F3}"/>
                </a:ext>
              </a:extLst>
            </p:cNvPr>
            <p:cNvSpPr txBox="1"/>
            <p:nvPr/>
          </p:nvSpPr>
          <p:spPr>
            <a:xfrm>
              <a:off x="5362574" y="2997143"/>
              <a:ext cx="271462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2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基础样式模板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166">
            <a:extLst>
              <a:ext uri="{FF2B5EF4-FFF2-40B4-BE49-F238E27FC236}">
                <a16:creationId xmlns:a16="http://schemas.microsoft.com/office/drawing/2014/main" id="{C4DD2D5A-B5F6-9B52-AB61-EEAB7BE15154}"/>
              </a:ext>
            </a:extLst>
          </p:cNvPr>
          <p:cNvSpPr/>
          <p:nvPr/>
        </p:nvSpPr>
        <p:spPr>
          <a:xfrm>
            <a:off x="2759735" y="1897034"/>
            <a:ext cx="1487369" cy="13177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31" y="0"/>
                </a:moveTo>
                <a:lnTo>
                  <a:pt x="4125" y="12945"/>
                </a:lnTo>
                <a:lnTo>
                  <a:pt x="0" y="21600"/>
                </a:lnTo>
                <a:lnTo>
                  <a:pt x="21600" y="7769"/>
                </a:lnTo>
                <a:lnTo>
                  <a:pt x="17131" y="0"/>
                </a:lnTo>
                <a:close/>
              </a:path>
            </a:pathLst>
          </a:custGeom>
          <a:solidFill>
            <a:schemeClr val="tx2">
              <a:alpha val="10196"/>
            </a:schemeClr>
          </a:solidFill>
          <a:ln w="12700" cap="flat">
            <a:noFill/>
            <a:miter lim="400000"/>
          </a:ln>
          <a:effectLst/>
        </p:spPr>
        <p:txBody>
          <a:bodyPr wrap="square" lIns="46524" tIns="46524" rIns="46524" bIns="46524" numCol="1" anchor="ctr">
            <a:noAutofit/>
          </a:bodyPr>
          <a:lstStyle/>
          <a:p>
            <a:pPr algn="ctr">
              <a:lnSpc>
                <a:spcPct val="120000"/>
              </a:lnSpc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Shape 5167">
            <a:extLst>
              <a:ext uri="{FF2B5EF4-FFF2-40B4-BE49-F238E27FC236}">
                <a16:creationId xmlns:a16="http://schemas.microsoft.com/office/drawing/2014/main" id="{0D895A42-CDFB-B8D9-C883-A3385D2A60A2}"/>
              </a:ext>
            </a:extLst>
          </p:cNvPr>
          <p:cNvSpPr/>
          <p:nvPr/>
        </p:nvSpPr>
        <p:spPr>
          <a:xfrm>
            <a:off x="2308671" y="2678253"/>
            <a:ext cx="2395107" cy="13718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039" y="0"/>
                </a:moveTo>
                <a:lnTo>
                  <a:pt x="2561" y="13286"/>
                </a:lnTo>
                <a:lnTo>
                  <a:pt x="0" y="21600"/>
                </a:lnTo>
                <a:lnTo>
                  <a:pt x="21600" y="8314"/>
                </a:lnTo>
                <a:cubicBezTo>
                  <a:pt x="21600" y="8314"/>
                  <a:pt x="19039" y="0"/>
                  <a:pt x="19039" y="0"/>
                </a:cubicBezTo>
                <a:close/>
              </a:path>
            </a:pathLst>
          </a:custGeom>
          <a:solidFill>
            <a:schemeClr val="tx2">
              <a:alpha val="10196"/>
            </a:schemeClr>
          </a:solidFill>
          <a:ln w="12700" cap="flat">
            <a:noFill/>
            <a:miter lim="400000"/>
          </a:ln>
          <a:effectLst/>
        </p:spPr>
        <p:txBody>
          <a:bodyPr wrap="square" lIns="46524" tIns="46524" rIns="46524" bIns="46524" numCol="1" anchor="ctr">
            <a:noAutofit/>
          </a:bodyPr>
          <a:lstStyle/>
          <a:p>
            <a:pPr algn="ctr">
              <a:lnSpc>
                <a:spcPct val="120000"/>
              </a:lnSpc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Shape 5168">
            <a:extLst>
              <a:ext uri="{FF2B5EF4-FFF2-40B4-BE49-F238E27FC236}">
                <a16:creationId xmlns:a16="http://schemas.microsoft.com/office/drawing/2014/main" id="{84D19EE7-CC6E-90AA-DDD1-D7C513BFFA78}"/>
              </a:ext>
            </a:extLst>
          </p:cNvPr>
          <p:cNvSpPr/>
          <p:nvPr/>
        </p:nvSpPr>
        <p:spPr>
          <a:xfrm>
            <a:off x="1857611" y="3525331"/>
            <a:ext cx="3302845" cy="13717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43" y="0"/>
                </a:moveTo>
                <a:lnTo>
                  <a:pt x="1857" y="13286"/>
                </a:lnTo>
                <a:lnTo>
                  <a:pt x="0" y="21600"/>
                </a:lnTo>
                <a:lnTo>
                  <a:pt x="21600" y="8314"/>
                </a:lnTo>
                <a:cubicBezTo>
                  <a:pt x="21600" y="8314"/>
                  <a:pt x="19743" y="0"/>
                  <a:pt x="19743" y="0"/>
                </a:cubicBezTo>
                <a:close/>
              </a:path>
            </a:pathLst>
          </a:custGeom>
          <a:solidFill>
            <a:schemeClr val="tx2">
              <a:alpha val="10196"/>
            </a:schemeClr>
          </a:solidFill>
          <a:ln w="12700" cap="flat">
            <a:noFill/>
            <a:miter lim="400000"/>
          </a:ln>
          <a:effectLst/>
        </p:spPr>
        <p:txBody>
          <a:bodyPr wrap="square" lIns="46524" tIns="46524" rIns="46524" bIns="46524" numCol="1" anchor="ctr">
            <a:noAutofit/>
          </a:bodyPr>
          <a:lstStyle/>
          <a:p>
            <a:pPr algn="ctr">
              <a:lnSpc>
                <a:spcPct val="120000"/>
              </a:lnSpc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Shape 5169">
            <a:extLst>
              <a:ext uri="{FF2B5EF4-FFF2-40B4-BE49-F238E27FC236}">
                <a16:creationId xmlns:a16="http://schemas.microsoft.com/office/drawing/2014/main" id="{6B8F4500-280F-E113-A388-0DCF94309DC2}"/>
              </a:ext>
            </a:extLst>
          </p:cNvPr>
          <p:cNvSpPr/>
          <p:nvPr/>
        </p:nvSpPr>
        <p:spPr>
          <a:xfrm>
            <a:off x="1396058" y="4372411"/>
            <a:ext cx="4210573" cy="13717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57" y="13286"/>
                </a:moveTo>
                <a:lnTo>
                  <a:pt x="0" y="21600"/>
                </a:lnTo>
                <a:lnTo>
                  <a:pt x="21600" y="8314"/>
                </a:lnTo>
                <a:lnTo>
                  <a:pt x="20143" y="0"/>
                </a:lnTo>
                <a:cubicBezTo>
                  <a:pt x="20143" y="0"/>
                  <a:pt x="1457" y="13286"/>
                  <a:pt x="1457" y="13286"/>
                </a:cubicBezTo>
                <a:close/>
              </a:path>
            </a:pathLst>
          </a:custGeom>
          <a:solidFill>
            <a:schemeClr val="tx2">
              <a:alpha val="10196"/>
            </a:schemeClr>
          </a:solidFill>
          <a:ln w="12700" cap="flat">
            <a:noFill/>
            <a:miter lim="400000"/>
          </a:ln>
          <a:effectLst/>
        </p:spPr>
        <p:txBody>
          <a:bodyPr wrap="square" lIns="46524" tIns="46524" rIns="46524" bIns="46524" numCol="1" anchor="ctr">
            <a:noAutofit/>
          </a:bodyPr>
          <a:lstStyle/>
          <a:p>
            <a:pPr algn="ctr">
              <a:lnSpc>
                <a:spcPct val="120000"/>
              </a:lnSpc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53D8ADB-FA95-FC1B-A668-8CFD5937CC71}"/>
              </a:ext>
            </a:extLst>
          </p:cNvPr>
          <p:cNvGrpSpPr/>
          <p:nvPr/>
        </p:nvGrpSpPr>
        <p:grpSpPr>
          <a:xfrm>
            <a:off x="3210798" y="1531987"/>
            <a:ext cx="1047559" cy="898082"/>
            <a:chOff x="2313735" y="1108479"/>
            <a:chExt cx="857881" cy="735469"/>
          </a:xfrm>
          <a:solidFill>
            <a:schemeClr val="bg1">
              <a:alpha val="10196"/>
            </a:schemeClr>
          </a:solidFill>
        </p:grpSpPr>
        <p:sp>
          <p:nvSpPr>
            <p:cNvPr id="8" name="Shape 5171">
              <a:extLst>
                <a:ext uri="{FF2B5EF4-FFF2-40B4-BE49-F238E27FC236}">
                  <a16:creationId xmlns:a16="http://schemas.microsoft.com/office/drawing/2014/main" id="{F3F4DBE5-28AD-78BE-2712-0EA93701BEF7}"/>
                </a:ext>
              </a:extLst>
            </p:cNvPr>
            <p:cNvSpPr/>
            <p:nvPr/>
          </p:nvSpPr>
          <p:spPr>
            <a:xfrm>
              <a:off x="2313735" y="1108479"/>
              <a:ext cx="849654" cy="687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algn="ctr">
                <a:lnSpc>
                  <a:spcPct val="120000"/>
                </a:lnSpc>
                <a:defRPr>
                  <a:solidFill>
                    <a:srgbClr val="4C4C4C"/>
                  </a:solidFill>
                </a:defRPr>
              </a:pPr>
              <a:endParaRPr 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9" name="Shape 5176">
              <a:extLst>
                <a:ext uri="{FF2B5EF4-FFF2-40B4-BE49-F238E27FC236}">
                  <a16:creationId xmlns:a16="http://schemas.microsoft.com/office/drawing/2014/main" id="{1FC7AB68-A11B-BD0C-52C8-6BDEBFD3A512}"/>
                </a:ext>
              </a:extLst>
            </p:cNvPr>
            <p:cNvSpPr/>
            <p:nvPr/>
          </p:nvSpPr>
          <p:spPr>
            <a:xfrm>
              <a:off x="2329102" y="1491630"/>
              <a:ext cx="842514" cy="3523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lvl1pPr defTabSz="584200">
                <a:lnSpc>
                  <a:spcPct val="100000"/>
                </a:lnSpc>
                <a:spcBef>
                  <a:spcPts val="0"/>
                </a:spcBef>
                <a:defRPr sz="1500" cap="all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pPr algn="ctr">
                <a:lnSpc>
                  <a:spcPct val="125000"/>
                </a:lnSpc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+mn-ea"/>
                  <a:sym typeface="+mn-lt"/>
                </a:rPr>
                <a:t>替换文本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E9678BD-457D-AAF3-F33C-2AB4E1340E76}"/>
              </a:ext>
            </a:extLst>
          </p:cNvPr>
          <p:cNvGrpSpPr/>
          <p:nvPr/>
        </p:nvGrpSpPr>
        <p:grpSpPr>
          <a:xfrm>
            <a:off x="2759735" y="2658112"/>
            <a:ext cx="1941237" cy="528018"/>
            <a:chOff x="1944344" y="2047198"/>
            <a:chExt cx="1589745" cy="432411"/>
          </a:xfrm>
          <a:solidFill>
            <a:schemeClr val="bg1">
              <a:alpha val="10196"/>
            </a:schemeClr>
          </a:solidFill>
        </p:grpSpPr>
        <p:sp>
          <p:nvSpPr>
            <p:cNvPr id="11" name="Shape 5173">
              <a:extLst>
                <a:ext uri="{FF2B5EF4-FFF2-40B4-BE49-F238E27FC236}">
                  <a16:creationId xmlns:a16="http://schemas.microsoft.com/office/drawing/2014/main" id="{F5412646-8160-DA8D-0521-A05020986EAB}"/>
                </a:ext>
              </a:extLst>
            </p:cNvPr>
            <p:cNvSpPr/>
            <p:nvPr/>
          </p:nvSpPr>
          <p:spPr>
            <a:xfrm>
              <a:off x="1944344" y="2047198"/>
              <a:ext cx="1589745" cy="4324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16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8440" y="0"/>
                  </a:lnTo>
                  <a:cubicBezTo>
                    <a:pt x="18440" y="0"/>
                    <a:pt x="3160" y="0"/>
                    <a:pt x="3160" y="0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6524" tIns="46524" rIns="46524" bIns="46524" numCol="1" anchor="ctr">
              <a:noAutofit/>
            </a:bodyPr>
            <a:lstStyle/>
            <a:p>
              <a:pPr lvl="0" algn="ctr">
                <a:lnSpc>
                  <a:spcPct val="120000"/>
                </a:lnSpc>
                <a:defRPr>
                  <a:solidFill>
                    <a:srgbClr val="4C4C4C"/>
                  </a:solidFill>
                </a:defRPr>
              </a:pPr>
              <a:endParaRPr 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2" name="Shape 5177">
              <a:extLst>
                <a:ext uri="{FF2B5EF4-FFF2-40B4-BE49-F238E27FC236}">
                  <a16:creationId xmlns:a16="http://schemas.microsoft.com/office/drawing/2014/main" id="{8ED824F1-E140-E184-362A-3F7A8FB6BDA8}"/>
                </a:ext>
              </a:extLst>
            </p:cNvPr>
            <p:cNvSpPr/>
            <p:nvPr/>
          </p:nvSpPr>
          <p:spPr>
            <a:xfrm>
              <a:off x="2191740" y="2087244"/>
              <a:ext cx="1099552" cy="3523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lvl1pPr defTabSz="584200">
                <a:lnSpc>
                  <a:spcPct val="100000"/>
                </a:lnSpc>
                <a:spcBef>
                  <a:spcPts val="0"/>
                </a:spcBef>
                <a:defRPr sz="1500" cap="all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pPr algn="ctr">
                <a:lnSpc>
                  <a:spcPct val="125000"/>
                </a:lnSpc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+mn-ea"/>
                  <a:sym typeface="+mn-lt"/>
                </a:rPr>
                <a:t>请替换文字内容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C6CECFF-6260-5301-043D-223624FA1FBE}"/>
              </a:ext>
            </a:extLst>
          </p:cNvPr>
          <p:cNvGrpSpPr/>
          <p:nvPr/>
        </p:nvGrpSpPr>
        <p:grpSpPr>
          <a:xfrm>
            <a:off x="2308674" y="3525330"/>
            <a:ext cx="2848974" cy="528019"/>
            <a:chOff x="1574955" y="2740898"/>
            <a:chExt cx="2333121" cy="432412"/>
          </a:xfrm>
          <a:solidFill>
            <a:schemeClr val="bg1">
              <a:alpha val="10196"/>
            </a:schemeClr>
          </a:solidFill>
        </p:grpSpPr>
        <p:sp>
          <p:nvSpPr>
            <p:cNvPr id="14" name="Shape 5172">
              <a:extLst>
                <a:ext uri="{FF2B5EF4-FFF2-40B4-BE49-F238E27FC236}">
                  <a16:creationId xmlns:a16="http://schemas.microsoft.com/office/drawing/2014/main" id="{C5F222E5-B98B-A296-485E-7089523553FD}"/>
                </a:ext>
              </a:extLst>
            </p:cNvPr>
            <p:cNvSpPr/>
            <p:nvPr/>
          </p:nvSpPr>
          <p:spPr>
            <a:xfrm>
              <a:off x="1574955" y="2740898"/>
              <a:ext cx="2333121" cy="4324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3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9447" y="0"/>
                  </a:lnTo>
                  <a:cubicBezTo>
                    <a:pt x="19447" y="0"/>
                    <a:pt x="2153" y="0"/>
                    <a:pt x="2153" y="0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6524" tIns="46524" rIns="46524" bIns="46524" numCol="1" anchor="ctr">
              <a:noAutofit/>
            </a:bodyPr>
            <a:lstStyle/>
            <a:p>
              <a:pPr lvl="0" algn="ctr">
                <a:lnSpc>
                  <a:spcPct val="120000"/>
                </a:lnSpc>
                <a:defRPr>
                  <a:solidFill>
                    <a:srgbClr val="4C4C4C"/>
                  </a:solidFill>
                </a:defRPr>
              </a:pPr>
              <a:endParaRPr 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5" name="Shape 5178">
              <a:extLst>
                <a:ext uri="{FF2B5EF4-FFF2-40B4-BE49-F238E27FC236}">
                  <a16:creationId xmlns:a16="http://schemas.microsoft.com/office/drawing/2014/main" id="{D0C93D6E-A7ED-DD7A-787A-313039816E1A}"/>
                </a:ext>
              </a:extLst>
            </p:cNvPr>
            <p:cNvSpPr/>
            <p:nvPr/>
          </p:nvSpPr>
          <p:spPr>
            <a:xfrm>
              <a:off x="1815028" y="2780945"/>
              <a:ext cx="1849246" cy="3523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lvl1pPr defTabSz="584200">
                <a:lnSpc>
                  <a:spcPct val="100000"/>
                </a:lnSpc>
                <a:spcBef>
                  <a:spcPts val="0"/>
                </a:spcBef>
                <a:defRPr sz="1500" cap="all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pPr algn="ctr">
                <a:lnSpc>
                  <a:spcPct val="125000"/>
                </a:lnSpc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+mn-ea"/>
                  <a:sym typeface="+mn-lt"/>
                </a:rPr>
                <a:t>请替换文字内容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06CC173-71BC-E7F6-4F02-6E71CEFD752A}"/>
              </a:ext>
            </a:extLst>
          </p:cNvPr>
          <p:cNvGrpSpPr/>
          <p:nvPr/>
        </p:nvGrpSpPr>
        <p:grpSpPr>
          <a:xfrm>
            <a:off x="1857610" y="4372408"/>
            <a:ext cx="3756702" cy="528012"/>
            <a:chOff x="1205565" y="3434598"/>
            <a:chExt cx="3076490" cy="432407"/>
          </a:xfrm>
          <a:solidFill>
            <a:schemeClr val="bg1">
              <a:alpha val="10196"/>
            </a:schemeClr>
          </a:solidFill>
        </p:grpSpPr>
        <p:sp>
          <p:nvSpPr>
            <p:cNvPr id="17" name="Shape 5174">
              <a:extLst>
                <a:ext uri="{FF2B5EF4-FFF2-40B4-BE49-F238E27FC236}">
                  <a16:creationId xmlns:a16="http://schemas.microsoft.com/office/drawing/2014/main" id="{0C3EB377-E586-F944-263D-CABC50C902F4}"/>
                </a:ext>
              </a:extLst>
            </p:cNvPr>
            <p:cNvSpPr/>
            <p:nvPr/>
          </p:nvSpPr>
          <p:spPr>
            <a:xfrm>
              <a:off x="1205565" y="3434598"/>
              <a:ext cx="3076490" cy="4324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19967" y="0"/>
                  </a:lnTo>
                  <a:lnTo>
                    <a:pt x="1633" y="0"/>
                  </a:lnTo>
                  <a:lnTo>
                    <a:pt x="0" y="21600"/>
                  </a:lnTo>
                  <a:cubicBezTo>
                    <a:pt x="0" y="2160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6524" tIns="46524" rIns="46524" bIns="46524" numCol="1" anchor="ctr">
              <a:noAutofit/>
            </a:bodyPr>
            <a:lstStyle/>
            <a:p>
              <a:pPr lvl="0" algn="ctr">
                <a:lnSpc>
                  <a:spcPct val="120000"/>
                </a:lnSpc>
                <a:defRPr>
                  <a:solidFill>
                    <a:srgbClr val="4C4C4C"/>
                  </a:solidFill>
                </a:defRPr>
              </a:pPr>
              <a:endParaRPr 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" name="Shape 5179">
              <a:extLst>
                <a:ext uri="{FF2B5EF4-FFF2-40B4-BE49-F238E27FC236}">
                  <a16:creationId xmlns:a16="http://schemas.microsoft.com/office/drawing/2014/main" id="{DA5845B8-B0AA-7E7B-C059-43CFB73A220F}"/>
                </a:ext>
              </a:extLst>
            </p:cNvPr>
            <p:cNvSpPr/>
            <p:nvPr/>
          </p:nvSpPr>
          <p:spPr>
            <a:xfrm>
              <a:off x="1422332" y="3474643"/>
              <a:ext cx="2634639" cy="3523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lvl1pPr defTabSz="584200">
                <a:lnSpc>
                  <a:spcPct val="100000"/>
                </a:lnSpc>
                <a:spcBef>
                  <a:spcPts val="0"/>
                </a:spcBef>
                <a:defRPr sz="1500" cap="all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pPr algn="ctr">
                <a:lnSpc>
                  <a:spcPct val="125000"/>
                </a:lnSpc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+mn-ea"/>
                  <a:sym typeface="+mn-lt"/>
                </a:rPr>
                <a:t>请替换文字内容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CC9BF49-E9FE-AC66-7187-4603413CD97A}"/>
              </a:ext>
            </a:extLst>
          </p:cNvPr>
          <p:cNvGrpSpPr/>
          <p:nvPr/>
        </p:nvGrpSpPr>
        <p:grpSpPr>
          <a:xfrm>
            <a:off x="1396060" y="5207724"/>
            <a:ext cx="4664442" cy="528012"/>
            <a:chOff x="827585" y="4118665"/>
            <a:chExt cx="3819870" cy="432407"/>
          </a:xfrm>
          <a:solidFill>
            <a:schemeClr val="bg1">
              <a:alpha val="10196"/>
            </a:schemeClr>
          </a:solidFill>
        </p:grpSpPr>
        <p:sp>
          <p:nvSpPr>
            <p:cNvPr id="20" name="Shape 5175">
              <a:extLst>
                <a:ext uri="{FF2B5EF4-FFF2-40B4-BE49-F238E27FC236}">
                  <a16:creationId xmlns:a16="http://schemas.microsoft.com/office/drawing/2014/main" id="{57A4A21B-FBD7-DF89-46ED-3F670D13ABAB}"/>
                </a:ext>
              </a:extLst>
            </p:cNvPr>
            <p:cNvSpPr/>
            <p:nvPr/>
          </p:nvSpPr>
          <p:spPr>
            <a:xfrm>
              <a:off x="827585" y="4118665"/>
              <a:ext cx="3819870" cy="4324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15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0285" y="0"/>
                  </a:lnTo>
                  <a:cubicBezTo>
                    <a:pt x="20285" y="0"/>
                    <a:pt x="1315" y="0"/>
                    <a:pt x="1315" y="0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6524" tIns="46524" rIns="46524" bIns="46524" numCol="1" anchor="ctr">
              <a:noAutofit/>
            </a:bodyPr>
            <a:lstStyle/>
            <a:p>
              <a:pPr lvl="0" algn="ctr">
                <a:lnSpc>
                  <a:spcPct val="120000"/>
                </a:lnSpc>
                <a:defRPr>
                  <a:solidFill>
                    <a:srgbClr val="4C4C4C"/>
                  </a:solidFill>
                </a:defRPr>
              </a:pPr>
              <a:endParaRPr 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1" name="Shape 5180">
              <a:extLst>
                <a:ext uri="{FF2B5EF4-FFF2-40B4-BE49-F238E27FC236}">
                  <a16:creationId xmlns:a16="http://schemas.microsoft.com/office/drawing/2014/main" id="{6A5F1C86-022E-C5D2-2467-07272C188272}"/>
                </a:ext>
              </a:extLst>
            </p:cNvPr>
            <p:cNvSpPr/>
            <p:nvPr/>
          </p:nvSpPr>
          <p:spPr>
            <a:xfrm>
              <a:off x="1072475" y="4158709"/>
              <a:ext cx="3334354" cy="3523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lvl1pPr defTabSz="584200">
                <a:lnSpc>
                  <a:spcPct val="100000"/>
                </a:lnSpc>
                <a:spcBef>
                  <a:spcPts val="0"/>
                </a:spcBef>
                <a:defRPr sz="1500" cap="all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pPr algn="ctr">
                <a:lnSpc>
                  <a:spcPct val="125000"/>
                </a:lnSpc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+mn-ea"/>
                  <a:sym typeface="+mn-lt"/>
                </a:rPr>
                <a:t>请替换文字内容</a:t>
              </a:r>
            </a:p>
          </p:txBody>
        </p:sp>
      </p:grpSp>
      <p:sp>
        <p:nvSpPr>
          <p:cNvPr id="23" name="Round Same Side Corner Rectangle 68">
            <a:extLst>
              <a:ext uri="{FF2B5EF4-FFF2-40B4-BE49-F238E27FC236}">
                <a16:creationId xmlns:a16="http://schemas.microsoft.com/office/drawing/2014/main" id="{64453A69-9542-4379-F21D-20063DEE419A}"/>
              </a:ext>
            </a:extLst>
          </p:cNvPr>
          <p:cNvSpPr/>
          <p:nvPr/>
        </p:nvSpPr>
        <p:spPr>
          <a:xfrm rot="10800000" flipH="1">
            <a:off x="6733044" y="1531970"/>
            <a:ext cx="60936" cy="6277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475" tIns="50237" rIns="100475" bIns="50237" rtlCol="0" anchor="ctr"/>
          <a:lstStyle/>
          <a:p>
            <a:pPr algn="ctr">
              <a:lnSpc>
                <a:spcPct val="120000"/>
              </a:lnSpc>
            </a:pPr>
            <a:endParaRPr lang="bg-BG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4" name="TextBox 20">
            <a:extLst>
              <a:ext uri="{FF2B5EF4-FFF2-40B4-BE49-F238E27FC236}">
                <a16:creationId xmlns:a16="http://schemas.microsoft.com/office/drawing/2014/main" id="{0218E924-092A-F481-57E4-011AAA47FA79}"/>
              </a:ext>
            </a:extLst>
          </p:cNvPr>
          <p:cNvSpPr txBox="1"/>
          <p:nvPr/>
        </p:nvSpPr>
        <p:spPr>
          <a:xfrm>
            <a:off x="7030681" y="1786556"/>
            <a:ext cx="3999269" cy="3699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hangingPunct="0">
              <a:lnSpc>
                <a:spcPct val="125000"/>
              </a:lnSpc>
              <a:spcAft>
                <a:spcPts val="500"/>
              </a:spcAft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文字是您思想的提炼。为了最终演示发布的良好效果，请尽量言简意赅的阐述观点。</a:t>
            </a:r>
            <a:endParaRPr lang="en-US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25" name="Rectangle 71">
            <a:extLst>
              <a:ext uri="{FF2B5EF4-FFF2-40B4-BE49-F238E27FC236}">
                <a16:creationId xmlns:a16="http://schemas.microsoft.com/office/drawing/2014/main" id="{8A17BF86-15B1-416D-A444-C5F08E8CAB66}"/>
              </a:ext>
            </a:extLst>
          </p:cNvPr>
          <p:cNvSpPr/>
          <p:nvPr/>
        </p:nvSpPr>
        <p:spPr>
          <a:xfrm>
            <a:off x="7030682" y="1476960"/>
            <a:ext cx="1469954" cy="2840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请替换文字内容</a:t>
            </a:r>
          </a:p>
        </p:txBody>
      </p:sp>
      <p:sp>
        <p:nvSpPr>
          <p:cNvPr id="27" name="Round Same Side Corner Rectangle 69">
            <a:extLst>
              <a:ext uri="{FF2B5EF4-FFF2-40B4-BE49-F238E27FC236}">
                <a16:creationId xmlns:a16="http://schemas.microsoft.com/office/drawing/2014/main" id="{90F3CED0-E5E5-4505-EE14-FDDA7C4EEF80}"/>
              </a:ext>
            </a:extLst>
          </p:cNvPr>
          <p:cNvSpPr/>
          <p:nvPr/>
        </p:nvSpPr>
        <p:spPr>
          <a:xfrm rot="10800000" flipH="1">
            <a:off x="6733044" y="2416071"/>
            <a:ext cx="60936" cy="6277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475" tIns="50237" rIns="100475" bIns="50237" rtlCol="0" anchor="ctr"/>
          <a:lstStyle/>
          <a:p>
            <a:pPr algn="ctr">
              <a:lnSpc>
                <a:spcPct val="120000"/>
              </a:lnSpc>
            </a:pPr>
            <a:endParaRPr lang="bg-BG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8" name="TextBox 20">
            <a:extLst>
              <a:ext uri="{FF2B5EF4-FFF2-40B4-BE49-F238E27FC236}">
                <a16:creationId xmlns:a16="http://schemas.microsoft.com/office/drawing/2014/main" id="{794E8FA8-1F09-B787-1B8F-00FFCA41F0B6}"/>
              </a:ext>
            </a:extLst>
          </p:cNvPr>
          <p:cNvSpPr txBox="1"/>
          <p:nvPr/>
        </p:nvSpPr>
        <p:spPr>
          <a:xfrm>
            <a:off x="7030681" y="2680857"/>
            <a:ext cx="3999269" cy="3699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hangingPunct="0">
              <a:lnSpc>
                <a:spcPct val="125000"/>
              </a:lnSpc>
              <a:spcAft>
                <a:spcPts val="500"/>
              </a:spcAft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文字是您思想的提炼。为了最终演示发布的良好效果，请尽量言简意赅的阐述观点。</a:t>
            </a:r>
            <a:endParaRPr lang="en-US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29" name="Rectangle 71">
            <a:extLst>
              <a:ext uri="{FF2B5EF4-FFF2-40B4-BE49-F238E27FC236}">
                <a16:creationId xmlns:a16="http://schemas.microsoft.com/office/drawing/2014/main" id="{D38F8540-2A1F-AD3A-97DE-E03320C03CA7}"/>
              </a:ext>
            </a:extLst>
          </p:cNvPr>
          <p:cNvSpPr/>
          <p:nvPr/>
        </p:nvSpPr>
        <p:spPr>
          <a:xfrm>
            <a:off x="7030682" y="2371261"/>
            <a:ext cx="1469954" cy="2840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请替换文字内容</a:t>
            </a:r>
          </a:p>
        </p:txBody>
      </p:sp>
      <p:sp>
        <p:nvSpPr>
          <p:cNvPr id="31" name="Round Same Side Corner Rectangle 76">
            <a:extLst>
              <a:ext uri="{FF2B5EF4-FFF2-40B4-BE49-F238E27FC236}">
                <a16:creationId xmlns:a16="http://schemas.microsoft.com/office/drawing/2014/main" id="{3E3C573C-F212-ED0E-2369-FA85764F4733}"/>
              </a:ext>
            </a:extLst>
          </p:cNvPr>
          <p:cNvSpPr/>
          <p:nvPr/>
        </p:nvSpPr>
        <p:spPr>
          <a:xfrm rot="10800000" flipH="1">
            <a:off x="6733045" y="3316503"/>
            <a:ext cx="60936" cy="6277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475" tIns="50237" rIns="100475" bIns="50237" rtlCol="0" anchor="ctr"/>
          <a:lstStyle/>
          <a:p>
            <a:pPr algn="ctr">
              <a:lnSpc>
                <a:spcPct val="120000"/>
              </a:lnSpc>
            </a:pPr>
            <a:endParaRPr lang="bg-BG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2" name="TextBox 20">
            <a:extLst>
              <a:ext uri="{FF2B5EF4-FFF2-40B4-BE49-F238E27FC236}">
                <a16:creationId xmlns:a16="http://schemas.microsoft.com/office/drawing/2014/main" id="{997AFF6F-BA72-5D32-9904-0E7CC7226214}"/>
              </a:ext>
            </a:extLst>
          </p:cNvPr>
          <p:cNvSpPr txBox="1"/>
          <p:nvPr/>
        </p:nvSpPr>
        <p:spPr>
          <a:xfrm>
            <a:off x="7030681" y="3575158"/>
            <a:ext cx="3999269" cy="3699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hangingPunct="0">
              <a:lnSpc>
                <a:spcPct val="125000"/>
              </a:lnSpc>
              <a:spcAft>
                <a:spcPts val="500"/>
              </a:spcAft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文字是您思想的提炼。为了最终演示发布的良好效果，请尽量言简意赅的阐述观点。</a:t>
            </a:r>
            <a:endParaRPr lang="en-US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33" name="Rectangle 71">
            <a:extLst>
              <a:ext uri="{FF2B5EF4-FFF2-40B4-BE49-F238E27FC236}">
                <a16:creationId xmlns:a16="http://schemas.microsoft.com/office/drawing/2014/main" id="{B841D259-057D-B74D-8A59-3DD1C5A66D73}"/>
              </a:ext>
            </a:extLst>
          </p:cNvPr>
          <p:cNvSpPr/>
          <p:nvPr/>
        </p:nvSpPr>
        <p:spPr>
          <a:xfrm>
            <a:off x="7030682" y="3265562"/>
            <a:ext cx="1469954" cy="2840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请替换文字内容</a:t>
            </a:r>
          </a:p>
        </p:txBody>
      </p:sp>
      <p:sp>
        <p:nvSpPr>
          <p:cNvPr id="35" name="Round Same Side Corner Rectangle 67">
            <a:extLst>
              <a:ext uri="{FF2B5EF4-FFF2-40B4-BE49-F238E27FC236}">
                <a16:creationId xmlns:a16="http://schemas.microsoft.com/office/drawing/2014/main" id="{56F1B681-1E10-5A7D-1B6E-ECDDAF2F1C48}"/>
              </a:ext>
            </a:extLst>
          </p:cNvPr>
          <p:cNvSpPr/>
          <p:nvPr/>
        </p:nvSpPr>
        <p:spPr>
          <a:xfrm rot="10800000" flipH="1">
            <a:off x="6733045" y="4225149"/>
            <a:ext cx="60936" cy="6277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475" tIns="50237" rIns="100475" bIns="50237" rtlCol="0" anchor="ctr"/>
          <a:lstStyle/>
          <a:p>
            <a:pPr algn="ctr">
              <a:lnSpc>
                <a:spcPct val="120000"/>
              </a:lnSpc>
            </a:pPr>
            <a:endParaRPr lang="bg-BG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TextBox 20">
            <a:extLst>
              <a:ext uri="{FF2B5EF4-FFF2-40B4-BE49-F238E27FC236}">
                <a16:creationId xmlns:a16="http://schemas.microsoft.com/office/drawing/2014/main" id="{DBCAF9FA-2E2C-12E5-149A-D4ED308A986C}"/>
              </a:ext>
            </a:extLst>
          </p:cNvPr>
          <p:cNvSpPr txBox="1"/>
          <p:nvPr/>
        </p:nvSpPr>
        <p:spPr>
          <a:xfrm>
            <a:off x="7030681" y="4469459"/>
            <a:ext cx="3999269" cy="3699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hangingPunct="0">
              <a:lnSpc>
                <a:spcPct val="125000"/>
              </a:lnSpc>
              <a:spcAft>
                <a:spcPts val="500"/>
              </a:spcAft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文字是您思想的提炼。为了最终演示发布的良好效果，请尽量言简意赅的阐述观点。</a:t>
            </a:r>
            <a:endParaRPr lang="en-US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37" name="Rectangle 71">
            <a:extLst>
              <a:ext uri="{FF2B5EF4-FFF2-40B4-BE49-F238E27FC236}">
                <a16:creationId xmlns:a16="http://schemas.microsoft.com/office/drawing/2014/main" id="{EC15F232-6685-F366-0062-D82E7A994DE6}"/>
              </a:ext>
            </a:extLst>
          </p:cNvPr>
          <p:cNvSpPr/>
          <p:nvPr/>
        </p:nvSpPr>
        <p:spPr>
          <a:xfrm>
            <a:off x="7030682" y="4159863"/>
            <a:ext cx="1469954" cy="2840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请替换文字内容</a:t>
            </a:r>
          </a:p>
        </p:txBody>
      </p:sp>
      <p:sp>
        <p:nvSpPr>
          <p:cNvPr id="39" name="Round Same Side Corner Rectangle 77">
            <a:extLst>
              <a:ext uri="{FF2B5EF4-FFF2-40B4-BE49-F238E27FC236}">
                <a16:creationId xmlns:a16="http://schemas.microsoft.com/office/drawing/2014/main" id="{2495ADA0-5A1C-FE13-F971-EDA1E83DAB19}"/>
              </a:ext>
            </a:extLst>
          </p:cNvPr>
          <p:cNvSpPr/>
          <p:nvPr/>
        </p:nvSpPr>
        <p:spPr>
          <a:xfrm rot="10800000" flipH="1">
            <a:off x="6733045" y="5116501"/>
            <a:ext cx="60936" cy="6277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475" tIns="50237" rIns="100475" bIns="50237" rtlCol="0" anchor="ctr"/>
          <a:lstStyle/>
          <a:p>
            <a:pPr algn="ctr">
              <a:lnSpc>
                <a:spcPct val="120000"/>
              </a:lnSpc>
            </a:pPr>
            <a:endParaRPr lang="bg-BG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0" name="TextBox 20">
            <a:extLst>
              <a:ext uri="{FF2B5EF4-FFF2-40B4-BE49-F238E27FC236}">
                <a16:creationId xmlns:a16="http://schemas.microsoft.com/office/drawing/2014/main" id="{6DBC6531-79B8-6EEC-CFAA-8176C93223C7}"/>
              </a:ext>
            </a:extLst>
          </p:cNvPr>
          <p:cNvSpPr txBox="1"/>
          <p:nvPr/>
        </p:nvSpPr>
        <p:spPr>
          <a:xfrm>
            <a:off x="7030681" y="5363759"/>
            <a:ext cx="3999269" cy="3699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hangingPunct="0">
              <a:lnSpc>
                <a:spcPct val="125000"/>
              </a:lnSpc>
              <a:spcAft>
                <a:spcPts val="500"/>
              </a:spcAft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文字是您思想的提炼。为了最终演示发布的良好效果，请尽量言简意赅的阐述观点。</a:t>
            </a:r>
            <a:endParaRPr lang="en-US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41" name="Rectangle 71">
            <a:extLst>
              <a:ext uri="{FF2B5EF4-FFF2-40B4-BE49-F238E27FC236}">
                <a16:creationId xmlns:a16="http://schemas.microsoft.com/office/drawing/2014/main" id="{0117B662-74E2-8D62-7F21-8CE57D65FC3F}"/>
              </a:ext>
            </a:extLst>
          </p:cNvPr>
          <p:cNvSpPr/>
          <p:nvPr/>
        </p:nvSpPr>
        <p:spPr>
          <a:xfrm>
            <a:off x="7030682" y="5054163"/>
            <a:ext cx="1469954" cy="2840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请替换文字内容</a:t>
            </a:r>
          </a:p>
        </p:txBody>
      </p:sp>
      <p:sp>
        <p:nvSpPr>
          <p:cNvPr id="42" name="标题 31">
            <a:extLst>
              <a:ext uri="{FF2B5EF4-FFF2-40B4-BE49-F238E27FC236}">
                <a16:creationId xmlns:a16="http://schemas.microsoft.com/office/drawing/2014/main" id="{AC77B622-F66C-5677-8522-BCBFEEF49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+mn-lt"/>
              </a:rPr>
              <a:t>1.1 </a:t>
            </a:r>
            <a:r>
              <a:rPr lang="zh-CN" altLang="en-US" dirty="0">
                <a:cs typeface="+mn-ea"/>
                <a:sym typeface="+mn-lt"/>
              </a:rPr>
              <a:t>有递进关系的内容展示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286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>
            <a:extLst>
              <a:ext uri="{FF2B5EF4-FFF2-40B4-BE49-F238E27FC236}">
                <a16:creationId xmlns:a16="http://schemas.microsoft.com/office/drawing/2014/main" id="{0AE24D58-9E4A-C16F-90E5-000A7793531F}"/>
              </a:ext>
            </a:extLst>
          </p:cNvPr>
          <p:cNvSpPr/>
          <p:nvPr/>
        </p:nvSpPr>
        <p:spPr>
          <a:xfrm>
            <a:off x="0" y="0"/>
            <a:ext cx="637446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05D9257-AE09-31B7-32D1-D3D6A2FF4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1.1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有递进关系的内容展示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3" name="Shape 5166">
            <a:extLst>
              <a:ext uri="{FF2B5EF4-FFF2-40B4-BE49-F238E27FC236}">
                <a16:creationId xmlns:a16="http://schemas.microsoft.com/office/drawing/2014/main" id="{3BA7CCDF-3380-C74E-4F56-E6CCD54128DA}"/>
              </a:ext>
            </a:extLst>
          </p:cNvPr>
          <p:cNvSpPr/>
          <p:nvPr/>
        </p:nvSpPr>
        <p:spPr>
          <a:xfrm>
            <a:off x="2465945" y="1897034"/>
            <a:ext cx="1487369" cy="13177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31" y="0"/>
                </a:moveTo>
                <a:lnTo>
                  <a:pt x="4125" y="12945"/>
                </a:lnTo>
                <a:lnTo>
                  <a:pt x="0" y="21600"/>
                </a:lnTo>
                <a:lnTo>
                  <a:pt x="21600" y="7769"/>
                </a:lnTo>
                <a:lnTo>
                  <a:pt x="17131" y="0"/>
                </a:lnTo>
                <a:close/>
              </a:path>
            </a:pathLst>
          </a:custGeom>
          <a:solidFill>
            <a:schemeClr val="bg1">
              <a:alpha val="10196"/>
            </a:schemeClr>
          </a:solidFill>
          <a:ln w="12700" cap="flat">
            <a:noFill/>
            <a:miter lim="400000"/>
          </a:ln>
          <a:effectLst/>
        </p:spPr>
        <p:txBody>
          <a:bodyPr wrap="square" lIns="46524" tIns="46524" rIns="46524" bIns="46524" numCol="1" anchor="ctr">
            <a:noAutofit/>
          </a:bodyPr>
          <a:lstStyle/>
          <a:p>
            <a:pPr algn="ctr">
              <a:lnSpc>
                <a:spcPct val="120000"/>
              </a:lnSpc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4" name="Shape 5167">
            <a:extLst>
              <a:ext uri="{FF2B5EF4-FFF2-40B4-BE49-F238E27FC236}">
                <a16:creationId xmlns:a16="http://schemas.microsoft.com/office/drawing/2014/main" id="{D091AAE2-F909-A030-80A2-1DE37479DDE9}"/>
              </a:ext>
            </a:extLst>
          </p:cNvPr>
          <p:cNvSpPr/>
          <p:nvPr/>
        </p:nvSpPr>
        <p:spPr>
          <a:xfrm>
            <a:off x="2014881" y="2678253"/>
            <a:ext cx="2395107" cy="13718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039" y="0"/>
                </a:moveTo>
                <a:lnTo>
                  <a:pt x="2561" y="13286"/>
                </a:lnTo>
                <a:lnTo>
                  <a:pt x="0" y="21600"/>
                </a:lnTo>
                <a:lnTo>
                  <a:pt x="21600" y="8314"/>
                </a:lnTo>
                <a:cubicBezTo>
                  <a:pt x="21600" y="8314"/>
                  <a:pt x="19039" y="0"/>
                  <a:pt x="19039" y="0"/>
                </a:cubicBezTo>
                <a:close/>
              </a:path>
            </a:pathLst>
          </a:custGeom>
          <a:solidFill>
            <a:schemeClr val="bg1">
              <a:alpha val="10196"/>
            </a:schemeClr>
          </a:solidFill>
          <a:ln w="12700" cap="flat">
            <a:noFill/>
            <a:miter lim="400000"/>
          </a:ln>
          <a:effectLst/>
        </p:spPr>
        <p:txBody>
          <a:bodyPr wrap="square" lIns="46524" tIns="46524" rIns="46524" bIns="46524" numCol="1" anchor="ctr">
            <a:noAutofit/>
          </a:bodyPr>
          <a:lstStyle/>
          <a:p>
            <a:pPr algn="ctr">
              <a:lnSpc>
                <a:spcPct val="120000"/>
              </a:lnSpc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5" name="Shape 5168">
            <a:extLst>
              <a:ext uri="{FF2B5EF4-FFF2-40B4-BE49-F238E27FC236}">
                <a16:creationId xmlns:a16="http://schemas.microsoft.com/office/drawing/2014/main" id="{8B907911-DA53-7144-6482-EC0910645441}"/>
              </a:ext>
            </a:extLst>
          </p:cNvPr>
          <p:cNvSpPr/>
          <p:nvPr/>
        </p:nvSpPr>
        <p:spPr>
          <a:xfrm>
            <a:off x="1563821" y="3525331"/>
            <a:ext cx="3302845" cy="13717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43" y="0"/>
                </a:moveTo>
                <a:lnTo>
                  <a:pt x="1857" y="13286"/>
                </a:lnTo>
                <a:lnTo>
                  <a:pt x="0" y="21600"/>
                </a:lnTo>
                <a:lnTo>
                  <a:pt x="21600" y="8314"/>
                </a:lnTo>
                <a:cubicBezTo>
                  <a:pt x="21600" y="8314"/>
                  <a:pt x="19743" y="0"/>
                  <a:pt x="19743" y="0"/>
                </a:cubicBezTo>
                <a:close/>
              </a:path>
            </a:pathLst>
          </a:custGeom>
          <a:solidFill>
            <a:schemeClr val="bg1">
              <a:alpha val="10196"/>
            </a:schemeClr>
          </a:solidFill>
          <a:ln w="12700" cap="flat">
            <a:noFill/>
            <a:miter lim="400000"/>
          </a:ln>
          <a:effectLst/>
        </p:spPr>
        <p:txBody>
          <a:bodyPr wrap="square" lIns="46524" tIns="46524" rIns="46524" bIns="46524" numCol="1" anchor="ctr">
            <a:noAutofit/>
          </a:bodyPr>
          <a:lstStyle/>
          <a:p>
            <a:pPr algn="ctr">
              <a:lnSpc>
                <a:spcPct val="120000"/>
              </a:lnSpc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6" name="Shape 5169">
            <a:extLst>
              <a:ext uri="{FF2B5EF4-FFF2-40B4-BE49-F238E27FC236}">
                <a16:creationId xmlns:a16="http://schemas.microsoft.com/office/drawing/2014/main" id="{E3BADBB9-0900-FD44-0AFA-5FC161D728BE}"/>
              </a:ext>
            </a:extLst>
          </p:cNvPr>
          <p:cNvSpPr/>
          <p:nvPr/>
        </p:nvSpPr>
        <p:spPr>
          <a:xfrm>
            <a:off x="1102268" y="4372411"/>
            <a:ext cx="4210573" cy="13717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57" y="13286"/>
                </a:moveTo>
                <a:lnTo>
                  <a:pt x="0" y="21600"/>
                </a:lnTo>
                <a:lnTo>
                  <a:pt x="21600" y="8314"/>
                </a:lnTo>
                <a:lnTo>
                  <a:pt x="20143" y="0"/>
                </a:lnTo>
                <a:cubicBezTo>
                  <a:pt x="20143" y="0"/>
                  <a:pt x="1457" y="13286"/>
                  <a:pt x="1457" y="13286"/>
                </a:cubicBezTo>
                <a:close/>
              </a:path>
            </a:pathLst>
          </a:custGeom>
          <a:solidFill>
            <a:schemeClr val="bg1">
              <a:alpha val="10196"/>
            </a:schemeClr>
          </a:solidFill>
          <a:ln w="12700" cap="flat">
            <a:noFill/>
            <a:miter lim="400000"/>
          </a:ln>
          <a:effectLst/>
        </p:spPr>
        <p:txBody>
          <a:bodyPr wrap="square" lIns="46524" tIns="46524" rIns="46524" bIns="46524" numCol="1" anchor="ctr">
            <a:noAutofit/>
          </a:bodyPr>
          <a:lstStyle/>
          <a:p>
            <a:pPr algn="ctr">
              <a:lnSpc>
                <a:spcPct val="120000"/>
              </a:lnSpc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8B53C3D3-AB52-51AC-CE3F-2D0E9D66E314}"/>
              </a:ext>
            </a:extLst>
          </p:cNvPr>
          <p:cNvGrpSpPr/>
          <p:nvPr/>
        </p:nvGrpSpPr>
        <p:grpSpPr>
          <a:xfrm>
            <a:off x="2917007" y="1531987"/>
            <a:ext cx="1047557" cy="898082"/>
            <a:chOff x="2313736" y="1108479"/>
            <a:chExt cx="857880" cy="735469"/>
          </a:xfrm>
          <a:solidFill>
            <a:schemeClr val="bg1">
              <a:alpha val="10196"/>
            </a:schemeClr>
          </a:solidFill>
        </p:grpSpPr>
        <p:sp>
          <p:nvSpPr>
            <p:cNvPr id="68" name="Shape 5171">
              <a:extLst>
                <a:ext uri="{FF2B5EF4-FFF2-40B4-BE49-F238E27FC236}">
                  <a16:creationId xmlns:a16="http://schemas.microsoft.com/office/drawing/2014/main" id="{76DD03AF-11DB-719A-5264-47905F67B1E0}"/>
                </a:ext>
              </a:extLst>
            </p:cNvPr>
            <p:cNvSpPr/>
            <p:nvPr/>
          </p:nvSpPr>
          <p:spPr>
            <a:xfrm>
              <a:off x="2313736" y="1108479"/>
              <a:ext cx="849654" cy="687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algn="ctr">
                <a:lnSpc>
                  <a:spcPct val="120000"/>
                </a:lnSpc>
                <a:defRPr>
                  <a:solidFill>
                    <a:srgbClr val="4C4C4C"/>
                  </a:solidFill>
                </a:defRPr>
              </a:pPr>
              <a:endParaRPr 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9" name="Shape 5176">
              <a:extLst>
                <a:ext uri="{FF2B5EF4-FFF2-40B4-BE49-F238E27FC236}">
                  <a16:creationId xmlns:a16="http://schemas.microsoft.com/office/drawing/2014/main" id="{B8E320E4-FDFF-AE0E-786B-4BD7C2F0B71F}"/>
                </a:ext>
              </a:extLst>
            </p:cNvPr>
            <p:cNvSpPr/>
            <p:nvPr/>
          </p:nvSpPr>
          <p:spPr>
            <a:xfrm>
              <a:off x="2329102" y="1491630"/>
              <a:ext cx="842514" cy="3523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lvl1pPr defTabSz="584200">
                <a:lnSpc>
                  <a:spcPct val="100000"/>
                </a:lnSpc>
                <a:spcBef>
                  <a:spcPts val="0"/>
                </a:spcBef>
                <a:defRPr sz="1500" cap="all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pPr algn="ctr">
                <a:lnSpc>
                  <a:spcPct val="125000"/>
                </a:lnSpc>
              </a:pPr>
              <a:r>
                <a:rPr lang="zh-CN" altLang="en-US" sz="14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+mn-ea"/>
                  <a:sym typeface="+mn-lt"/>
                </a:rPr>
                <a:t>替换文本</a:t>
              </a:r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690838CC-9546-8580-27BA-CC04A4F54D6A}"/>
              </a:ext>
            </a:extLst>
          </p:cNvPr>
          <p:cNvGrpSpPr/>
          <p:nvPr/>
        </p:nvGrpSpPr>
        <p:grpSpPr>
          <a:xfrm>
            <a:off x="2465945" y="2658112"/>
            <a:ext cx="1941237" cy="528018"/>
            <a:chOff x="1944344" y="2047198"/>
            <a:chExt cx="1589745" cy="432411"/>
          </a:xfrm>
          <a:solidFill>
            <a:schemeClr val="bg1">
              <a:alpha val="10196"/>
            </a:schemeClr>
          </a:solidFill>
        </p:grpSpPr>
        <p:sp>
          <p:nvSpPr>
            <p:cNvPr id="71" name="Shape 5173">
              <a:extLst>
                <a:ext uri="{FF2B5EF4-FFF2-40B4-BE49-F238E27FC236}">
                  <a16:creationId xmlns:a16="http://schemas.microsoft.com/office/drawing/2014/main" id="{60722673-2A44-1438-FDD0-F23C130A3DC8}"/>
                </a:ext>
              </a:extLst>
            </p:cNvPr>
            <p:cNvSpPr/>
            <p:nvPr/>
          </p:nvSpPr>
          <p:spPr>
            <a:xfrm>
              <a:off x="1944344" y="2047198"/>
              <a:ext cx="1589745" cy="4324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16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8440" y="0"/>
                  </a:lnTo>
                  <a:cubicBezTo>
                    <a:pt x="18440" y="0"/>
                    <a:pt x="3160" y="0"/>
                    <a:pt x="3160" y="0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6524" tIns="46524" rIns="46524" bIns="46524" numCol="1" anchor="ctr">
              <a:noAutofit/>
            </a:bodyPr>
            <a:lstStyle/>
            <a:p>
              <a:pPr lvl="0" algn="ctr">
                <a:lnSpc>
                  <a:spcPct val="120000"/>
                </a:lnSpc>
                <a:defRPr>
                  <a:solidFill>
                    <a:srgbClr val="4C4C4C"/>
                  </a:solidFill>
                </a:defRPr>
              </a:pPr>
              <a:endParaRPr 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2" name="Shape 5177">
              <a:extLst>
                <a:ext uri="{FF2B5EF4-FFF2-40B4-BE49-F238E27FC236}">
                  <a16:creationId xmlns:a16="http://schemas.microsoft.com/office/drawing/2014/main" id="{48A20A12-416D-5DF7-23AD-A110FAEFA552}"/>
                </a:ext>
              </a:extLst>
            </p:cNvPr>
            <p:cNvSpPr/>
            <p:nvPr/>
          </p:nvSpPr>
          <p:spPr>
            <a:xfrm>
              <a:off x="2191740" y="2087244"/>
              <a:ext cx="1099552" cy="3523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lvl1pPr defTabSz="584200">
                <a:lnSpc>
                  <a:spcPct val="100000"/>
                </a:lnSpc>
                <a:spcBef>
                  <a:spcPts val="0"/>
                </a:spcBef>
                <a:defRPr sz="1500" cap="all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pPr algn="ctr">
                <a:lnSpc>
                  <a:spcPct val="125000"/>
                </a:lnSpc>
              </a:pPr>
              <a:r>
                <a:rPr lang="zh-CN" altLang="en-US" sz="14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+mn-ea"/>
                  <a:sym typeface="+mn-lt"/>
                </a:rPr>
                <a:t>请替换文字内容</a:t>
              </a:r>
            </a:p>
          </p:txBody>
        </p: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49FFBD3E-B0EC-5C4C-BA33-D4B90DB951BD}"/>
              </a:ext>
            </a:extLst>
          </p:cNvPr>
          <p:cNvGrpSpPr/>
          <p:nvPr/>
        </p:nvGrpSpPr>
        <p:grpSpPr>
          <a:xfrm>
            <a:off x="2014884" y="3525330"/>
            <a:ext cx="2848974" cy="528019"/>
            <a:chOff x="1574955" y="2740898"/>
            <a:chExt cx="2333121" cy="432412"/>
          </a:xfrm>
          <a:solidFill>
            <a:schemeClr val="bg1">
              <a:alpha val="10196"/>
            </a:schemeClr>
          </a:solidFill>
        </p:grpSpPr>
        <p:sp>
          <p:nvSpPr>
            <p:cNvPr id="74" name="Shape 5172">
              <a:extLst>
                <a:ext uri="{FF2B5EF4-FFF2-40B4-BE49-F238E27FC236}">
                  <a16:creationId xmlns:a16="http://schemas.microsoft.com/office/drawing/2014/main" id="{C58EDD39-E730-9FD8-5C75-3C41186CDF07}"/>
                </a:ext>
              </a:extLst>
            </p:cNvPr>
            <p:cNvSpPr/>
            <p:nvPr/>
          </p:nvSpPr>
          <p:spPr>
            <a:xfrm>
              <a:off x="1574955" y="2740898"/>
              <a:ext cx="2333121" cy="4324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3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9447" y="0"/>
                  </a:lnTo>
                  <a:cubicBezTo>
                    <a:pt x="19447" y="0"/>
                    <a:pt x="2153" y="0"/>
                    <a:pt x="2153" y="0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6524" tIns="46524" rIns="46524" bIns="46524" numCol="1" anchor="ctr">
              <a:noAutofit/>
            </a:bodyPr>
            <a:lstStyle/>
            <a:p>
              <a:pPr lvl="0" algn="ctr">
                <a:lnSpc>
                  <a:spcPct val="120000"/>
                </a:lnSpc>
                <a:defRPr>
                  <a:solidFill>
                    <a:srgbClr val="4C4C4C"/>
                  </a:solidFill>
                </a:defRPr>
              </a:pPr>
              <a:endParaRPr 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5" name="Shape 5178">
              <a:extLst>
                <a:ext uri="{FF2B5EF4-FFF2-40B4-BE49-F238E27FC236}">
                  <a16:creationId xmlns:a16="http://schemas.microsoft.com/office/drawing/2014/main" id="{E198B56A-95EF-340D-3C63-9F5945EAC42F}"/>
                </a:ext>
              </a:extLst>
            </p:cNvPr>
            <p:cNvSpPr/>
            <p:nvPr/>
          </p:nvSpPr>
          <p:spPr>
            <a:xfrm>
              <a:off x="1815028" y="2780945"/>
              <a:ext cx="1849246" cy="3523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lvl1pPr defTabSz="584200">
                <a:lnSpc>
                  <a:spcPct val="100000"/>
                </a:lnSpc>
                <a:spcBef>
                  <a:spcPts val="0"/>
                </a:spcBef>
                <a:defRPr sz="1500" cap="all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pPr algn="ctr">
                <a:lnSpc>
                  <a:spcPct val="125000"/>
                </a:lnSpc>
              </a:pPr>
              <a:r>
                <a:rPr lang="zh-CN" altLang="en-US" sz="14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+mn-ea"/>
                  <a:sym typeface="+mn-lt"/>
                </a:rPr>
                <a:t>请替换文字内容</a:t>
              </a:r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A74C1471-ACE1-7BF1-D48D-E5444E9F9E38}"/>
              </a:ext>
            </a:extLst>
          </p:cNvPr>
          <p:cNvGrpSpPr/>
          <p:nvPr/>
        </p:nvGrpSpPr>
        <p:grpSpPr>
          <a:xfrm>
            <a:off x="1563820" y="4372408"/>
            <a:ext cx="3756702" cy="528012"/>
            <a:chOff x="1205565" y="3434598"/>
            <a:chExt cx="3076490" cy="432407"/>
          </a:xfrm>
          <a:solidFill>
            <a:schemeClr val="bg1">
              <a:alpha val="10196"/>
            </a:schemeClr>
          </a:solidFill>
        </p:grpSpPr>
        <p:sp>
          <p:nvSpPr>
            <p:cNvPr id="77" name="Shape 5174">
              <a:extLst>
                <a:ext uri="{FF2B5EF4-FFF2-40B4-BE49-F238E27FC236}">
                  <a16:creationId xmlns:a16="http://schemas.microsoft.com/office/drawing/2014/main" id="{1AD45355-7398-9CA6-C194-C79AED7BDF05}"/>
                </a:ext>
              </a:extLst>
            </p:cNvPr>
            <p:cNvSpPr/>
            <p:nvPr/>
          </p:nvSpPr>
          <p:spPr>
            <a:xfrm>
              <a:off x="1205565" y="3434598"/>
              <a:ext cx="3076490" cy="4324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19967" y="0"/>
                  </a:lnTo>
                  <a:lnTo>
                    <a:pt x="1633" y="0"/>
                  </a:lnTo>
                  <a:lnTo>
                    <a:pt x="0" y="21600"/>
                  </a:lnTo>
                  <a:cubicBezTo>
                    <a:pt x="0" y="21600"/>
                    <a:pt x="21600" y="21600"/>
                    <a:pt x="21600" y="21600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6524" tIns="46524" rIns="46524" bIns="46524" numCol="1" anchor="ctr">
              <a:noAutofit/>
            </a:bodyPr>
            <a:lstStyle/>
            <a:p>
              <a:pPr lvl="0" algn="ctr">
                <a:lnSpc>
                  <a:spcPct val="120000"/>
                </a:lnSpc>
                <a:defRPr>
                  <a:solidFill>
                    <a:srgbClr val="4C4C4C"/>
                  </a:solidFill>
                </a:defRPr>
              </a:pPr>
              <a:endParaRPr 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8" name="Shape 5179">
              <a:extLst>
                <a:ext uri="{FF2B5EF4-FFF2-40B4-BE49-F238E27FC236}">
                  <a16:creationId xmlns:a16="http://schemas.microsoft.com/office/drawing/2014/main" id="{8731F8CD-4289-6FB9-8D10-FF41D2C4D7CB}"/>
                </a:ext>
              </a:extLst>
            </p:cNvPr>
            <p:cNvSpPr/>
            <p:nvPr/>
          </p:nvSpPr>
          <p:spPr>
            <a:xfrm>
              <a:off x="1422332" y="3474643"/>
              <a:ext cx="2634639" cy="3523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lvl1pPr defTabSz="584200">
                <a:lnSpc>
                  <a:spcPct val="100000"/>
                </a:lnSpc>
                <a:spcBef>
                  <a:spcPts val="0"/>
                </a:spcBef>
                <a:defRPr sz="1500" cap="all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pPr algn="ctr">
                <a:lnSpc>
                  <a:spcPct val="125000"/>
                </a:lnSpc>
              </a:pPr>
              <a:r>
                <a:rPr lang="zh-CN" altLang="en-US" sz="14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+mn-ea"/>
                  <a:sym typeface="+mn-lt"/>
                </a:rPr>
                <a:t>请替换文字内容</a:t>
              </a: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9DACBEF5-1B11-EC52-6A8D-C34F59F072A3}"/>
              </a:ext>
            </a:extLst>
          </p:cNvPr>
          <p:cNvGrpSpPr/>
          <p:nvPr/>
        </p:nvGrpSpPr>
        <p:grpSpPr>
          <a:xfrm>
            <a:off x="1102270" y="5207724"/>
            <a:ext cx="4664442" cy="528012"/>
            <a:chOff x="827585" y="4118665"/>
            <a:chExt cx="3819870" cy="432407"/>
          </a:xfrm>
          <a:solidFill>
            <a:schemeClr val="bg1">
              <a:alpha val="10196"/>
            </a:schemeClr>
          </a:solidFill>
        </p:grpSpPr>
        <p:sp>
          <p:nvSpPr>
            <p:cNvPr id="80" name="Shape 5175">
              <a:extLst>
                <a:ext uri="{FF2B5EF4-FFF2-40B4-BE49-F238E27FC236}">
                  <a16:creationId xmlns:a16="http://schemas.microsoft.com/office/drawing/2014/main" id="{7C76975F-0AAB-3D22-6769-76BC12D4443F}"/>
                </a:ext>
              </a:extLst>
            </p:cNvPr>
            <p:cNvSpPr/>
            <p:nvPr/>
          </p:nvSpPr>
          <p:spPr>
            <a:xfrm>
              <a:off x="827585" y="4118665"/>
              <a:ext cx="3819870" cy="4324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15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0285" y="0"/>
                  </a:lnTo>
                  <a:cubicBezTo>
                    <a:pt x="20285" y="0"/>
                    <a:pt x="1315" y="0"/>
                    <a:pt x="1315" y="0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6524" tIns="46524" rIns="46524" bIns="46524" numCol="1" anchor="ctr">
              <a:noAutofit/>
            </a:bodyPr>
            <a:lstStyle/>
            <a:p>
              <a:pPr lvl="0" algn="ctr">
                <a:lnSpc>
                  <a:spcPct val="120000"/>
                </a:lnSpc>
                <a:defRPr>
                  <a:solidFill>
                    <a:srgbClr val="4C4C4C"/>
                  </a:solidFill>
                </a:defRPr>
              </a:pPr>
              <a:endParaRPr 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1" name="Shape 5180">
              <a:extLst>
                <a:ext uri="{FF2B5EF4-FFF2-40B4-BE49-F238E27FC236}">
                  <a16:creationId xmlns:a16="http://schemas.microsoft.com/office/drawing/2014/main" id="{F2448AA0-E303-C244-5259-0BB4FC10D671}"/>
                </a:ext>
              </a:extLst>
            </p:cNvPr>
            <p:cNvSpPr/>
            <p:nvPr/>
          </p:nvSpPr>
          <p:spPr>
            <a:xfrm>
              <a:off x="1072475" y="4158709"/>
              <a:ext cx="3334354" cy="3523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lvl1pPr defTabSz="584200">
                <a:lnSpc>
                  <a:spcPct val="100000"/>
                </a:lnSpc>
                <a:spcBef>
                  <a:spcPts val="0"/>
                </a:spcBef>
                <a:defRPr sz="1500" cap="all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pPr algn="ctr">
                <a:lnSpc>
                  <a:spcPct val="125000"/>
                </a:lnSpc>
              </a:pPr>
              <a:r>
                <a:rPr lang="zh-CN" altLang="en-US" sz="14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+mn-ea"/>
                  <a:sym typeface="+mn-lt"/>
                </a:rPr>
                <a:t>请替换文字内容</a:t>
              </a:r>
            </a:p>
          </p:txBody>
        </p:sp>
      </p:grpSp>
      <p:sp>
        <p:nvSpPr>
          <p:cNvPr id="83" name="Round Same Side Corner Rectangle 68">
            <a:extLst>
              <a:ext uri="{FF2B5EF4-FFF2-40B4-BE49-F238E27FC236}">
                <a16:creationId xmlns:a16="http://schemas.microsoft.com/office/drawing/2014/main" id="{067B84EC-70E3-D323-F7CD-336D9654E97E}"/>
              </a:ext>
            </a:extLst>
          </p:cNvPr>
          <p:cNvSpPr/>
          <p:nvPr/>
        </p:nvSpPr>
        <p:spPr>
          <a:xfrm rot="10800000" flipH="1">
            <a:off x="6733044" y="1531970"/>
            <a:ext cx="60936" cy="6277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00A9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475" tIns="50237" rIns="100475" bIns="50237" rtlCol="0" anchor="ctr"/>
          <a:lstStyle/>
          <a:p>
            <a:pPr algn="ctr">
              <a:lnSpc>
                <a:spcPct val="120000"/>
              </a:lnSpc>
            </a:pPr>
            <a:endParaRPr lang="bg-BG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7" name="Round Same Side Corner Rectangle 69">
            <a:extLst>
              <a:ext uri="{FF2B5EF4-FFF2-40B4-BE49-F238E27FC236}">
                <a16:creationId xmlns:a16="http://schemas.microsoft.com/office/drawing/2014/main" id="{386B4962-0337-B8A9-0910-C58E281BE1CA}"/>
              </a:ext>
            </a:extLst>
          </p:cNvPr>
          <p:cNvSpPr/>
          <p:nvPr/>
        </p:nvSpPr>
        <p:spPr>
          <a:xfrm rot="10800000" flipH="1">
            <a:off x="6733044" y="2416071"/>
            <a:ext cx="60936" cy="6277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475" tIns="50237" rIns="100475" bIns="50237" rtlCol="0" anchor="ctr"/>
          <a:lstStyle/>
          <a:p>
            <a:pPr algn="ctr">
              <a:lnSpc>
                <a:spcPct val="120000"/>
              </a:lnSpc>
            </a:pPr>
            <a:endParaRPr lang="bg-BG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1" name="Round Same Side Corner Rectangle 76">
            <a:extLst>
              <a:ext uri="{FF2B5EF4-FFF2-40B4-BE49-F238E27FC236}">
                <a16:creationId xmlns:a16="http://schemas.microsoft.com/office/drawing/2014/main" id="{EB2A0059-D6CD-C756-6408-FBCDAD38A7FD}"/>
              </a:ext>
            </a:extLst>
          </p:cNvPr>
          <p:cNvSpPr/>
          <p:nvPr/>
        </p:nvSpPr>
        <p:spPr>
          <a:xfrm rot="10800000" flipH="1">
            <a:off x="6733045" y="3316503"/>
            <a:ext cx="60936" cy="6277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0DAD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475" tIns="50237" rIns="100475" bIns="50237" rtlCol="0" anchor="ctr"/>
          <a:lstStyle/>
          <a:p>
            <a:pPr algn="ctr">
              <a:lnSpc>
                <a:spcPct val="120000"/>
              </a:lnSpc>
            </a:pPr>
            <a:endParaRPr lang="bg-BG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5" name="Round Same Side Corner Rectangle 67">
            <a:extLst>
              <a:ext uri="{FF2B5EF4-FFF2-40B4-BE49-F238E27FC236}">
                <a16:creationId xmlns:a16="http://schemas.microsoft.com/office/drawing/2014/main" id="{F5213D9D-7B31-D7F5-228D-BCF627D2C28F}"/>
              </a:ext>
            </a:extLst>
          </p:cNvPr>
          <p:cNvSpPr/>
          <p:nvPr/>
        </p:nvSpPr>
        <p:spPr>
          <a:xfrm rot="10800000" flipH="1">
            <a:off x="6733045" y="4225149"/>
            <a:ext cx="60936" cy="6277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475" tIns="50237" rIns="100475" bIns="50237" rtlCol="0" anchor="ctr"/>
          <a:lstStyle/>
          <a:p>
            <a:pPr algn="ctr">
              <a:lnSpc>
                <a:spcPct val="120000"/>
              </a:lnSpc>
            </a:pPr>
            <a:endParaRPr lang="bg-BG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9" name="Round Same Side Corner Rectangle 77">
            <a:extLst>
              <a:ext uri="{FF2B5EF4-FFF2-40B4-BE49-F238E27FC236}">
                <a16:creationId xmlns:a16="http://schemas.microsoft.com/office/drawing/2014/main" id="{213032AA-F7D1-DB07-8440-1BF0371E2537}"/>
              </a:ext>
            </a:extLst>
          </p:cNvPr>
          <p:cNvSpPr/>
          <p:nvPr/>
        </p:nvSpPr>
        <p:spPr>
          <a:xfrm rot="10800000" flipH="1">
            <a:off x="6733045" y="5116501"/>
            <a:ext cx="60936" cy="6277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475" tIns="50237" rIns="100475" bIns="50237" rtlCol="0" anchor="ctr"/>
          <a:lstStyle/>
          <a:p>
            <a:pPr algn="ctr">
              <a:lnSpc>
                <a:spcPct val="120000"/>
              </a:lnSpc>
            </a:pPr>
            <a:endParaRPr lang="bg-BG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" name="TextBox 20">
            <a:extLst>
              <a:ext uri="{FF2B5EF4-FFF2-40B4-BE49-F238E27FC236}">
                <a16:creationId xmlns:a16="http://schemas.microsoft.com/office/drawing/2014/main" id="{7AF64B29-7A7E-E3E7-7EB9-795A6A3F7E27}"/>
              </a:ext>
            </a:extLst>
          </p:cNvPr>
          <p:cNvSpPr txBox="1"/>
          <p:nvPr/>
        </p:nvSpPr>
        <p:spPr>
          <a:xfrm>
            <a:off x="7030681" y="1786556"/>
            <a:ext cx="3999269" cy="3699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hangingPunct="0">
              <a:lnSpc>
                <a:spcPct val="125000"/>
              </a:lnSpc>
              <a:spcAft>
                <a:spcPts val="500"/>
              </a:spcAft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文字是您思想的提炼。为了最终演示发布的良好效果，请尽量言简意赅的阐述观点。</a:t>
            </a:r>
            <a:endParaRPr lang="en-US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4" name="Rectangle 71">
            <a:extLst>
              <a:ext uri="{FF2B5EF4-FFF2-40B4-BE49-F238E27FC236}">
                <a16:creationId xmlns:a16="http://schemas.microsoft.com/office/drawing/2014/main" id="{B7D31617-6B96-08E3-0EE0-88C406936A58}"/>
              </a:ext>
            </a:extLst>
          </p:cNvPr>
          <p:cNvSpPr/>
          <p:nvPr/>
        </p:nvSpPr>
        <p:spPr>
          <a:xfrm>
            <a:off x="7030682" y="1476960"/>
            <a:ext cx="1469954" cy="2840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请替换文字内容</a:t>
            </a:r>
          </a:p>
        </p:txBody>
      </p:sp>
      <p:sp>
        <p:nvSpPr>
          <p:cNvPr id="5" name="TextBox 20">
            <a:extLst>
              <a:ext uri="{FF2B5EF4-FFF2-40B4-BE49-F238E27FC236}">
                <a16:creationId xmlns:a16="http://schemas.microsoft.com/office/drawing/2014/main" id="{48AB8F2D-53A2-634C-51F5-2B44AE222D2D}"/>
              </a:ext>
            </a:extLst>
          </p:cNvPr>
          <p:cNvSpPr txBox="1"/>
          <p:nvPr/>
        </p:nvSpPr>
        <p:spPr>
          <a:xfrm>
            <a:off x="7030681" y="2680857"/>
            <a:ext cx="3999269" cy="3699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hangingPunct="0">
              <a:lnSpc>
                <a:spcPct val="125000"/>
              </a:lnSpc>
              <a:spcAft>
                <a:spcPts val="500"/>
              </a:spcAft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文字是您思想的提炼。为了最终演示发布的良好效果，请尽量言简意赅的阐述观点。</a:t>
            </a:r>
            <a:endParaRPr lang="en-US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6" name="Rectangle 71">
            <a:extLst>
              <a:ext uri="{FF2B5EF4-FFF2-40B4-BE49-F238E27FC236}">
                <a16:creationId xmlns:a16="http://schemas.microsoft.com/office/drawing/2014/main" id="{C7EE1B4F-D0F5-B1C3-96EF-95C547398CAF}"/>
              </a:ext>
            </a:extLst>
          </p:cNvPr>
          <p:cNvSpPr/>
          <p:nvPr/>
        </p:nvSpPr>
        <p:spPr>
          <a:xfrm>
            <a:off x="7030682" y="2371261"/>
            <a:ext cx="1469954" cy="2748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请替换文字内容</a:t>
            </a:r>
          </a:p>
        </p:txBody>
      </p:sp>
      <p:sp>
        <p:nvSpPr>
          <p:cNvPr id="7" name="TextBox 20">
            <a:extLst>
              <a:ext uri="{FF2B5EF4-FFF2-40B4-BE49-F238E27FC236}">
                <a16:creationId xmlns:a16="http://schemas.microsoft.com/office/drawing/2014/main" id="{9A9E3618-7810-0524-BD3F-F3687B4A994D}"/>
              </a:ext>
            </a:extLst>
          </p:cNvPr>
          <p:cNvSpPr txBox="1"/>
          <p:nvPr/>
        </p:nvSpPr>
        <p:spPr>
          <a:xfrm>
            <a:off x="7030681" y="3575158"/>
            <a:ext cx="3999269" cy="3699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hangingPunct="0">
              <a:lnSpc>
                <a:spcPct val="125000"/>
              </a:lnSpc>
              <a:spcAft>
                <a:spcPts val="500"/>
              </a:spcAft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文字是您思想的提炼。为了最终演示发布的良好效果，请尽量言简意赅的阐述观点。</a:t>
            </a:r>
            <a:endParaRPr lang="en-US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8" name="Rectangle 71">
            <a:extLst>
              <a:ext uri="{FF2B5EF4-FFF2-40B4-BE49-F238E27FC236}">
                <a16:creationId xmlns:a16="http://schemas.microsoft.com/office/drawing/2014/main" id="{58C87CAF-5E7A-98DD-3EDD-D6F6B95DF37E}"/>
              </a:ext>
            </a:extLst>
          </p:cNvPr>
          <p:cNvSpPr/>
          <p:nvPr/>
        </p:nvSpPr>
        <p:spPr>
          <a:xfrm>
            <a:off x="7030682" y="3265562"/>
            <a:ext cx="1469954" cy="2748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请替换文字内容</a:t>
            </a:r>
          </a:p>
        </p:txBody>
      </p:sp>
      <p:sp>
        <p:nvSpPr>
          <p:cNvPr id="9" name="TextBox 20">
            <a:extLst>
              <a:ext uri="{FF2B5EF4-FFF2-40B4-BE49-F238E27FC236}">
                <a16:creationId xmlns:a16="http://schemas.microsoft.com/office/drawing/2014/main" id="{03ABA112-70E8-22D8-82A8-F82037E02147}"/>
              </a:ext>
            </a:extLst>
          </p:cNvPr>
          <p:cNvSpPr txBox="1"/>
          <p:nvPr/>
        </p:nvSpPr>
        <p:spPr>
          <a:xfrm>
            <a:off x="7030681" y="4469459"/>
            <a:ext cx="3999269" cy="3699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hangingPunct="0">
              <a:lnSpc>
                <a:spcPct val="125000"/>
              </a:lnSpc>
              <a:spcAft>
                <a:spcPts val="500"/>
              </a:spcAft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文字是您思想的提炼。为了最终演示发布的良好效果，请尽量言简意赅的阐述观点。</a:t>
            </a:r>
            <a:endParaRPr lang="en-US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10" name="Rectangle 71">
            <a:extLst>
              <a:ext uri="{FF2B5EF4-FFF2-40B4-BE49-F238E27FC236}">
                <a16:creationId xmlns:a16="http://schemas.microsoft.com/office/drawing/2014/main" id="{6CECDDB0-C565-2C77-0689-66D3D07CDD88}"/>
              </a:ext>
            </a:extLst>
          </p:cNvPr>
          <p:cNvSpPr/>
          <p:nvPr/>
        </p:nvSpPr>
        <p:spPr>
          <a:xfrm>
            <a:off x="7030682" y="4159863"/>
            <a:ext cx="1469954" cy="2748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请替换文字内容</a:t>
            </a:r>
          </a:p>
        </p:txBody>
      </p:sp>
      <p:sp>
        <p:nvSpPr>
          <p:cNvPr id="11" name="TextBox 20">
            <a:extLst>
              <a:ext uri="{FF2B5EF4-FFF2-40B4-BE49-F238E27FC236}">
                <a16:creationId xmlns:a16="http://schemas.microsoft.com/office/drawing/2014/main" id="{C078E3C5-271B-E737-11EF-E19ACA53B434}"/>
              </a:ext>
            </a:extLst>
          </p:cNvPr>
          <p:cNvSpPr txBox="1"/>
          <p:nvPr/>
        </p:nvSpPr>
        <p:spPr>
          <a:xfrm>
            <a:off x="7030681" y="5363759"/>
            <a:ext cx="3999269" cy="3699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hangingPunct="0">
              <a:lnSpc>
                <a:spcPct val="125000"/>
              </a:lnSpc>
              <a:spcAft>
                <a:spcPts val="500"/>
              </a:spcAft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文字是您思想的提炼。为了最终演示发布的良好效果，请尽量言简意赅的阐述观点。</a:t>
            </a:r>
            <a:endParaRPr lang="en-US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12" name="Rectangle 71">
            <a:extLst>
              <a:ext uri="{FF2B5EF4-FFF2-40B4-BE49-F238E27FC236}">
                <a16:creationId xmlns:a16="http://schemas.microsoft.com/office/drawing/2014/main" id="{5DE49C22-D429-58F9-994E-0A56E21AAD5C}"/>
              </a:ext>
            </a:extLst>
          </p:cNvPr>
          <p:cNvSpPr/>
          <p:nvPr/>
        </p:nvSpPr>
        <p:spPr>
          <a:xfrm>
            <a:off x="7030682" y="5054163"/>
            <a:ext cx="1469954" cy="2748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请替换文字内容</a:t>
            </a:r>
          </a:p>
        </p:txBody>
      </p:sp>
    </p:spTree>
    <p:extLst>
      <p:ext uri="{BB962C8B-B14F-4D97-AF65-F5344CB8AC3E}">
        <p14:creationId xmlns:p14="http://schemas.microsoft.com/office/powerpoint/2010/main" val="1347730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4" grpId="0" animBg="1"/>
      <p:bldP spid="65" grpId="0" animBg="1"/>
      <p:bldP spid="6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E8528AD-66B2-0456-5A4A-9BD85BD19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+mn-lt"/>
              </a:rPr>
              <a:t>1.2 </a:t>
            </a:r>
            <a:r>
              <a:rPr lang="zh-CN" altLang="en-US" dirty="0">
                <a:cs typeface="+mn-ea"/>
                <a:sym typeface="+mn-lt"/>
              </a:rPr>
              <a:t>形式统一样式</a:t>
            </a:r>
            <a:r>
              <a:rPr lang="en-US" altLang="zh-CN" dirty="0">
                <a:cs typeface="+mn-ea"/>
                <a:sym typeface="+mn-lt"/>
              </a:rPr>
              <a:t>1</a:t>
            </a:r>
            <a:endParaRPr lang="zh-CN" altLang="en-US" dirty="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2AED5F90-D82F-6A65-2950-DA685E768B8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13463" y="3557482"/>
            <a:ext cx="2527109" cy="1457488"/>
          </a:xfrm>
          <a:prstGeom prst="roundRect">
            <a:avLst>
              <a:gd name="adj" fmla="val 6506"/>
            </a:avLst>
          </a:prstGeom>
          <a:solidFill>
            <a:schemeClr val="accent1">
              <a:alpha val="14000"/>
            </a:schemeClr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226CAE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D7A4083B-CC3E-45D5-AEE3-BA530B701343}"/>
              </a:ext>
            </a:extLst>
          </p:cNvPr>
          <p:cNvSpPr/>
          <p:nvPr/>
        </p:nvSpPr>
        <p:spPr>
          <a:xfrm>
            <a:off x="6757002" y="3372259"/>
            <a:ext cx="360000" cy="36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30004D69-87AD-3609-8E8B-735BB2795F00}"/>
              </a:ext>
            </a:extLst>
          </p:cNvPr>
          <p:cNvSpPr/>
          <p:nvPr/>
        </p:nvSpPr>
        <p:spPr>
          <a:xfrm>
            <a:off x="6757002" y="4830709"/>
            <a:ext cx="360000" cy="36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65F2DDD-485E-5525-59F5-04E183CF6E55}"/>
              </a:ext>
            </a:extLst>
          </p:cNvPr>
          <p:cNvSpPr/>
          <p:nvPr/>
        </p:nvSpPr>
        <p:spPr>
          <a:xfrm>
            <a:off x="6757002" y="1205212"/>
            <a:ext cx="360000" cy="36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8AE1FA0C-4F57-4488-6EB2-A7A61A9C8F04}"/>
              </a:ext>
            </a:extLst>
          </p:cNvPr>
          <p:cNvSpPr/>
          <p:nvPr/>
        </p:nvSpPr>
        <p:spPr>
          <a:xfrm>
            <a:off x="699431" y="3044352"/>
            <a:ext cx="360000" cy="36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6F44EAC-6E87-8FA8-8F56-32759E68DD1B}"/>
              </a:ext>
            </a:extLst>
          </p:cNvPr>
          <p:cNvSpPr/>
          <p:nvPr/>
        </p:nvSpPr>
        <p:spPr>
          <a:xfrm>
            <a:off x="699812" y="1205212"/>
            <a:ext cx="360000" cy="36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4799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8FD39FB-D266-D1F4-C16D-A4F34CD1B16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16247" y="1715493"/>
            <a:ext cx="2699777" cy="311865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+mn-lt"/>
              </a:rPr>
              <a:t>单击此处输入您的内容</a:t>
            </a:r>
            <a:endParaRPr lang="en-US" altLang="zh-CN" dirty="0"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A7680C9-8A69-813D-51C4-94CABCCB9A2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508602" y="1715493"/>
            <a:ext cx="2348188" cy="311865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+mn-lt"/>
              </a:rPr>
              <a:t>单击此处输入您的内容</a:t>
            </a:r>
            <a:endParaRPr lang="en-US" altLang="zh-CN" dirty="0"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21AFB23-1CEB-F4AF-FBE7-CE99EA2346D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708628" y="2123586"/>
            <a:ext cx="2714245" cy="311865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+mn-lt"/>
              </a:rPr>
              <a:t>单击此处输入您的内容</a:t>
            </a:r>
            <a:endParaRPr lang="en-US" altLang="zh-CN" dirty="0"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83DCDB9-4569-1342-090D-1D8F57C7252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708629" y="2531679"/>
            <a:ext cx="2707395" cy="311865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+mn-lt"/>
              </a:rPr>
              <a:t>单击此处输入您的内容</a:t>
            </a:r>
            <a:endParaRPr lang="en-US" altLang="zh-CN" dirty="0"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CD6E6C2-383E-74F0-8D7B-8B004B6092E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057271" y="1207074"/>
            <a:ext cx="4817480" cy="369332"/>
          </a:xfrm>
          <a:prstGeom prst="rect">
            <a:avLst/>
          </a:prstGeom>
          <a:noFill/>
        </p:spPr>
        <p:txBody>
          <a:bodyPr wrap="square" bIns="36000" rtlCol="0">
            <a:spAutoFit/>
          </a:bodyPr>
          <a:lstStyle/>
          <a:p>
            <a:r>
              <a:rPr lang="zh-CN" altLang="en-US" dirty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Regular" panose="020B0500000000000000" pitchFamily="34" charset="-122"/>
              </a:rPr>
              <a:t>标题内容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B5B5289-52D5-BFD5-E828-18EF54D7FD38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7085730" y="1207074"/>
            <a:ext cx="4366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Regular" panose="020B0500000000000000" pitchFamily="34" charset="-122"/>
              </a:rPr>
              <a:t>标题内容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1B0F4F0-E6E4-1D87-3D0B-98E378017B4C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056890" y="3049158"/>
            <a:ext cx="479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Regular" panose="020B0500000000000000" pitchFamily="34" charset="-122"/>
              </a:rPr>
              <a:t>标题内容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0EFC9E3-8578-603D-2F13-F2FF7EFDCE5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085729" y="4842837"/>
            <a:ext cx="439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Regular" panose="020B0500000000000000" pitchFamily="34" charset="-122"/>
              </a:rPr>
              <a:t>标题内容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A8A341A-09C7-DB75-FF6F-1D4A841B08C1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760614" y="1683553"/>
            <a:ext cx="4737394" cy="1315298"/>
          </a:xfrm>
          <a:prstGeom prst="roundRect">
            <a:avLst>
              <a:gd name="adj" fmla="val 6365"/>
            </a:avLst>
          </a:prstGeom>
          <a:solidFill>
            <a:schemeClr val="accent2">
              <a:alpha val="18000"/>
            </a:schemeClr>
          </a:solidFill>
          <a:ln>
            <a:noFill/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479D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pic>
        <p:nvPicPr>
          <p:cNvPr id="20" name="图片 19" descr="分离">
            <a:extLst>
              <a:ext uri="{FF2B5EF4-FFF2-40B4-BE49-F238E27FC236}">
                <a16:creationId xmlns:a16="http://schemas.microsoft.com/office/drawing/2014/main" id="{D3B94BCF-3C7D-A8EB-4511-F518F5B9494E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53">
            <a:extLst>
              <a:ext uri="{BEBA8EAE-BF5A-486C-A8C5-ECC9F3942E4B}">
                <a14:imgProps xmlns:a14="http://schemas.microsoft.com/office/drawing/2010/main">
                  <a14:imgLayer r:embed="rId54"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9716" y="1244816"/>
            <a:ext cx="269936" cy="269936"/>
          </a:xfrm>
          <a:prstGeom prst="rect">
            <a:avLst/>
          </a:prstGeom>
          <a:solidFill>
            <a:srgbClr val="1959A7">
              <a:alpha val="8000"/>
            </a:srgbClr>
          </a:solidFill>
          <a:ln w="15875">
            <a:noFill/>
            <a:prstDash val="dash"/>
          </a:ln>
        </p:spPr>
      </p:pic>
      <p:pic>
        <p:nvPicPr>
          <p:cNvPr id="21" name="图片 20" descr="申请支付">
            <a:extLst>
              <a:ext uri="{FF2B5EF4-FFF2-40B4-BE49-F238E27FC236}">
                <a16:creationId xmlns:a16="http://schemas.microsoft.com/office/drawing/2014/main" id="{9C1F5FE2-DCC6-8211-4918-5689190795F7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55">
            <a:extLst>
              <a:ext uri="{BEBA8EAE-BF5A-486C-A8C5-ECC9F3942E4B}">
                <a14:imgProps xmlns:a14="http://schemas.microsoft.com/office/drawing/2010/main">
                  <a14:imgLayer r:embed="rId56"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21348" y="1275238"/>
            <a:ext cx="225898" cy="225898"/>
          </a:xfrm>
          <a:prstGeom prst="rect">
            <a:avLst/>
          </a:prstGeom>
          <a:solidFill>
            <a:srgbClr val="1959A7">
              <a:alpha val="8000"/>
            </a:srgbClr>
          </a:solidFill>
          <a:ln w="15875">
            <a:noFill/>
            <a:prstDash val="dash"/>
          </a:ln>
        </p:spPr>
      </p:pic>
      <p:pic>
        <p:nvPicPr>
          <p:cNvPr id="22" name="图片 21" descr="系统配置更新 (1)">
            <a:extLst>
              <a:ext uri="{FF2B5EF4-FFF2-40B4-BE49-F238E27FC236}">
                <a16:creationId xmlns:a16="http://schemas.microsoft.com/office/drawing/2014/main" id="{892CD1DD-CB6C-B913-CD8A-4FAD34EF1CD1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57">
            <a:extLst>
              <a:ext uri="{BEBA8EAE-BF5A-486C-A8C5-ECC9F3942E4B}">
                <a14:imgProps xmlns:a14="http://schemas.microsoft.com/office/drawing/2010/main">
                  <a14:imgLayer r:embed="rId58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5534" y="3132506"/>
            <a:ext cx="192247" cy="192247"/>
          </a:xfrm>
          <a:prstGeom prst="rect">
            <a:avLst/>
          </a:prstGeom>
          <a:solidFill>
            <a:srgbClr val="1959A7">
              <a:alpha val="8000"/>
            </a:srgbClr>
          </a:solidFill>
          <a:ln w="15875">
            <a:noFill/>
            <a:prstDash val="dash"/>
          </a:ln>
        </p:spPr>
      </p:pic>
      <p:pic>
        <p:nvPicPr>
          <p:cNvPr id="23" name="图片 22" descr="tsxs (1)">
            <a:extLst>
              <a:ext uri="{FF2B5EF4-FFF2-40B4-BE49-F238E27FC236}">
                <a16:creationId xmlns:a16="http://schemas.microsoft.com/office/drawing/2014/main" id="{20E88DB2-3591-6F38-4E20-675029B219AF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59">
            <a:extLst>
              <a:ext uri="{BEBA8EAE-BF5A-486C-A8C5-ECC9F3942E4B}">
                <a14:imgProps xmlns:a14="http://schemas.microsoft.com/office/drawing/2010/main">
                  <a14:imgLayer r:embed="rId60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39218" y="4912925"/>
            <a:ext cx="195569" cy="195569"/>
          </a:xfrm>
          <a:prstGeom prst="rect">
            <a:avLst/>
          </a:prstGeom>
          <a:solidFill>
            <a:srgbClr val="1959A7">
              <a:alpha val="8000"/>
            </a:srgbClr>
          </a:solidFill>
          <a:ln w="15875">
            <a:noFill/>
            <a:prstDash val="dash"/>
          </a:ln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B6E6C574-B8A5-4B4F-4846-EAF19D9E8E4C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3508602" y="2123853"/>
            <a:ext cx="2346560" cy="311865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+mn-lt"/>
              </a:rPr>
              <a:t>单击此处输入您的内容</a:t>
            </a:r>
            <a:endParaRPr lang="en-US" altLang="zh-CN" dirty="0"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9D853EB-169A-3C32-3595-8608B2E4DFA9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3508602" y="2532213"/>
            <a:ext cx="2346560" cy="311865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+mn-lt"/>
              </a:rPr>
              <a:t>单击此处输入您的内容</a:t>
            </a:r>
            <a:endParaRPr lang="en-US" altLang="zh-CN" dirty="0"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DDA2378-A841-F459-1950-1E3700831C58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6953866" y="1807878"/>
            <a:ext cx="1273810" cy="31186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alpha val="50000"/>
              </a:schemeClr>
            </a:solidFill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A05205B-749D-86B7-E022-76C910835687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9094626" y="1964119"/>
            <a:ext cx="1020590" cy="31186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alpha val="50000"/>
              </a:schemeClr>
            </a:solidFill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A3BC1F7-6FBF-69B6-38DD-9026F922EB39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8327371" y="2446188"/>
            <a:ext cx="80010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b="1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一致性校验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5E30D89-60A3-18B2-91F2-C3E8DF8A9547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2020275" y="3733377"/>
            <a:ext cx="1069180" cy="311865"/>
          </a:xfrm>
          <a:prstGeom prst="roundRect">
            <a:avLst/>
          </a:prstGeom>
          <a:solidFill>
            <a:schemeClr val="bg1"/>
          </a:solidFill>
          <a:ln>
            <a:solidFill>
              <a:srgbClr val="00479D">
                <a:alpha val="50000"/>
              </a:srgbClr>
            </a:solidFill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32B2E5F-7C43-3BDD-1A99-8F58093EA457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3904711" y="3651962"/>
            <a:ext cx="1468876" cy="311865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C232E71-A314-6D83-E228-D78ADFE14BF6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3474151" y="4561309"/>
            <a:ext cx="728063" cy="311865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4F3367B2-CEDE-21A7-AFC6-28FB7CA76BA4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3391060" y="4422222"/>
            <a:ext cx="2483691" cy="592748"/>
          </a:xfrm>
          <a:prstGeom prst="roundRect">
            <a:avLst>
              <a:gd name="adj" fmla="val 4972"/>
            </a:avLst>
          </a:prstGeom>
          <a:noFill/>
          <a:ln w="9525">
            <a:solidFill>
              <a:srgbClr val="004799">
                <a:alpha val="50000"/>
              </a:srgb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CF21987-EDAE-F840-210A-8A1644E28A4D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4264850" y="4561309"/>
            <a:ext cx="728063" cy="311865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61C00EF1-EA6E-E25A-6D0C-1FB1E70DA070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5055548" y="4561309"/>
            <a:ext cx="728063" cy="311865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46" name="任意多边形: 形状 11">
            <a:extLst>
              <a:ext uri="{FF2B5EF4-FFF2-40B4-BE49-F238E27FC236}">
                <a16:creationId xmlns:a16="http://schemas.microsoft.com/office/drawing/2014/main" id="{9EA948D8-4775-E51A-1549-9D6425245C2A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 rot="10800000">
            <a:off x="4395621" y="4005897"/>
            <a:ext cx="477831" cy="363183"/>
          </a:xfrm>
          <a:custGeom>
            <a:avLst/>
            <a:gdLst>
              <a:gd name="connsiteX0" fmla="*/ 1829836 w 3659671"/>
              <a:gd name="connsiteY0" fmla="*/ 0 h 5221922"/>
              <a:gd name="connsiteX1" fmla="*/ 2744236 w 3659671"/>
              <a:gd name="connsiteY1" fmla="*/ 1025479 h 5221922"/>
              <a:gd name="connsiteX2" fmla="*/ 2186407 w 3659671"/>
              <a:gd name="connsiteY2" fmla="*/ 1025479 h 5221922"/>
              <a:gd name="connsiteX3" fmla="*/ 2185603 w 3659671"/>
              <a:gd name="connsiteY3" fmla="*/ 1093353 h 5221922"/>
              <a:gd name="connsiteX4" fmla="*/ 2727829 w 3659671"/>
              <a:gd name="connsiteY4" fmla="*/ 3563174 h 5221922"/>
              <a:gd name="connsiteX5" fmla="*/ 3563896 w 3659671"/>
              <a:gd name="connsiteY5" fmla="*/ 5096147 h 5221922"/>
              <a:gd name="connsiteX6" fmla="*/ 3659671 w 3659671"/>
              <a:gd name="connsiteY6" fmla="*/ 5221922 h 5221922"/>
              <a:gd name="connsiteX7" fmla="*/ 0 w 3659671"/>
              <a:gd name="connsiteY7" fmla="*/ 5221922 h 5221922"/>
              <a:gd name="connsiteX8" fmla="*/ 95777 w 3659671"/>
              <a:gd name="connsiteY8" fmla="*/ 5096145 h 5221922"/>
              <a:gd name="connsiteX9" fmla="*/ 931844 w 3659671"/>
              <a:gd name="connsiteY9" fmla="*/ 3563172 h 5221922"/>
              <a:gd name="connsiteX10" fmla="*/ 1474070 w 3659671"/>
              <a:gd name="connsiteY10" fmla="*/ 1093351 h 5221922"/>
              <a:gd name="connsiteX11" fmla="*/ 1473265 w 3659671"/>
              <a:gd name="connsiteY11" fmla="*/ 1025479 h 5221922"/>
              <a:gd name="connsiteX12" fmla="*/ 915436 w 3659671"/>
              <a:gd name="connsiteY12" fmla="*/ 1025479 h 522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59671" h="5221922">
                <a:moveTo>
                  <a:pt x="1829836" y="0"/>
                </a:moveTo>
                <a:lnTo>
                  <a:pt x="2744236" y="1025479"/>
                </a:lnTo>
                <a:lnTo>
                  <a:pt x="2186407" y="1025479"/>
                </a:lnTo>
                <a:lnTo>
                  <a:pt x="2185603" y="1093353"/>
                </a:lnTo>
                <a:cubicBezTo>
                  <a:pt x="2203211" y="1854161"/>
                  <a:pt x="2380074" y="2708036"/>
                  <a:pt x="2727829" y="3563174"/>
                </a:cubicBezTo>
                <a:cubicBezTo>
                  <a:pt x="2959665" y="4133266"/>
                  <a:pt x="3245505" y="4649949"/>
                  <a:pt x="3563896" y="5096147"/>
                </a:cubicBezTo>
                <a:lnTo>
                  <a:pt x="3659671" y="5221922"/>
                </a:lnTo>
                <a:lnTo>
                  <a:pt x="0" y="5221922"/>
                </a:lnTo>
                <a:lnTo>
                  <a:pt x="95777" y="5096145"/>
                </a:lnTo>
                <a:cubicBezTo>
                  <a:pt x="414167" y="4649947"/>
                  <a:pt x="700007" y="4133264"/>
                  <a:pt x="931844" y="3563172"/>
                </a:cubicBezTo>
                <a:cubicBezTo>
                  <a:pt x="1279598" y="2708034"/>
                  <a:pt x="1456462" y="1854159"/>
                  <a:pt x="1474070" y="1093351"/>
                </a:cubicBezTo>
                <a:lnTo>
                  <a:pt x="1473265" y="1025479"/>
                </a:lnTo>
                <a:lnTo>
                  <a:pt x="915436" y="1025479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chemeClr val="tx2">
                  <a:alpha val="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7424A7FC-E2C1-D47A-8756-BD84988D5C09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10115215" y="5332498"/>
            <a:ext cx="1381459" cy="285687"/>
          </a:xfrm>
          <a:prstGeom prst="roundRect">
            <a:avLst/>
          </a:prstGeom>
          <a:solidFill>
            <a:schemeClr val="accent2">
              <a:alpha val="18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思源黑体 CN Regular" panose="020B0500000000000000" pitchFamily="34" charset="-122"/>
              </a:rPr>
              <a:t>内容内容内容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DC31408B-CCED-DB80-3A80-B5D63F76B91D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6760614" y="5332498"/>
            <a:ext cx="1912053" cy="285687"/>
          </a:xfrm>
          <a:prstGeom prst="roundRect">
            <a:avLst/>
          </a:prstGeom>
          <a:solidFill>
            <a:schemeClr val="accent2">
              <a:alpha val="18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思源黑体 CN Regular" panose="020B0500000000000000" pitchFamily="34" charset="-122"/>
              </a:rPr>
              <a:t>内容内容内容内容内容内容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CE8389D-10B2-D318-3302-9C92C3554BB7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8819896" y="5332498"/>
            <a:ext cx="1148090" cy="285687"/>
          </a:xfrm>
          <a:prstGeom prst="roundRect">
            <a:avLst/>
          </a:prstGeom>
          <a:solidFill>
            <a:schemeClr val="accent2">
              <a:alpha val="18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C46F28E6-6781-859B-D80C-7E7E068152B8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8062722" y="5738514"/>
            <a:ext cx="1509976" cy="285687"/>
          </a:xfrm>
          <a:prstGeom prst="roundRect">
            <a:avLst/>
          </a:prstGeom>
          <a:solidFill>
            <a:schemeClr val="accent2">
              <a:alpha val="18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思源黑体 CN Regular" panose="020B0500000000000000" pitchFamily="34" charset="-122"/>
              </a:rPr>
              <a:t>内容内容内容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E21992CE-6E27-714B-8412-912E7D2D47C1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6757002" y="5738514"/>
            <a:ext cx="1183724" cy="285687"/>
          </a:xfrm>
          <a:prstGeom prst="roundRect">
            <a:avLst/>
          </a:prstGeom>
          <a:solidFill>
            <a:schemeClr val="accent2">
              <a:alpha val="18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思源黑体 CN Regular" panose="020B0500000000000000" pitchFamily="34" charset="-122"/>
              </a:rPr>
              <a:t>内容内容内容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480A6BE-AA2F-8F47-5898-C545B387C04E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9694695" y="5738514"/>
            <a:ext cx="1799701" cy="285687"/>
          </a:xfrm>
          <a:prstGeom prst="roundRect">
            <a:avLst/>
          </a:prstGeom>
          <a:solidFill>
            <a:schemeClr val="accent2">
              <a:alpha val="18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思源黑体 CN Regular" panose="020B0500000000000000" pitchFamily="34" charset="-122"/>
              </a:rPr>
              <a:t>内容内容内容内容</a:t>
            </a:r>
          </a:p>
        </p:txBody>
      </p:sp>
      <p:sp>
        <p:nvSpPr>
          <p:cNvPr id="57" name="任意多边形: 形状 11">
            <a:extLst>
              <a:ext uri="{FF2B5EF4-FFF2-40B4-BE49-F238E27FC236}">
                <a16:creationId xmlns:a16="http://schemas.microsoft.com/office/drawing/2014/main" id="{BCE49E11-A9BC-CA04-0AA1-F0A4166E59A6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 rot="5400000">
            <a:off x="3330181" y="3614806"/>
            <a:ext cx="477831" cy="363183"/>
          </a:xfrm>
          <a:custGeom>
            <a:avLst/>
            <a:gdLst>
              <a:gd name="connsiteX0" fmla="*/ 1829836 w 3659671"/>
              <a:gd name="connsiteY0" fmla="*/ 0 h 5221922"/>
              <a:gd name="connsiteX1" fmla="*/ 2744236 w 3659671"/>
              <a:gd name="connsiteY1" fmla="*/ 1025479 h 5221922"/>
              <a:gd name="connsiteX2" fmla="*/ 2186407 w 3659671"/>
              <a:gd name="connsiteY2" fmla="*/ 1025479 h 5221922"/>
              <a:gd name="connsiteX3" fmla="*/ 2185603 w 3659671"/>
              <a:gd name="connsiteY3" fmla="*/ 1093353 h 5221922"/>
              <a:gd name="connsiteX4" fmla="*/ 2727829 w 3659671"/>
              <a:gd name="connsiteY4" fmla="*/ 3563174 h 5221922"/>
              <a:gd name="connsiteX5" fmla="*/ 3563896 w 3659671"/>
              <a:gd name="connsiteY5" fmla="*/ 5096147 h 5221922"/>
              <a:gd name="connsiteX6" fmla="*/ 3659671 w 3659671"/>
              <a:gd name="connsiteY6" fmla="*/ 5221922 h 5221922"/>
              <a:gd name="connsiteX7" fmla="*/ 0 w 3659671"/>
              <a:gd name="connsiteY7" fmla="*/ 5221922 h 5221922"/>
              <a:gd name="connsiteX8" fmla="*/ 95777 w 3659671"/>
              <a:gd name="connsiteY8" fmla="*/ 5096145 h 5221922"/>
              <a:gd name="connsiteX9" fmla="*/ 931844 w 3659671"/>
              <a:gd name="connsiteY9" fmla="*/ 3563172 h 5221922"/>
              <a:gd name="connsiteX10" fmla="*/ 1474070 w 3659671"/>
              <a:gd name="connsiteY10" fmla="*/ 1093351 h 5221922"/>
              <a:gd name="connsiteX11" fmla="*/ 1473265 w 3659671"/>
              <a:gd name="connsiteY11" fmla="*/ 1025479 h 5221922"/>
              <a:gd name="connsiteX12" fmla="*/ 915436 w 3659671"/>
              <a:gd name="connsiteY12" fmla="*/ 1025479 h 522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59671" h="5221922">
                <a:moveTo>
                  <a:pt x="1829836" y="0"/>
                </a:moveTo>
                <a:lnTo>
                  <a:pt x="2744236" y="1025479"/>
                </a:lnTo>
                <a:lnTo>
                  <a:pt x="2186407" y="1025479"/>
                </a:lnTo>
                <a:lnTo>
                  <a:pt x="2185603" y="1093353"/>
                </a:lnTo>
                <a:cubicBezTo>
                  <a:pt x="2203211" y="1854161"/>
                  <a:pt x="2380074" y="2708036"/>
                  <a:pt x="2727829" y="3563174"/>
                </a:cubicBezTo>
                <a:cubicBezTo>
                  <a:pt x="2959665" y="4133266"/>
                  <a:pt x="3245505" y="4649949"/>
                  <a:pt x="3563896" y="5096147"/>
                </a:cubicBezTo>
                <a:lnTo>
                  <a:pt x="3659671" y="5221922"/>
                </a:lnTo>
                <a:lnTo>
                  <a:pt x="0" y="5221922"/>
                </a:lnTo>
                <a:lnTo>
                  <a:pt x="95777" y="5096145"/>
                </a:lnTo>
                <a:cubicBezTo>
                  <a:pt x="414167" y="4649947"/>
                  <a:pt x="700007" y="4133264"/>
                  <a:pt x="931844" y="3563172"/>
                </a:cubicBezTo>
                <a:cubicBezTo>
                  <a:pt x="1279598" y="2708034"/>
                  <a:pt x="1456462" y="1854159"/>
                  <a:pt x="1474070" y="1093351"/>
                </a:cubicBezTo>
                <a:lnTo>
                  <a:pt x="1473265" y="1025479"/>
                </a:lnTo>
                <a:lnTo>
                  <a:pt x="915436" y="1025479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chemeClr val="tx2">
                  <a:alpha val="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pic>
        <p:nvPicPr>
          <p:cNvPr id="58" name="图片 57" descr="号码归属地">
            <a:extLst>
              <a:ext uri="{FF2B5EF4-FFF2-40B4-BE49-F238E27FC236}">
                <a16:creationId xmlns:a16="http://schemas.microsoft.com/office/drawing/2014/main" id="{45CCCB6E-F2E7-A90B-F43F-6D584E0BD50B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BEBA8EAE-BF5A-486C-A8C5-ECC9F3942E4B}">
                <a14:imgProps xmlns:a14="http://schemas.microsoft.com/office/drawing/2010/main">
                  <a14:imgLayer r:embed="rId62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46594" y="3461851"/>
            <a:ext cx="180817" cy="180817"/>
          </a:xfrm>
          <a:prstGeom prst="rect">
            <a:avLst/>
          </a:prstGeom>
          <a:solidFill>
            <a:srgbClr val="1959A7">
              <a:alpha val="8000"/>
            </a:srgbClr>
          </a:solidFill>
          <a:ln w="15875">
            <a:noFill/>
            <a:prstDash val="dash"/>
          </a:ln>
        </p:spPr>
      </p:pic>
      <p:sp>
        <p:nvSpPr>
          <p:cNvPr id="59" name="文本框 58">
            <a:extLst>
              <a:ext uri="{FF2B5EF4-FFF2-40B4-BE49-F238E27FC236}">
                <a16:creationId xmlns:a16="http://schemas.microsoft.com/office/drawing/2014/main" id="{3658DB5A-213D-5528-6965-C36C91A6A23D}"/>
              </a:ext>
            </a:extLst>
          </p:cNvPr>
          <p:cNvSpPr txBox="1"/>
          <p:nvPr>
            <p:custDataLst>
              <p:tags r:id="rId34"/>
            </p:custDataLst>
          </p:nvPr>
        </p:nvSpPr>
        <p:spPr>
          <a:xfrm>
            <a:off x="7085730" y="3365512"/>
            <a:ext cx="4408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Regular" panose="020B0500000000000000" pitchFamily="34" charset="-122"/>
              </a:rPr>
              <a:t>标题内容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C82D5B03-D1D3-4240-AD21-731B61A61FE6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6760614" y="3891881"/>
            <a:ext cx="4737394" cy="511417"/>
          </a:xfrm>
          <a:prstGeom prst="roundRect">
            <a:avLst/>
          </a:prstGeom>
          <a:solidFill>
            <a:schemeClr val="accent2">
              <a:alpha val="18000"/>
            </a:schemeClr>
          </a:solidFill>
          <a:ln>
            <a:noFill/>
          </a:ln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lang="zh-CN" altLang="en-US" dirty="0">
                <a:sym typeface="+mn-lt"/>
              </a:rPr>
              <a:t>单击此处输入您的内容。文字是您思想的提炼，为了最终演示发布的良好效果，请尽量言简意赅的阐述观点。</a:t>
            </a:r>
            <a:endParaRPr lang="en-US" altLang="zh-CN" dirty="0">
              <a:sym typeface="+mn-lt"/>
            </a:endParaRPr>
          </a:p>
        </p:txBody>
      </p:sp>
      <p:pic>
        <p:nvPicPr>
          <p:cNvPr id="74" name="图形 73">
            <a:extLst>
              <a:ext uri="{FF2B5EF4-FFF2-40B4-BE49-F238E27FC236}">
                <a16:creationId xmlns:a16="http://schemas.microsoft.com/office/drawing/2014/main" id="{CBF063D6-1F81-787E-79D9-25AE1E493BD6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8493476" y="2153611"/>
            <a:ext cx="363220" cy="272415"/>
          </a:xfrm>
          <a:prstGeom prst="rect">
            <a:avLst/>
          </a:prstGeom>
        </p:spPr>
      </p:pic>
      <p:sp>
        <p:nvSpPr>
          <p:cNvPr id="69" name="文本框 68">
            <a:extLst>
              <a:ext uri="{FF2B5EF4-FFF2-40B4-BE49-F238E27FC236}">
                <a16:creationId xmlns:a16="http://schemas.microsoft.com/office/drawing/2014/main" id="{801CFB2C-4FF1-40FB-9E08-D5BC1490A73F}"/>
              </a:ext>
            </a:extLst>
          </p:cNvPr>
          <p:cNvSpPr txBox="1"/>
          <p:nvPr>
            <p:custDataLst>
              <p:tags r:id="rId36"/>
            </p:custDataLst>
          </p:nvPr>
        </p:nvSpPr>
        <p:spPr>
          <a:xfrm>
            <a:off x="1046799" y="5227738"/>
            <a:ext cx="4827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Regular" panose="020B0500000000000000" pitchFamily="34" charset="-122"/>
              </a:rPr>
              <a:t>标题内容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BDA7F7D8-5853-F6FE-AE1F-82270F27DC06}"/>
              </a:ext>
            </a:extLst>
          </p:cNvPr>
          <p:cNvSpPr txBox="1"/>
          <p:nvPr>
            <p:custDataLst>
              <p:tags r:id="rId37"/>
            </p:custDataLst>
          </p:nvPr>
        </p:nvSpPr>
        <p:spPr>
          <a:xfrm>
            <a:off x="707465" y="5704525"/>
            <a:ext cx="1329848" cy="311865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5365F9C1-F09D-F70B-EE47-8364F456E51D}"/>
              </a:ext>
            </a:extLst>
          </p:cNvPr>
          <p:cNvSpPr txBox="1"/>
          <p:nvPr>
            <p:custDataLst>
              <p:tags r:id="rId38"/>
            </p:custDataLst>
          </p:nvPr>
        </p:nvSpPr>
        <p:spPr>
          <a:xfrm>
            <a:off x="2234949" y="5704525"/>
            <a:ext cx="948385" cy="311865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AFC30AD3-FD81-0121-B92D-9E566589D291}"/>
              </a:ext>
            </a:extLst>
          </p:cNvPr>
          <p:cNvSpPr txBox="1"/>
          <p:nvPr>
            <p:custDataLst>
              <p:tags r:id="rId39"/>
            </p:custDataLst>
          </p:nvPr>
        </p:nvSpPr>
        <p:spPr>
          <a:xfrm>
            <a:off x="3380970" y="5704525"/>
            <a:ext cx="948385" cy="311865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9790ED37-81BF-75B8-8049-0F95EA57BFEA}"/>
              </a:ext>
            </a:extLst>
          </p:cNvPr>
          <p:cNvSpPr txBox="1"/>
          <p:nvPr>
            <p:custDataLst>
              <p:tags r:id="rId40"/>
            </p:custDataLst>
          </p:nvPr>
        </p:nvSpPr>
        <p:spPr>
          <a:xfrm>
            <a:off x="4526990" y="5704525"/>
            <a:ext cx="948385" cy="311865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5D0AF77B-EAD0-B95D-6581-6E64E7197B52}"/>
              </a:ext>
            </a:extLst>
          </p:cNvPr>
          <p:cNvSpPr/>
          <p:nvPr/>
        </p:nvSpPr>
        <p:spPr>
          <a:xfrm>
            <a:off x="689341" y="5222749"/>
            <a:ext cx="360000" cy="36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pic>
        <p:nvPicPr>
          <p:cNvPr id="76" name="图片 75" descr="人员 (1)">
            <a:extLst>
              <a:ext uri="{FF2B5EF4-FFF2-40B4-BE49-F238E27FC236}">
                <a16:creationId xmlns:a16="http://schemas.microsoft.com/office/drawing/2014/main" id="{CBC78D7A-10B9-4C9E-A9AC-7F6FA8B1DBE1}"/>
              </a:ext>
            </a:extLst>
          </p:cNvPr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65">
            <a:extLst>
              <a:ext uri="{BEBA8EAE-BF5A-486C-A8C5-ECC9F3942E4B}">
                <a14:imgProps xmlns:a14="http://schemas.microsoft.com/office/drawing/2010/main">
                  <a14:imgLayer r:embed="rId6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6594" y="5253876"/>
            <a:ext cx="265494" cy="26549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77407F9-3058-BD74-E8B7-E18D4DAE7C20}"/>
              </a:ext>
            </a:extLst>
          </p:cNvPr>
          <p:cNvSpPr txBox="1"/>
          <p:nvPr>
            <p:custDataLst>
              <p:tags r:id="rId42"/>
            </p:custDataLst>
          </p:nvPr>
        </p:nvSpPr>
        <p:spPr>
          <a:xfrm>
            <a:off x="837799" y="3733377"/>
            <a:ext cx="1069180" cy="311865"/>
          </a:xfrm>
          <a:prstGeom prst="roundRect">
            <a:avLst/>
          </a:prstGeom>
          <a:solidFill>
            <a:schemeClr val="bg1"/>
          </a:solidFill>
          <a:ln>
            <a:solidFill>
              <a:srgbClr val="00479D">
                <a:alpha val="50000"/>
              </a:srgbClr>
            </a:solidFill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39C83A8-6D09-DBB5-E2F6-050E14BCD400}"/>
              </a:ext>
            </a:extLst>
          </p:cNvPr>
          <p:cNvSpPr txBox="1"/>
          <p:nvPr>
            <p:custDataLst>
              <p:tags r:id="rId43"/>
            </p:custDataLst>
          </p:nvPr>
        </p:nvSpPr>
        <p:spPr>
          <a:xfrm>
            <a:off x="2020275" y="4149838"/>
            <a:ext cx="1069180" cy="311865"/>
          </a:xfrm>
          <a:prstGeom prst="roundRect">
            <a:avLst/>
          </a:prstGeom>
          <a:solidFill>
            <a:schemeClr val="bg1"/>
          </a:solidFill>
          <a:ln>
            <a:solidFill>
              <a:srgbClr val="00479D">
                <a:alpha val="50000"/>
              </a:srgbClr>
            </a:solidFill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D5D6CB8-8745-C437-CFC1-85F6CED7FA2F}"/>
              </a:ext>
            </a:extLst>
          </p:cNvPr>
          <p:cNvSpPr txBox="1"/>
          <p:nvPr>
            <p:custDataLst>
              <p:tags r:id="rId44"/>
            </p:custDataLst>
          </p:nvPr>
        </p:nvSpPr>
        <p:spPr>
          <a:xfrm>
            <a:off x="837799" y="4149838"/>
            <a:ext cx="1069180" cy="311865"/>
          </a:xfrm>
          <a:prstGeom prst="roundRect">
            <a:avLst/>
          </a:prstGeom>
          <a:solidFill>
            <a:schemeClr val="bg1"/>
          </a:solidFill>
          <a:ln>
            <a:solidFill>
              <a:srgbClr val="00479D">
                <a:alpha val="50000"/>
              </a:srgbClr>
            </a:solidFill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854A4B4-ADE4-F8BB-89ED-FA44EF283954}"/>
              </a:ext>
            </a:extLst>
          </p:cNvPr>
          <p:cNvSpPr txBox="1"/>
          <p:nvPr>
            <p:custDataLst>
              <p:tags r:id="rId45"/>
            </p:custDataLst>
          </p:nvPr>
        </p:nvSpPr>
        <p:spPr>
          <a:xfrm>
            <a:off x="2020275" y="4566299"/>
            <a:ext cx="1069180" cy="311865"/>
          </a:xfrm>
          <a:prstGeom prst="roundRect">
            <a:avLst/>
          </a:prstGeom>
          <a:solidFill>
            <a:schemeClr val="bg1"/>
          </a:solidFill>
          <a:ln>
            <a:solidFill>
              <a:srgbClr val="00479D">
                <a:alpha val="50000"/>
              </a:srgbClr>
            </a:solidFill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342F080-F9FE-9314-66B0-6D0DAA204727}"/>
              </a:ext>
            </a:extLst>
          </p:cNvPr>
          <p:cNvSpPr txBox="1"/>
          <p:nvPr>
            <p:custDataLst>
              <p:tags r:id="rId46"/>
            </p:custDataLst>
          </p:nvPr>
        </p:nvSpPr>
        <p:spPr>
          <a:xfrm>
            <a:off x="837799" y="4566299"/>
            <a:ext cx="1069180" cy="311865"/>
          </a:xfrm>
          <a:prstGeom prst="roundRect">
            <a:avLst/>
          </a:prstGeom>
          <a:solidFill>
            <a:schemeClr val="bg1"/>
          </a:solidFill>
          <a:ln>
            <a:solidFill>
              <a:srgbClr val="00479D">
                <a:alpha val="50000"/>
              </a:srgbClr>
            </a:solidFill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35FFED2-34FE-181A-9728-664733921537}"/>
              </a:ext>
            </a:extLst>
          </p:cNvPr>
          <p:cNvSpPr txBox="1"/>
          <p:nvPr>
            <p:custDataLst>
              <p:tags r:id="rId47"/>
            </p:custDataLst>
          </p:nvPr>
        </p:nvSpPr>
        <p:spPr>
          <a:xfrm>
            <a:off x="10295649" y="1964119"/>
            <a:ext cx="1020590" cy="31186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alpha val="50000"/>
              </a:schemeClr>
            </a:solidFill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966997F3-9890-8636-7DA5-50E2307CA709}"/>
              </a:ext>
            </a:extLst>
          </p:cNvPr>
          <p:cNvSpPr txBox="1"/>
          <p:nvPr>
            <p:custDataLst>
              <p:tags r:id="rId48"/>
            </p:custDataLst>
          </p:nvPr>
        </p:nvSpPr>
        <p:spPr>
          <a:xfrm>
            <a:off x="9094626" y="2395763"/>
            <a:ext cx="1020590" cy="31186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alpha val="50000"/>
              </a:schemeClr>
            </a:solidFill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6D6C160-154E-C598-375A-DE690837DEE8}"/>
              </a:ext>
            </a:extLst>
          </p:cNvPr>
          <p:cNvSpPr txBox="1"/>
          <p:nvPr>
            <p:custDataLst>
              <p:tags r:id="rId49"/>
            </p:custDataLst>
          </p:nvPr>
        </p:nvSpPr>
        <p:spPr>
          <a:xfrm>
            <a:off x="10295649" y="2395763"/>
            <a:ext cx="1020590" cy="31186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alpha val="50000"/>
              </a:schemeClr>
            </a:solidFill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0A7173DC-97BD-303A-FDB0-4E2A42BF7F90}"/>
              </a:ext>
            </a:extLst>
          </p:cNvPr>
          <p:cNvSpPr txBox="1"/>
          <p:nvPr>
            <p:custDataLst>
              <p:tags r:id="rId50"/>
            </p:custDataLst>
          </p:nvPr>
        </p:nvSpPr>
        <p:spPr>
          <a:xfrm>
            <a:off x="6953866" y="2187101"/>
            <a:ext cx="1273810" cy="31186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alpha val="50000"/>
              </a:schemeClr>
            </a:solidFill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DC046CA9-5FA9-1CB2-8C18-72369D4A441D}"/>
              </a:ext>
            </a:extLst>
          </p:cNvPr>
          <p:cNvSpPr txBox="1"/>
          <p:nvPr>
            <p:custDataLst>
              <p:tags r:id="rId51"/>
            </p:custDataLst>
          </p:nvPr>
        </p:nvSpPr>
        <p:spPr>
          <a:xfrm>
            <a:off x="6953866" y="2566323"/>
            <a:ext cx="1273810" cy="31186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alpha val="50000"/>
              </a:schemeClr>
            </a:solidFill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内容内容</a:t>
            </a:r>
          </a:p>
        </p:txBody>
      </p:sp>
    </p:spTree>
    <p:extLst>
      <p:ext uri="{BB962C8B-B14F-4D97-AF65-F5344CB8AC3E}">
        <p14:creationId xmlns:p14="http://schemas.microsoft.com/office/powerpoint/2010/main" val="1098556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F55F6-6882-7E7E-10FC-CC8DCB087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5D270F4-B57F-9FC8-D2BD-134A2A79C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+mn-lt"/>
              </a:rPr>
              <a:t>1.2 </a:t>
            </a:r>
            <a:r>
              <a:rPr lang="zh-CN" altLang="en-US" dirty="0">
                <a:cs typeface="+mn-ea"/>
                <a:sym typeface="+mn-lt"/>
              </a:rPr>
              <a:t>形式统一样式</a:t>
            </a:r>
            <a:r>
              <a:rPr lang="en-US" altLang="zh-CN" dirty="0">
                <a:cs typeface="+mn-ea"/>
                <a:sym typeface="+mn-lt"/>
              </a:rPr>
              <a:t>2</a:t>
            </a:r>
            <a:endParaRPr lang="zh-CN" altLang="en-US" dirty="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F5AB705C-FD28-25A8-B3CC-42F7457421B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13463" y="3557482"/>
            <a:ext cx="2527109" cy="1457488"/>
          </a:xfrm>
          <a:prstGeom prst="roundRect">
            <a:avLst>
              <a:gd name="adj" fmla="val 6506"/>
            </a:avLst>
          </a:prstGeom>
          <a:solidFill>
            <a:schemeClr val="accent2">
              <a:alpha val="8000"/>
            </a:schemeClr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rgbClr val="226CAE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8A4E42ED-CB29-EB56-607E-5ABF831171C6}"/>
              </a:ext>
            </a:extLst>
          </p:cNvPr>
          <p:cNvSpPr/>
          <p:nvPr/>
        </p:nvSpPr>
        <p:spPr>
          <a:xfrm>
            <a:off x="6757002" y="3372259"/>
            <a:ext cx="360000" cy="36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35D3E678-B33A-97A1-0AAD-A112A30EFC59}"/>
              </a:ext>
            </a:extLst>
          </p:cNvPr>
          <p:cNvSpPr/>
          <p:nvPr/>
        </p:nvSpPr>
        <p:spPr>
          <a:xfrm>
            <a:off x="6757002" y="4830709"/>
            <a:ext cx="360000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156020B-52CE-964C-16EA-3739CAD310A8}"/>
              </a:ext>
            </a:extLst>
          </p:cNvPr>
          <p:cNvSpPr/>
          <p:nvPr/>
        </p:nvSpPr>
        <p:spPr>
          <a:xfrm>
            <a:off x="6757002" y="1205212"/>
            <a:ext cx="360000" cy="36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7363D4C-38C5-BE3D-CDE1-F932DD8D5861}"/>
              </a:ext>
            </a:extLst>
          </p:cNvPr>
          <p:cNvSpPr/>
          <p:nvPr/>
        </p:nvSpPr>
        <p:spPr>
          <a:xfrm>
            <a:off x="699431" y="3044352"/>
            <a:ext cx="360000" cy="36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5F4B0BB-273E-DA5E-AACA-492A7881BAFC}"/>
              </a:ext>
            </a:extLst>
          </p:cNvPr>
          <p:cNvSpPr/>
          <p:nvPr/>
        </p:nvSpPr>
        <p:spPr>
          <a:xfrm>
            <a:off x="699812" y="1205212"/>
            <a:ext cx="360000" cy="36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4799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451DA86-7392-C2D9-0E1C-C6136438A2F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16247" y="1715493"/>
            <a:ext cx="2699777" cy="311865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+mn-lt"/>
              </a:rPr>
              <a:t>单击此处输入您的内容</a:t>
            </a:r>
            <a:endParaRPr lang="en-US" altLang="zh-CN" dirty="0"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0BAFB2D-C082-C7E9-31AA-F9A8E5F14B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508602" y="1715493"/>
            <a:ext cx="2348188" cy="311865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+mn-lt"/>
              </a:rPr>
              <a:t>单击此处输入您的内容</a:t>
            </a:r>
            <a:endParaRPr lang="en-US" altLang="zh-CN" dirty="0"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C88C980-4429-D248-638B-5F3E092FA79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708628" y="2123586"/>
            <a:ext cx="2714245" cy="311865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+mn-lt"/>
              </a:rPr>
              <a:t>单击此处输入您的内容</a:t>
            </a:r>
            <a:endParaRPr lang="en-US" altLang="zh-CN" dirty="0"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51052F6-6C9E-37A3-0219-92B97531E5D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708629" y="2531679"/>
            <a:ext cx="2707395" cy="311865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+mn-lt"/>
              </a:rPr>
              <a:t>单击此处输入您的内容</a:t>
            </a:r>
            <a:endParaRPr lang="en-US" altLang="zh-CN" dirty="0"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F62C527-0546-4084-FC96-F7406715E0C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057270" y="1207074"/>
            <a:ext cx="4797891" cy="369332"/>
          </a:xfrm>
          <a:prstGeom prst="rect">
            <a:avLst/>
          </a:prstGeom>
          <a:noFill/>
        </p:spPr>
        <p:txBody>
          <a:bodyPr wrap="square" bIns="36000" rtlCol="0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Regular" panose="020B0500000000000000" pitchFamily="34" charset="-122"/>
              </a:rPr>
              <a:t>标题内容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C5D984-7693-5607-D5CE-D8AF7B289E8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7085730" y="1207074"/>
            <a:ext cx="4406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Regular" panose="020B0500000000000000" pitchFamily="34" charset="-122"/>
              </a:rPr>
              <a:t>标题内容（补充、提醒内容等）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6E821AE-ACAF-25BE-2AF5-F2A518DD32C9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056890" y="3049158"/>
            <a:ext cx="479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Regular" panose="020B0500000000000000" pitchFamily="34" charset="-122"/>
              </a:rPr>
              <a:t>标题内容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71333E5-1B17-C053-83B8-F627BB638489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085730" y="4842837"/>
            <a:ext cx="4414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6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Regular" panose="020B0500000000000000" pitchFamily="34" charset="-122"/>
              </a:rPr>
              <a:t>标题内容（警示性内容）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3CADAB2-35A7-E8F3-54D5-3434712B1B8B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760614" y="1683553"/>
            <a:ext cx="4737394" cy="1315298"/>
          </a:xfrm>
          <a:prstGeom prst="roundRect">
            <a:avLst>
              <a:gd name="adj" fmla="val 6365"/>
            </a:avLst>
          </a:prstGeom>
          <a:solidFill>
            <a:schemeClr val="accent4">
              <a:alpha val="10000"/>
            </a:schemeClr>
          </a:solidFill>
          <a:ln>
            <a:noFill/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pic>
        <p:nvPicPr>
          <p:cNvPr id="20" name="图片 19" descr="分离">
            <a:extLst>
              <a:ext uri="{FF2B5EF4-FFF2-40B4-BE49-F238E27FC236}">
                <a16:creationId xmlns:a16="http://schemas.microsoft.com/office/drawing/2014/main" id="{817315BC-1B10-A40B-F5F8-7164C647C5C5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54">
            <a:extLst>
              <a:ext uri="{BEBA8EAE-BF5A-486C-A8C5-ECC9F3942E4B}">
                <a14:imgProps xmlns:a14="http://schemas.microsoft.com/office/drawing/2010/main">
                  <a14:imgLayer r:embed="rId55"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9716" y="1244816"/>
            <a:ext cx="269936" cy="269936"/>
          </a:xfrm>
          <a:prstGeom prst="rect">
            <a:avLst/>
          </a:prstGeom>
          <a:solidFill>
            <a:srgbClr val="1959A7">
              <a:alpha val="8000"/>
            </a:srgbClr>
          </a:solidFill>
          <a:ln w="15875">
            <a:noFill/>
            <a:prstDash val="dash"/>
          </a:ln>
        </p:spPr>
      </p:pic>
      <p:pic>
        <p:nvPicPr>
          <p:cNvPr id="21" name="图片 20" descr="申请支付">
            <a:extLst>
              <a:ext uri="{FF2B5EF4-FFF2-40B4-BE49-F238E27FC236}">
                <a16:creationId xmlns:a16="http://schemas.microsoft.com/office/drawing/2014/main" id="{EE80B52E-D635-B51D-BADE-DF6B0F59D83D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56">
            <a:extLst>
              <a:ext uri="{BEBA8EAE-BF5A-486C-A8C5-ECC9F3942E4B}">
                <a14:imgProps xmlns:a14="http://schemas.microsoft.com/office/drawing/2010/main">
                  <a14:imgLayer r:embed="rId57"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21348" y="1275238"/>
            <a:ext cx="225898" cy="225898"/>
          </a:xfrm>
          <a:prstGeom prst="rect">
            <a:avLst/>
          </a:prstGeom>
          <a:solidFill>
            <a:schemeClr val="bg1">
              <a:alpha val="8000"/>
            </a:schemeClr>
          </a:solidFill>
          <a:ln w="15875">
            <a:noFill/>
            <a:prstDash val="dash"/>
          </a:ln>
          <a:effectLst/>
        </p:spPr>
      </p:pic>
      <p:pic>
        <p:nvPicPr>
          <p:cNvPr id="22" name="图片 21" descr="系统配置更新 (1)">
            <a:extLst>
              <a:ext uri="{FF2B5EF4-FFF2-40B4-BE49-F238E27FC236}">
                <a16:creationId xmlns:a16="http://schemas.microsoft.com/office/drawing/2014/main" id="{78C491A1-449E-1AA6-2C4A-C6E26D320791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5534" y="3132506"/>
            <a:ext cx="192247" cy="192247"/>
          </a:xfrm>
          <a:prstGeom prst="rect">
            <a:avLst/>
          </a:prstGeom>
          <a:solidFill>
            <a:srgbClr val="1959A7">
              <a:alpha val="8000"/>
            </a:srgbClr>
          </a:solidFill>
          <a:ln w="15875">
            <a:noFill/>
            <a:prstDash val="dash"/>
          </a:ln>
        </p:spPr>
      </p:pic>
      <p:pic>
        <p:nvPicPr>
          <p:cNvPr id="23" name="图片 22" descr="tsxs (1)">
            <a:extLst>
              <a:ext uri="{FF2B5EF4-FFF2-40B4-BE49-F238E27FC236}">
                <a16:creationId xmlns:a16="http://schemas.microsoft.com/office/drawing/2014/main" id="{01F3579B-B69F-2A3D-7AE6-93F91D0931E0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60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39218" y="4912925"/>
            <a:ext cx="195569" cy="195569"/>
          </a:xfrm>
          <a:prstGeom prst="rect">
            <a:avLst/>
          </a:prstGeom>
          <a:solidFill>
            <a:srgbClr val="1959A7">
              <a:alpha val="8000"/>
            </a:srgbClr>
          </a:solidFill>
          <a:ln w="15875">
            <a:noFill/>
            <a:prstDash val="dash"/>
          </a:ln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6C5C0612-6E59-1A4B-7D71-A332CAC1D969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3508602" y="2123853"/>
            <a:ext cx="2346560" cy="311865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+mn-lt"/>
              </a:rPr>
              <a:t>单击此处输入您的内容</a:t>
            </a:r>
            <a:endParaRPr lang="en-US" altLang="zh-CN" dirty="0"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529B992-09AC-CCDA-E2A9-F9844B71178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3508602" y="2532213"/>
            <a:ext cx="2346560" cy="311865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+mn-lt"/>
              </a:rPr>
              <a:t>单击此处输入您的内容</a:t>
            </a:r>
            <a:endParaRPr lang="en-US" altLang="zh-CN" dirty="0"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F165ACE-3709-F608-21E8-F5A9D5C65F36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6953866" y="1807878"/>
            <a:ext cx="1273810" cy="311865"/>
          </a:xfrm>
          <a:prstGeom prst="roundRect">
            <a:avLst/>
          </a:prstGeom>
          <a:solidFill>
            <a:schemeClr val="accent4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884C071-B8AD-ABBD-A6FE-7D00182B6D7A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9094626" y="1964119"/>
            <a:ext cx="1020590" cy="311865"/>
          </a:xfrm>
          <a:prstGeom prst="roundRect">
            <a:avLst/>
          </a:prstGeom>
          <a:solidFill>
            <a:schemeClr val="accent4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E6EAB25-EC2C-E9F6-7B1C-61FD115D7A79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8327371" y="2446188"/>
            <a:ext cx="80010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b="1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一致性校验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B42DC6E-E3F3-701E-8FE1-76803133A57C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2020275" y="3733377"/>
            <a:ext cx="1069180" cy="311865"/>
          </a:xfrm>
          <a:prstGeom prst="roundRect">
            <a:avLst/>
          </a:prstGeom>
          <a:solidFill>
            <a:schemeClr val="accent2">
              <a:alpha val="18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E5215EA-3BD7-624B-6FB1-59078B7B1B06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3904711" y="3651962"/>
            <a:ext cx="1468876" cy="311865"/>
          </a:xfrm>
          <a:prstGeom prst="roundRect">
            <a:avLst/>
          </a:prstGeom>
          <a:solidFill>
            <a:schemeClr val="accent2">
              <a:alpha val="18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A883EDA-62E0-8722-CA01-8FF157FA09F1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3474151" y="4589715"/>
            <a:ext cx="728063" cy="311865"/>
          </a:xfrm>
          <a:prstGeom prst="roundRect">
            <a:avLst/>
          </a:prstGeom>
          <a:solidFill>
            <a:schemeClr val="accent2">
              <a:alpha val="18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954B334C-D6CE-81E3-1874-CC42AE14FCDD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3391060" y="4422222"/>
            <a:ext cx="2483691" cy="592748"/>
          </a:xfrm>
          <a:prstGeom prst="roundRect">
            <a:avLst>
              <a:gd name="adj" fmla="val 4972"/>
            </a:avLst>
          </a:prstGeom>
          <a:noFill/>
          <a:ln w="9525"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3EFF3D0-182A-1B33-6C0E-AE2AED05518C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4264850" y="4589715"/>
            <a:ext cx="728063" cy="311865"/>
          </a:xfrm>
          <a:prstGeom prst="roundRect">
            <a:avLst/>
          </a:prstGeom>
          <a:solidFill>
            <a:schemeClr val="accent2">
              <a:alpha val="18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4E98FE0-92E0-500A-414A-224A33313B5A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5055548" y="4589715"/>
            <a:ext cx="728063" cy="311865"/>
          </a:xfrm>
          <a:prstGeom prst="roundRect">
            <a:avLst/>
          </a:prstGeom>
          <a:solidFill>
            <a:schemeClr val="accent2">
              <a:alpha val="18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46" name="任意多边形: 形状 11">
            <a:extLst>
              <a:ext uri="{FF2B5EF4-FFF2-40B4-BE49-F238E27FC236}">
                <a16:creationId xmlns:a16="http://schemas.microsoft.com/office/drawing/2014/main" id="{0FEEC104-ACF1-A524-A162-2618104B80A5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 rot="10800000">
            <a:off x="4388683" y="4005311"/>
            <a:ext cx="477831" cy="363183"/>
          </a:xfrm>
          <a:custGeom>
            <a:avLst/>
            <a:gdLst>
              <a:gd name="connsiteX0" fmla="*/ 1829836 w 3659671"/>
              <a:gd name="connsiteY0" fmla="*/ 0 h 5221922"/>
              <a:gd name="connsiteX1" fmla="*/ 2744236 w 3659671"/>
              <a:gd name="connsiteY1" fmla="*/ 1025479 h 5221922"/>
              <a:gd name="connsiteX2" fmla="*/ 2186407 w 3659671"/>
              <a:gd name="connsiteY2" fmla="*/ 1025479 h 5221922"/>
              <a:gd name="connsiteX3" fmla="*/ 2185603 w 3659671"/>
              <a:gd name="connsiteY3" fmla="*/ 1093353 h 5221922"/>
              <a:gd name="connsiteX4" fmla="*/ 2727829 w 3659671"/>
              <a:gd name="connsiteY4" fmla="*/ 3563174 h 5221922"/>
              <a:gd name="connsiteX5" fmla="*/ 3563896 w 3659671"/>
              <a:gd name="connsiteY5" fmla="*/ 5096147 h 5221922"/>
              <a:gd name="connsiteX6" fmla="*/ 3659671 w 3659671"/>
              <a:gd name="connsiteY6" fmla="*/ 5221922 h 5221922"/>
              <a:gd name="connsiteX7" fmla="*/ 0 w 3659671"/>
              <a:gd name="connsiteY7" fmla="*/ 5221922 h 5221922"/>
              <a:gd name="connsiteX8" fmla="*/ 95777 w 3659671"/>
              <a:gd name="connsiteY8" fmla="*/ 5096145 h 5221922"/>
              <a:gd name="connsiteX9" fmla="*/ 931844 w 3659671"/>
              <a:gd name="connsiteY9" fmla="*/ 3563172 h 5221922"/>
              <a:gd name="connsiteX10" fmla="*/ 1474070 w 3659671"/>
              <a:gd name="connsiteY10" fmla="*/ 1093351 h 5221922"/>
              <a:gd name="connsiteX11" fmla="*/ 1473265 w 3659671"/>
              <a:gd name="connsiteY11" fmla="*/ 1025479 h 5221922"/>
              <a:gd name="connsiteX12" fmla="*/ 915436 w 3659671"/>
              <a:gd name="connsiteY12" fmla="*/ 1025479 h 522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59671" h="5221922">
                <a:moveTo>
                  <a:pt x="1829836" y="0"/>
                </a:moveTo>
                <a:lnTo>
                  <a:pt x="2744236" y="1025479"/>
                </a:lnTo>
                <a:lnTo>
                  <a:pt x="2186407" y="1025479"/>
                </a:lnTo>
                <a:lnTo>
                  <a:pt x="2185603" y="1093353"/>
                </a:lnTo>
                <a:cubicBezTo>
                  <a:pt x="2203211" y="1854161"/>
                  <a:pt x="2380074" y="2708036"/>
                  <a:pt x="2727829" y="3563174"/>
                </a:cubicBezTo>
                <a:cubicBezTo>
                  <a:pt x="2959665" y="4133266"/>
                  <a:pt x="3245505" y="4649949"/>
                  <a:pt x="3563896" y="5096147"/>
                </a:cubicBezTo>
                <a:lnTo>
                  <a:pt x="3659671" y="5221922"/>
                </a:lnTo>
                <a:lnTo>
                  <a:pt x="0" y="5221922"/>
                </a:lnTo>
                <a:lnTo>
                  <a:pt x="95777" y="5096145"/>
                </a:lnTo>
                <a:cubicBezTo>
                  <a:pt x="414167" y="4649947"/>
                  <a:pt x="700007" y="4133264"/>
                  <a:pt x="931844" y="3563172"/>
                </a:cubicBezTo>
                <a:cubicBezTo>
                  <a:pt x="1279598" y="2708034"/>
                  <a:pt x="1456462" y="1854159"/>
                  <a:pt x="1474070" y="1093351"/>
                </a:cubicBezTo>
                <a:lnTo>
                  <a:pt x="1473265" y="1025479"/>
                </a:lnTo>
                <a:lnTo>
                  <a:pt x="915436" y="1025479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F8B52D63-A3C7-6904-C599-32BBA9BEB3FE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10115215" y="5332498"/>
            <a:ext cx="1381459" cy="285687"/>
          </a:xfrm>
          <a:prstGeom prst="roundRect">
            <a:avLst/>
          </a:prstGeom>
          <a:solidFill>
            <a:schemeClr val="accent6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思源黑体 CN Regular" panose="020B0500000000000000" pitchFamily="34" charset="-122"/>
              </a:rPr>
              <a:t>内容内容内容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AE81AB9-6912-D5CC-3572-E91C1162B3BD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6760614" y="5332498"/>
            <a:ext cx="1912053" cy="285687"/>
          </a:xfrm>
          <a:prstGeom prst="roundRect">
            <a:avLst/>
          </a:prstGeom>
          <a:solidFill>
            <a:schemeClr val="accent6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思源黑体 CN Regular" panose="020B0500000000000000" pitchFamily="34" charset="-122"/>
              </a:rPr>
              <a:t>内容内容内容内容内容内容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E0A65E3-8415-EA3B-ACDE-0278C82FE2E9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8819896" y="5332498"/>
            <a:ext cx="1148090" cy="285687"/>
          </a:xfrm>
          <a:prstGeom prst="roundRect">
            <a:avLst/>
          </a:prstGeom>
          <a:solidFill>
            <a:schemeClr val="accent6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9C4EEC3-E4D9-423B-E5FB-9234B1931092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8062722" y="5738514"/>
            <a:ext cx="1509976" cy="285687"/>
          </a:xfrm>
          <a:prstGeom prst="roundRect">
            <a:avLst/>
          </a:prstGeom>
          <a:solidFill>
            <a:schemeClr val="accent6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思源黑体 CN Regular" panose="020B0500000000000000" pitchFamily="34" charset="-122"/>
              </a:rPr>
              <a:t>内容内容内容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D2D746B1-E251-15C6-311B-0FC30795F32B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6757002" y="5738514"/>
            <a:ext cx="1183724" cy="285687"/>
          </a:xfrm>
          <a:prstGeom prst="roundRect">
            <a:avLst/>
          </a:prstGeom>
          <a:solidFill>
            <a:schemeClr val="accent6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思源黑体 CN Regular" panose="020B0500000000000000" pitchFamily="34" charset="-122"/>
              </a:rPr>
              <a:t>内容内容内容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AC910C9-4E00-FB7F-E73F-D87683A8B121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9694695" y="5738514"/>
            <a:ext cx="1799701" cy="285687"/>
          </a:xfrm>
          <a:prstGeom prst="roundRect">
            <a:avLst/>
          </a:prstGeom>
          <a:solidFill>
            <a:schemeClr val="accent6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思源黑体 CN Regular" panose="020B0500000000000000" pitchFamily="34" charset="-122"/>
              </a:rPr>
              <a:t>内容内容内容内容</a:t>
            </a:r>
          </a:p>
        </p:txBody>
      </p:sp>
      <p:sp>
        <p:nvSpPr>
          <p:cNvPr id="57" name="任意多边形: 形状 11">
            <a:extLst>
              <a:ext uri="{FF2B5EF4-FFF2-40B4-BE49-F238E27FC236}">
                <a16:creationId xmlns:a16="http://schemas.microsoft.com/office/drawing/2014/main" id="{01F56FFC-1B39-CCE7-3CB4-84F9C438C1AC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 rot="5400000">
            <a:off x="3323646" y="3614806"/>
            <a:ext cx="477831" cy="363183"/>
          </a:xfrm>
          <a:custGeom>
            <a:avLst/>
            <a:gdLst>
              <a:gd name="connsiteX0" fmla="*/ 1829836 w 3659671"/>
              <a:gd name="connsiteY0" fmla="*/ 0 h 5221922"/>
              <a:gd name="connsiteX1" fmla="*/ 2744236 w 3659671"/>
              <a:gd name="connsiteY1" fmla="*/ 1025479 h 5221922"/>
              <a:gd name="connsiteX2" fmla="*/ 2186407 w 3659671"/>
              <a:gd name="connsiteY2" fmla="*/ 1025479 h 5221922"/>
              <a:gd name="connsiteX3" fmla="*/ 2185603 w 3659671"/>
              <a:gd name="connsiteY3" fmla="*/ 1093353 h 5221922"/>
              <a:gd name="connsiteX4" fmla="*/ 2727829 w 3659671"/>
              <a:gd name="connsiteY4" fmla="*/ 3563174 h 5221922"/>
              <a:gd name="connsiteX5" fmla="*/ 3563896 w 3659671"/>
              <a:gd name="connsiteY5" fmla="*/ 5096147 h 5221922"/>
              <a:gd name="connsiteX6" fmla="*/ 3659671 w 3659671"/>
              <a:gd name="connsiteY6" fmla="*/ 5221922 h 5221922"/>
              <a:gd name="connsiteX7" fmla="*/ 0 w 3659671"/>
              <a:gd name="connsiteY7" fmla="*/ 5221922 h 5221922"/>
              <a:gd name="connsiteX8" fmla="*/ 95777 w 3659671"/>
              <a:gd name="connsiteY8" fmla="*/ 5096145 h 5221922"/>
              <a:gd name="connsiteX9" fmla="*/ 931844 w 3659671"/>
              <a:gd name="connsiteY9" fmla="*/ 3563172 h 5221922"/>
              <a:gd name="connsiteX10" fmla="*/ 1474070 w 3659671"/>
              <a:gd name="connsiteY10" fmla="*/ 1093351 h 5221922"/>
              <a:gd name="connsiteX11" fmla="*/ 1473265 w 3659671"/>
              <a:gd name="connsiteY11" fmla="*/ 1025479 h 5221922"/>
              <a:gd name="connsiteX12" fmla="*/ 915436 w 3659671"/>
              <a:gd name="connsiteY12" fmla="*/ 1025479 h 522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59671" h="5221922">
                <a:moveTo>
                  <a:pt x="1829836" y="0"/>
                </a:moveTo>
                <a:lnTo>
                  <a:pt x="2744236" y="1025479"/>
                </a:lnTo>
                <a:lnTo>
                  <a:pt x="2186407" y="1025479"/>
                </a:lnTo>
                <a:lnTo>
                  <a:pt x="2185603" y="1093353"/>
                </a:lnTo>
                <a:cubicBezTo>
                  <a:pt x="2203211" y="1854161"/>
                  <a:pt x="2380074" y="2708036"/>
                  <a:pt x="2727829" y="3563174"/>
                </a:cubicBezTo>
                <a:cubicBezTo>
                  <a:pt x="2959665" y="4133266"/>
                  <a:pt x="3245505" y="4649949"/>
                  <a:pt x="3563896" y="5096147"/>
                </a:cubicBezTo>
                <a:lnTo>
                  <a:pt x="3659671" y="5221922"/>
                </a:lnTo>
                <a:lnTo>
                  <a:pt x="0" y="5221922"/>
                </a:lnTo>
                <a:lnTo>
                  <a:pt x="95777" y="5096145"/>
                </a:lnTo>
                <a:cubicBezTo>
                  <a:pt x="414167" y="4649947"/>
                  <a:pt x="700007" y="4133264"/>
                  <a:pt x="931844" y="3563172"/>
                </a:cubicBezTo>
                <a:cubicBezTo>
                  <a:pt x="1279598" y="2708034"/>
                  <a:pt x="1456462" y="1854159"/>
                  <a:pt x="1474070" y="1093351"/>
                </a:cubicBezTo>
                <a:lnTo>
                  <a:pt x="1473265" y="1025479"/>
                </a:lnTo>
                <a:lnTo>
                  <a:pt x="915436" y="1025479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pic>
        <p:nvPicPr>
          <p:cNvPr id="58" name="图片 57" descr="号码归属地">
            <a:extLst>
              <a:ext uri="{FF2B5EF4-FFF2-40B4-BE49-F238E27FC236}">
                <a16:creationId xmlns:a16="http://schemas.microsoft.com/office/drawing/2014/main" id="{B57F3AAC-A1E4-4F0D-CBC3-AD1E54D86459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BEBA8EAE-BF5A-486C-A8C5-ECC9F3942E4B}">
                <a14:imgProps xmlns:a14="http://schemas.microsoft.com/office/drawing/2010/main">
                  <a14:imgLayer r:embed="rId6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46594" y="3461851"/>
            <a:ext cx="180817" cy="180817"/>
          </a:xfrm>
          <a:prstGeom prst="rect">
            <a:avLst/>
          </a:prstGeom>
          <a:solidFill>
            <a:srgbClr val="1959A7">
              <a:alpha val="8000"/>
            </a:srgbClr>
          </a:solidFill>
          <a:ln w="15875">
            <a:noFill/>
            <a:prstDash val="dash"/>
          </a:ln>
        </p:spPr>
      </p:pic>
      <p:sp>
        <p:nvSpPr>
          <p:cNvPr id="59" name="文本框 58">
            <a:extLst>
              <a:ext uri="{FF2B5EF4-FFF2-40B4-BE49-F238E27FC236}">
                <a16:creationId xmlns:a16="http://schemas.microsoft.com/office/drawing/2014/main" id="{80AFBC2F-0C31-D156-31AE-5C6E2644852C}"/>
              </a:ext>
            </a:extLst>
          </p:cNvPr>
          <p:cNvSpPr txBox="1"/>
          <p:nvPr>
            <p:custDataLst>
              <p:tags r:id="rId34"/>
            </p:custDataLst>
          </p:nvPr>
        </p:nvSpPr>
        <p:spPr>
          <a:xfrm>
            <a:off x="7085730" y="3365512"/>
            <a:ext cx="4414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3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Regular" panose="020B0500000000000000" pitchFamily="34" charset="-122"/>
              </a:rPr>
              <a:t>标题内容（安全性质等内容）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6A90C27C-643E-BD48-B329-53788E04FB96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6760614" y="3891881"/>
            <a:ext cx="4737394" cy="511417"/>
          </a:xfrm>
          <a:prstGeom prst="roundRect">
            <a:avLst/>
          </a:prstGeom>
          <a:solidFill>
            <a:srgbClr val="13AE67">
              <a:alpha val="12000"/>
            </a:srgbClr>
          </a:solidFill>
          <a:ln>
            <a:noFill/>
          </a:ln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lang="zh-CN" altLang="en-US" dirty="0">
                <a:sym typeface="+mn-lt"/>
              </a:rPr>
              <a:t>单击此处输入您的内容。文字是您思想的提炼，为了最终演示发布的良好效果，请尽量言简意赅的阐述观点。</a:t>
            </a:r>
            <a:endParaRPr lang="en-US" altLang="zh-CN" dirty="0">
              <a:sym typeface="+mn-lt"/>
            </a:endParaRPr>
          </a:p>
        </p:txBody>
      </p:sp>
      <p:pic>
        <p:nvPicPr>
          <p:cNvPr id="74" name="图形 73">
            <a:extLst>
              <a:ext uri="{FF2B5EF4-FFF2-40B4-BE49-F238E27FC236}">
                <a16:creationId xmlns:a16="http://schemas.microsoft.com/office/drawing/2014/main" id="{80A63D48-1B6E-8421-5558-A5565B07855D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8493476" y="2153611"/>
            <a:ext cx="363220" cy="272415"/>
          </a:xfrm>
          <a:prstGeom prst="rect">
            <a:avLst/>
          </a:prstGeom>
        </p:spPr>
      </p:pic>
      <p:sp>
        <p:nvSpPr>
          <p:cNvPr id="69" name="文本框 68">
            <a:extLst>
              <a:ext uri="{FF2B5EF4-FFF2-40B4-BE49-F238E27FC236}">
                <a16:creationId xmlns:a16="http://schemas.microsoft.com/office/drawing/2014/main" id="{F6AFDF65-CD4A-37B9-9806-754D35381080}"/>
              </a:ext>
            </a:extLst>
          </p:cNvPr>
          <p:cNvSpPr txBox="1"/>
          <p:nvPr>
            <p:custDataLst>
              <p:tags r:id="rId36"/>
            </p:custDataLst>
          </p:nvPr>
        </p:nvSpPr>
        <p:spPr>
          <a:xfrm>
            <a:off x="1046799" y="5227738"/>
            <a:ext cx="4827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Regular" panose="020B0500000000000000" pitchFamily="34" charset="-122"/>
              </a:rPr>
              <a:t>标题内容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15DBA8D8-C76F-41A4-6AC5-D3ABAF7C1103}"/>
              </a:ext>
            </a:extLst>
          </p:cNvPr>
          <p:cNvSpPr txBox="1"/>
          <p:nvPr>
            <p:custDataLst>
              <p:tags r:id="rId37"/>
            </p:custDataLst>
          </p:nvPr>
        </p:nvSpPr>
        <p:spPr>
          <a:xfrm>
            <a:off x="707465" y="5704525"/>
            <a:ext cx="1329848" cy="311865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FE3BD94B-4710-0B7D-3513-4B724AD0111C}"/>
              </a:ext>
            </a:extLst>
          </p:cNvPr>
          <p:cNvSpPr txBox="1"/>
          <p:nvPr>
            <p:custDataLst>
              <p:tags r:id="rId38"/>
            </p:custDataLst>
          </p:nvPr>
        </p:nvSpPr>
        <p:spPr>
          <a:xfrm>
            <a:off x="2234949" y="5704525"/>
            <a:ext cx="948385" cy="311865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3FDF12B7-9292-A941-0AD2-269C968901DA}"/>
              </a:ext>
            </a:extLst>
          </p:cNvPr>
          <p:cNvSpPr txBox="1"/>
          <p:nvPr>
            <p:custDataLst>
              <p:tags r:id="rId39"/>
            </p:custDataLst>
          </p:nvPr>
        </p:nvSpPr>
        <p:spPr>
          <a:xfrm>
            <a:off x="3380970" y="5704525"/>
            <a:ext cx="948385" cy="311865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88005301-80B9-2626-72D7-094EC4B1554F}"/>
              </a:ext>
            </a:extLst>
          </p:cNvPr>
          <p:cNvSpPr txBox="1"/>
          <p:nvPr>
            <p:custDataLst>
              <p:tags r:id="rId40"/>
            </p:custDataLst>
          </p:nvPr>
        </p:nvSpPr>
        <p:spPr>
          <a:xfrm>
            <a:off x="4526990" y="5704525"/>
            <a:ext cx="948385" cy="311865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06173D7D-0B56-8DCB-1B55-7AF1B4421F82}"/>
              </a:ext>
            </a:extLst>
          </p:cNvPr>
          <p:cNvSpPr/>
          <p:nvPr/>
        </p:nvSpPr>
        <p:spPr>
          <a:xfrm>
            <a:off x="689341" y="5222749"/>
            <a:ext cx="360000" cy="36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pic>
        <p:nvPicPr>
          <p:cNvPr id="76" name="图片 75" descr="人员 (1)">
            <a:extLst>
              <a:ext uri="{FF2B5EF4-FFF2-40B4-BE49-F238E27FC236}">
                <a16:creationId xmlns:a16="http://schemas.microsoft.com/office/drawing/2014/main" id="{BCEEDBE4-9D85-8C29-E63E-C9EFAEC1C87F}"/>
              </a:ext>
            </a:extLst>
          </p:cNvPr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66">
            <a:extLst>
              <a:ext uri="{BEBA8EAE-BF5A-486C-A8C5-ECC9F3942E4B}">
                <a14:imgProps xmlns:a14="http://schemas.microsoft.com/office/drawing/2010/main">
                  <a14:imgLayer r:embed="rId6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6594" y="5253876"/>
            <a:ext cx="265494" cy="26549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0C842FD-55DA-435D-7147-EFCC1178E63D}"/>
              </a:ext>
            </a:extLst>
          </p:cNvPr>
          <p:cNvSpPr txBox="1"/>
          <p:nvPr>
            <p:custDataLst>
              <p:tags r:id="rId42"/>
            </p:custDataLst>
          </p:nvPr>
        </p:nvSpPr>
        <p:spPr>
          <a:xfrm>
            <a:off x="837799" y="3733377"/>
            <a:ext cx="1069180" cy="311865"/>
          </a:xfrm>
          <a:prstGeom prst="roundRect">
            <a:avLst/>
          </a:prstGeom>
          <a:solidFill>
            <a:schemeClr val="accent2">
              <a:alpha val="18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08FE240-C38D-6DC2-571C-B82DF002C7A1}"/>
              </a:ext>
            </a:extLst>
          </p:cNvPr>
          <p:cNvSpPr txBox="1"/>
          <p:nvPr>
            <p:custDataLst>
              <p:tags r:id="rId43"/>
            </p:custDataLst>
          </p:nvPr>
        </p:nvSpPr>
        <p:spPr>
          <a:xfrm>
            <a:off x="2020275" y="4149838"/>
            <a:ext cx="1069180" cy="311865"/>
          </a:xfrm>
          <a:prstGeom prst="roundRect">
            <a:avLst/>
          </a:prstGeom>
          <a:solidFill>
            <a:schemeClr val="accent2">
              <a:alpha val="18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FB1D64E-716D-A580-CA01-953055E27209}"/>
              </a:ext>
            </a:extLst>
          </p:cNvPr>
          <p:cNvSpPr txBox="1"/>
          <p:nvPr>
            <p:custDataLst>
              <p:tags r:id="rId44"/>
            </p:custDataLst>
          </p:nvPr>
        </p:nvSpPr>
        <p:spPr>
          <a:xfrm>
            <a:off x="837799" y="4149838"/>
            <a:ext cx="1069180" cy="311865"/>
          </a:xfrm>
          <a:prstGeom prst="roundRect">
            <a:avLst/>
          </a:prstGeom>
          <a:solidFill>
            <a:schemeClr val="accent2">
              <a:alpha val="18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DF61E25-FCF0-F50E-9E66-90FA55E7949D}"/>
              </a:ext>
            </a:extLst>
          </p:cNvPr>
          <p:cNvSpPr txBox="1"/>
          <p:nvPr>
            <p:custDataLst>
              <p:tags r:id="rId45"/>
            </p:custDataLst>
          </p:nvPr>
        </p:nvSpPr>
        <p:spPr>
          <a:xfrm>
            <a:off x="2020275" y="4566299"/>
            <a:ext cx="1069180" cy="311865"/>
          </a:xfrm>
          <a:prstGeom prst="roundRect">
            <a:avLst/>
          </a:prstGeom>
          <a:solidFill>
            <a:schemeClr val="accent2">
              <a:alpha val="18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44292C9-7A99-2F7B-14F6-A876890FE583}"/>
              </a:ext>
            </a:extLst>
          </p:cNvPr>
          <p:cNvSpPr txBox="1"/>
          <p:nvPr>
            <p:custDataLst>
              <p:tags r:id="rId46"/>
            </p:custDataLst>
          </p:nvPr>
        </p:nvSpPr>
        <p:spPr>
          <a:xfrm>
            <a:off x="837799" y="4566299"/>
            <a:ext cx="1069180" cy="311865"/>
          </a:xfrm>
          <a:prstGeom prst="roundRect">
            <a:avLst/>
          </a:prstGeom>
          <a:solidFill>
            <a:schemeClr val="accent2">
              <a:alpha val="18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6CD740E-9769-9085-A61F-0C51E399B91E}"/>
              </a:ext>
            </a:extLst>
          </p:cNvPr>
          <p:cNvSpPr txBox="1"/>
          <p:nvPr>
            <p:custDataLst>
              <p:tags r:id="rId47"/>
            </p:custDataLst>
          </p:nvPr>
        </p:nvSpPr>
        <p:spPr>
          <a:xfrm>
            <a:off x="10295649" y="1964119"/>
            <a:ext cx="1020590" cy="311865"/>
          </a:xfrm>
          <a:prstGeom prst="roundRect">
            <a:avLst/>
          </a:prstGeom>
          <a:solidFill>
            <a:schemeClr val="accent4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6E755F63-10AD-495A-137C-2E0D3FB81188}"/>
              </a:ext>
            </a:extLst>
          </p:cNvPr>
          <p:cNvSpPr txBox="1"/>
          <p:nvPr>
            <p:custDataLst>
              <p:tags r:id="rId48"/>
            </p:custDataLst>
          </p:nvPr>
        </p:nvSpPr>
        <p:spPr>
          <a:xfrm>
            <a:off x="9094626" y="2395763"/>
            <a:ext cx="1020590" cy="311865"/>
          </a:xfrm>
          <a:prstGeom prst="roundRect">
            <a:avLst/>
          </a:prstGeom>
          <a:solidFill>
            <a:schemeClr val="accent4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58D66361-6C61-BBA7-655C-5F08F86C26C3}"/>
              </a:ext>
            </a:extLst>
          </p:cNvPr>
          <p:cNvSpPr txBox="1"/>
          <p:nvPr>
            <p:custDataLst>
              <p:tags r:id="rId49"/>
            </p:custDataLst>
          </p:nvPr>
        </p:nvSpPr>
        <p:spPr>
          <a:xfrm>
            <a:off x="10295649" y="2395763"/>
            <a:ext cx="1020590" cy="311865"/>
          </a:xfrm>
          <a:prstGeom prst="roundRect">
            <a:avLst/>
          </a:prstGeom>
          <a:solidFill>
            <a:schemeClr val="accent4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29B1B90-67B9-40EA-D234-92118CB70476}"/>
              </a:ext>
            </a:extLst>
          </p:cNvPr>
          <p:cNvSpPr txBox="1"/>
          <p:nvPr>
            <p:custDataLst>
              <p:tags r:id="rId50"/>
            </p:custDataLst>
          </p:nvPr>
        </p:nvSpPr>
        <p:spPr>
          <a:xfrm>
            <a:off x="6953866" y="2187101"/>
            <a:ext cx="1273810" cy="311865"/>
          </a:xfrm>
          <a:prstGeom prst="roundRect">
            <a:avLst/>
          </a:prstGeom>
          <a:solidFill>
            <a:schemeClr val="accent4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内容内容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DC56BAF7-5918-1338-E028-99F4274ACDAC}"/>
              </a:ext>
            </a:extLst>
          </p:cNvPr>
          <p:cNvSpPr txBox="1"/>
          <p:nvPr>
            <p:custDataLst>
              <p:tags r:id="rId51"/>
            </p:custDataLst>
          </p:nvPr>
        </p:nvSpPr>
        <p:spPr>
          <a:xfrm>
            <a:off x="6953866" y="2566323"/>
            <a:ext cx="1273810" cy="311865"/>
          </a:xfrm>
          <a:prstGeom prst="roundRect">
            <a:avLst/>
          </a:prstGeom>
          <a:solidFill>
            <a:schemeClr val="accent4">
              <a:alpha val="14000"/>
            </a:schemeClr>
          </a:solidFill>
          <a:ln>
            <a:noFill/>
          </a:ln>
        </p:spPr>
        <p:txBody>
          <a:bodyPr wrap="square" bIns="57600" rtlCol="0" anchor="t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内容内容</a:t>
            </a:r>
          </a:p>
        </p:txBody>
      </p:sp>
    </p:spTree>
    <p:extLst>
      <p:ext uri="{BB962C8B-B14F-4D97-AF65-F5344CB8AC3E}">
        <p14:creationId xmlns:p14="http://schemas.microsoft.com/office/powerpoint/2010/main" val="805442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0BB35-08D2-4DCC-F787-CBEA4FF9B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标题 1">
            <a:extLst>
              <a:ext uri="{FF2B5EF4-FFF2-40B4-BE49-F238E27FC236}">
                <a16:creationId xmlns:a16="http://schemas.microsoft.com/office/drawing/2014/main" id="{5DB71817-F91A-7754-26E1-3D55EA25F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+mn-lt"/>
              </a:rPr>
              <a:t>1.3 </a:t>
            </a:r>
            <a:r>
              <a:rPr lang="zh-CN" altLang="en-US" dirty="0">
                <a:cs typeface="+mn-ea"/>
                <a:sym typeface="+mn-lt"/>
              </a:rPr>
              <a:t>总分样式</a:t>
            </a:r>
            <a:r>
              <a:rPr lang="en-US" altLang="zh-CN" dirty="0">
                <a:cs typeface="+mn-ea"/>
                <a:sym typeface="+mn-lt"/>
              </a:rPr>
              <a:t>1</a:t>
            </a:r>
            <a:endParaRPr lang="zh-CN" altLang="en-US" dirty="0"/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672B06E8-8B30-5CBD-DE3C-54E9EBB779D6}"/>
              </a:ext>
            </a:extLst>
          </p:cNvPr>
          <p:cNvSpPr/>
          <p:nvPr/>
        </p:nvSpPr>
        <p:spPr>
          <a:xfrm>
            <a:off x="1007377" y="1562613"/>
            <a:ext cx="5088623" cy="4189686"/>
          </a:xfrm>
          <a:prstGeom prst="roundRect">
            <a:avLst>
              <a:gd name="adj" fmla="val 2644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EFA7A174-346C-1C5A-2F97-7ADE57B88526}"/>
              </a:ext>
            </a:extLst>
          </p:cNvPr>
          <p:cNvGrpSpPr/>
          <p:nvPr/>
        </p:nvGrpSpPr>
        <p:grpSpPr>
          <a:xfrm>
            <a:off x="1579826" y="1328679"/>
            <a:ext cx="3943725" cy="977925"/>
            <a:chOff x="1519814" y="1443545"/>
            <a:chExt cx="3943725" cy="977925"/>
          </a:xfrm>
        </p:grpSpPr>
        <p:sp>
          <p:nvSpPr>
            <p:cNvPr id="56" name="等腰三角形 55">
              <a:extLst>
                <a:ext uri="{FF2B5EF4-FFF2-40B4-BE49-F238E27FC236}">
                  <a16:creationId xmlns:a16="http://schemas.microsoft.com/office/drawing/2014/main" id="{44084EA8-CBCC-9200-EEEC-8BEE07F28E1D}"/>
                </a:ext>
              </a:extLst>
            </p:cNvPr>
            <p:cNvSpPr/>
            <p:nvPr/>
          </p:nvSpPr>
          <p:spPr>
            <a:xfrm>
              <a:off x="5192746" y="1443545"/>
              <a:ext cx="270793" cy="233442"/>
            </a:xfrm>
            <a:prstGeom prst="triangle">
              <a:avLst/>
            </a:prstGeom>
            <a:solidFill>
              <a:srgbClr val="00347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等腰三角形 54">
              <a:extLst>
                <a:ext uri="{FF2B5EF4-FFF2-40B4-BE49-F238E27FC236}">
                  <a16:creationId xmlns:a16="http://schemas.microsoft.com/office/drawing/2014/main" id="{88CA76B0-F66F-E6F1-A746-BD9CBC3E9562}"/>
                </a:ext>
              </a:extLst>
            </p:cNvPr>
            <p:cNvSpPr/>
            <p:nvPr/>
          </p:nvSpPr>
          <p:spPr>
            <a:xfrm>
              <a:off x="1519814" y="1443545"/>
              <a:ext cx="270793" cy="233442"/>
            </a:xfrm>
            <a:prstGeom prst="triangle">
              <a:avLst/>
            </a:prstGeom>
            <a:solidFill>
              <a:srgbClr val="00347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任意多边形: 形状 53">
              <a:extLst>
                <a:ext uri="{FF2B5EF4-FFF2-40B4-BE49-F238E27FC236}">
                  <a16:creationId xmlns:a16="http://schemas.microsoft.com/office/drawing/2014/main" id="{2D578A4B-AB56-AA5A-37F3-A45E811CFFEC}"/>
                </a:ext>
              </a:extLst>
            </p:cNvPr>
            <p:cNvSpPr/>
            <p:nvPr/>
          </p:nvSpPr>
          <p:spPr>
            <a:xfrm>
              <a:off x="1655211" y="1443545"/>
              <a:ext cx="3683318" cy="977925"/>
            </a:xfrm>
            <a:custGeom>
              <a:avLst/>
              <a:gdLst>
                <a:gd name="connsiteX0" fmla="*/ 0 w 3683318"/>
                <a:gd name="connsiteY0" fmla="*/ 0 h 1125733"/>
                <a:gd name="connsiteX1" fmla="*/ 3672989 w 3683318"/>
                <a:gd name="connsiteY1" fmla="*/ 0 h 1125733"/>
                <a:gd name="connsiteX2" fmla="*/ 3672989 w 3683318"/>
                <a:gd name="connsiteY2" fmla="*/ 864320 h 1125733"/>
                <a:gd name="connsiteX3" fmla="*/ 3683318 w 3683318"/>
                <a:gd name="connsiteY3" fmla="*/ 864320 h 1125733"/>
                <a:gd name="connsiteX4" fmla="*/ 1846824 w 3683318"/>
                <a:gd name="connsiteY4" fmla="*/ 1125733 h 1125733"/>
                <a:gd name="connsiteX5" fmla="*/ 10331 w 3683318"/>
                <a:gd name="connsiteY5" fmla="*/ 864320 h 1125733"/>
                <a:gd name="connsiteX6" fmla="*/ 0 w 3683318"/>
                <a:gd name="connsiteY6" fmla="*/ 864320 h 112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83318" h="1125733">
                  <a:moveTo>
                    <a:pt x="0" y="0"/>
                  </a:moveTo>
                  <a:lnTo>
                    <a:pt x="3672989" y="0"/>
                  </a:lnTo>
                  <a:lnTo>
                    <a:pt x="3672989" y="864320"/>
                  </a:lnTo>
                  <a:lnTo>
                    <a:pt x="3683318" y="864320"/>
                  </a:lnTo>
                  <a:lnTo>
                    <a:pt x="1846824" y="1125733"/>
                  </a:lnTo>
                  <a:lnTo>
                    <a:pt x="10331" y="864320"/>
                  </a:lnTo>
                  <a:lnTo>
                    <a:pt x="0" y="86432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3D18F2FF-C95D-39D4-3332-FF5527BAF920}"/>
              </a:ext>
            </a:extLst>
          </p:cNvPr>
          <p:cNvSpPr txBox="1"/>
          <p:nvPr/>
        </p:nvSpPr>
        <p:spPr>
          <a:xfrm>
            <a:off x="1366495" y="2550022"/>
            <a:ext cx="4370387" cy="2524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25000"/>
              </a:lnSpc>
              <a:spcAft>
                <a:spcPts val="1200"/>
              </a:spcAft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三级样式，单击此处输入您的正文。文字是您思想的提炼，为了最终演示发布的良好效果，请尽量言简意赅的阐述观点。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  <a:p>
            <a:pPr algn="just" hangingPunct="0">
              <a:lnSpc>
                <a:spcPct val="125000"/>
              </a:lnSpc>
              <a:spcAft>
                <a:spcPts val="1200"/>
              </a:spcAft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根据需要可酌情增减文字，以使观者可以准确理解您所传达的信息。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10" name="iṩļíde">
            <a:extLst>
              <a:ext uri="{FF2B5EF4-FFF2-40B4-BE49-F238E27FC236}">
                <a16:creationId xmlns:a16="http://schemas.microsoft.com/office/drawing/2014/main" id="{C71951FB-C10B-9674-E875-DD1F9D46F5B7}"/>
              </a:ext>
            </a:extLst>
          </p:cNvPr>
          <p:cNvSpPr txBox="1"/>
          <p:nvPr/>
        </p:nvSpPr>
        <p:spPr>
          <a:xfrm>
            <a:off x="1931094" y="1215888"/>
            <a:ext cx="3241189" cy="97792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algn="ctr">
              <a:lnSpc>
                <a:spcPct val="125000"/>
              </a:lnSpc>
              <a:buSzPct val="25000"/>
            </a:pPr>
            <a:r>
              <a:rPr lang="zh-CN" altLang="en-US" sz="24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二级标题</a:t>
            </a:r>
            <a:endParaRPr lang="en-US" sz="24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8" name="TextBox 18">
            <a:extLst>
              <a:ext uri="{FF2B5EF4-FFF2-40B4-BE49-F238E27FC236}">
                <a16:creationId xmlns:a16="http://schemas.microsoft.com/office/drawing/2014/main" id="{31A1F1E1-AB2C-7C4E-B630-CF9A2B0EA2B5}"/>
              </a:ext>
            </a:extLst>
          </p:cNvPr>
          <p:cNvSpPr txBox="1"/>
          <p:nvPr/>
        </p:nvSpPr>
        <p:spPr>
          <a:xfrm flipH="1">
            <a:off x="7288060" y="1532133"/>
            <a:ext cx="877163" cy="4119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小标题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7F4C700-8AB8-AC1A-F93C-A06C5E044E30}"/>
              </a:ext>
            </a:extLst>
          </p:cNvPr>
          <p:cNvSpPr txBox="1"/>
          <p:nvPr/>
        </p:nvSpPr>
        <p:spPr>
          <a:xfrm>
            <a:off x="6766232" y="1971143"/>
            <a:ext cx="1920818" cy="997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25000"/>
              </a:lnSpc>
              <a:spcAft>
                <a:spcPts val="100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单击此处输入您的正文。为了最终演示发布的良好效果，请尽量言简意赅的阐述观点。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0317DBE-482D-FC34-7B0B-C31F6AA614D6}"/>
              </a:ext>
            </a:extLst>
          </p:cNvPr>
          <p:cNvSpPr/>
          <p:nvPr/>
        </p:nvSpPr>
        <p:spPr>
          <a:xfrm>
            <a:off x="6673164" y="1328679"/>
            <a:ext cx="2106955" cy="2106955"/>
          </a:xfrm>
          <a:prstGeom prst="roundRect">
            <a:avLst>
              <a:gd name="adj" fmla="val 5063"/>
            </a:avLst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8">
            <a:extLst>
              <a:ext uri="{FF2B5EF4-FFF2-40B4-BE49-F238E27FC236}">
                <a16:creationId xmlns:a16="http://schemas.microsoft.com/office/drawing/2014/main" id="{287EA4B2-71D7-66DC-0300-5D57D45F9227}"/>
              </a:ext>
            </a:extLst>
          </p:cNvPr>
          <p:cNvSpPr txBox="1"/>
          <p:nvPr/>
        </p:nvSpPr>
        <p:spPr>
          <a:xfrm flipH="1">
            <a:off x="9604882" y="1532133"/>
            <a:ext cx="877163" cy="4119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小标题</a:t>
            </a:r>
            <a:endParaRPr lang="en-US" dirty="0"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656EE4E-2AF5-4B09-D97C-49324D769273}"/>
              </a:ext>
            </a:extLst>
          </p:cNvPr>
          <p:cNvSpPr txBox="1"/>
          <p:nvPr/>
        </p:nvSpPr>
        <p:spPr>
          <a:xfrm>
            <a:off x="9083054" y="1964509"/>
            <a:ext cx="1920818" cy="997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25000"/>
              </a:lnSpc>
              <a:spcAft>
                <a:spcPts val="100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单击此处输入您的正文。为了最终演示发布的良好效果，请尽量言简意赅的阐述观点。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E60B6B4-1D55-CF84-B0BC-230363D338A1}"/>
              </a:ext>
            </a:extLst>
          </p:cNvPr>
          <p:cNvSpPr/>
          <p:nvPr/>
        </p:nvSpPr>
        <p:spPr>
          <a:xfrm>
            <a:off x="8989986" y="1322045"/>
            <a:ext cx="2106955" cy="2106955"/>
          </a:xfrm>
          <a:prstGeom prst="roundRect">
            <a:avLst>
              <a:gd name="adj" fmla="val 5063"/>
            </a:avLst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TextBox 18">
            <a:extLst>
              <a:ext uri="{FF2B5EF4-FFF2-40B4-BE49-F238E27FC236}">
                <a16:creationId xmlns:a16="http://schemas.microsoft.com/office/drawing/2014/main" id="{72BB44A9-1617-BA5E-0095-28F68AC7BDCD}"/>
              </a:ext>
            </a:extLst>
          </p:cNvPr>
          <p:cNvSpPr txBox="1"/>
          <p:nvPr/>
        </p:nvSpPr>
        <p:spPr>
          <a:xfrm flipH="1">
            <a:off x="7288060" y="3855431"/>
            <a:ext cx="877163" cy="4119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小标题</a:t>
            </a:r>
            <a:endParaRPr lang="en-US" dirty="0">
              <a:sym typeface="+mn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BA8BD41-54E4-10BE-23D6-AAC47C647941}"/>
              </a:ext>
            </a:extLst>
          </p:cNvPr>
          <p:cNvSpPr txBox="1"/>
          <p:nvPr/>
        </p:nvSpPr>
        <p:spPr>
          <a:xfrm>
            <a:off x="6766232" y="4294441"/>
            <a:ext cx="1920818" cy="997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25000"/>
              </a:lnSpc>
              <a:spcAft>
                <a:spcPts val="100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单击此处输入您的正文。为了最终演示发布的良好效果。请尽量言简意赅的阐述观点。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433294F8-B9FB-44E1-4DC5-7C1CA211564D}"/>
              </a:ext>
            </a:extLst>
          </p:cNvPr>
          <p:cNvSpPr/>
          <p:nvPr/>
        </p:nvSpPr>
        <p:spPr>
          <a:xfrm>
            <a:off x="6673164" y="3651977"/>
            <a:ext cx="2106955" cy="2106955"/>
          </a:xfrm>
          <a:prstGeom prst="roundRect">
            <a:avLst>
              <a:gd name="adj" fmla="val 5063"/>
            </a:avLst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TextBox 18">
            <a:extLst>
              <a:ext uri="{FF2B5EF4-FFF2-40B4-BE49-F238E27FC236}">
                <a16:creationId xmlns:a16="http://schemas.microsoft.com/office/drawing/2014/main" id="{1F7EB531-8827-5EFE-DA40-E6D8F5B2F824}"/>
              </a:ext>
            </a:extLst>
          </p:cNvPr>
          <p:cNvSpPr txBox="1"/>
          <p:nvPr/>
        </p:nvSpPr>
        <p:spPr>
          <a:xfrm flipH="1">
            <a:off x="9604882" y="3848797"/>
            <a:ext cx="877163" cy="4119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小标题</a:t>
            </a:r>
            <a:endParaRPr lang="en-US" dirty="0">
              <a:sym typeface="+mn-lt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046D647-D2CB-848E-7046-AEBE39BF4981}"/>
              </a:ext>
            </a:extLst>
          </p:cNvPr>
          <p:cNvSpPr txBox="1"/>
          <p:nvPr/>
        </p:nvSpPr>
        <p:spPr>
          <a:xfrm>
            <a:off x="9083054" y="4287807"/>
            <a:ext cx="1920818" cy="11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25000"/>
              </a:lnSpc>
              <a:spcAft>
                <a:spcPts val="100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单击此处输入您的正文。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  <a:p>
            <a:pPr algn="just" hangingPunct="0">
              <a:lnSpc>
                <a:spcPct val="125000"/>
              </a:lnSpc>
              <a:spcAft>
                <a:spcPts val="100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为了最终演示发布的良好效果，请尽量言简意赅的阐述观点。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6C1DCFCC-06DA-D4B9-4E79-73C2416A6D28}"/>
              </a:ext>
            </a:extLst>
          </p:cNvPr>
          <p:cNvSpPr/>
          <p:nvPr/>
        </p:nvSpPr>
        <p:spPr>
          <a:xfrm>
            <a:off x="8989986" y="3645343"/>
            <a:ext cx="2106955" cy="2106955"/>
          </a:xfrm>
          <a:prstGeom prst="roundRect">
            <a:avLst>
              <a:gd name="adj" fmla="val 5063"/>
            </a:avLst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654B5376-F09D-38C7-F93B-281BF2973D11}"/>
              </a:ext>
            </a:extLst>
          </p:cNvPr>
          <p:cNvCxnSpPr>
            <a:cxnSpLocks/>
          </p:cNvCxnSpPr>
          <p:nvPr/>
        </p:nvCxnSpPr>
        <p:spPr>
          <a:xfrm>
            <a:off x="2745204" y="5733248"/>
            <a:ext cx="1612968" cy="0"/>
          </a:xfrm>
          <a:prstGeom prst="line">
            <a:avLst/>
          </a:prstGeom>
          <a:ln w="34925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72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800282C-F869-F837-0954-E3F3478F8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+mn-lt"/>
              </a:rPr>
              <a:t>1.3 </a:t>
            </a:r>
            <a:r>
              <a:rPr lang="zh-CN" altLang="en-US" dirty="0">
                <a:cs typeface="+mn-ea"/>
                <a:sym typeface="+mn-lt"/>
              </a:rPr>
              <a:t>总分样式</a:t>
            </a:r>
            <a:r>
              <a:rPr lang="en-US" altLang="zh-CN" dirty="0">
                <a:cs typeface="+mn-ea"/>
                <a:sym typeface="+mn-lt"/>
              </a:rPr>
              <a:t>2</a:t>
            </a:r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D61D142-6A54-7F3A-ACB2-EE22886EC68B}"/>
              </a:ext>
            </a:extLst>
          </p:cNvPr>
          <p:cNvSpPr/>
          <p:nvPr/>
        </p:nvSpPr>
        <p:spPr>
          <a:xfrm>
            <a:off x="714550" y="1205960"/>
            <a:ext cx="10782126" cy="986353"/>
          </a:xfrm>
          <a:prstGeom prst="roundRect">
            <a:avLst>
              <a:gd name="adj" fmla="val 875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7C20A3-1933-FC72-D1FC-69D599196A87}"/>
              </a:ext>
            </a:extLst>
          </p:cNvPr>
          <p:cNvSpPr/>
          <p:nvPr/>
        </p:nvSpPr>
        <p:spPr>
          <a:xfrm>
            <a:off x="796540" y="1337540"/>
            <a:ext cx="10598920" cy="68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lnSpc>
                <a:spcPct val="125000"/>
              </a:lnSpc>
              <a:spcAft>
                <a:spcPts val="100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单击此处输入您的正文。文字是您思想的提炼，为了最终演示发布的良好效果，请尽量言简意赅的阐述观点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;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 根据需要可酌情增减文字，以使观者可以准确理解您所传达的信息。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10" name="左箭头 9">
            <a:extLst>
              <a:ext uri="{FF2B5EF4-FFF2-40B4-BE49-F238E27FC236}">
                <a16:creationId xmlns:a16="http://schemas.microsoft.com/office/drawing/2014/main" id="{BFFEDCF3-51C4-803D-445B-AAE66EFA5DAC}"/>
              </a:ext>
            </a:extLst>
          </p:cNvPr>
          <p:cNvSpPr/>
          <p:nvPr/>
        </p:nvSpPr>
        <p:spPr>
          <a:xfrm>
            <a:off x="3834944" y="3634460"/>
            <a:ext cx="1972637" cy="1223943"/>
          </a:xfrm>
          <a:prstGeom prst="leftArrow">
            <a:avLst>
              <a:gd name="adj1" fmla="val 100000"/>
              <a:gd name="adj2" fmla="val 5000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>
              <a:defRPr/>
            </a:pPr>
            <a:endParaRPr lang="zh-CN" altLang="en-US" kern="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7A4CAD9-D23A-ABBA-231B-59886F0A1963}"/>
              </a:ext>
            </a:extLst>
          </p:cNvPr>
          <p:cNvSpPr txBox="1"/>
          <p:nvPr/>
        </p:nvSpPr>
        <p:spPr>
          <a:xfrm>
            <a:off x="5524500" y="2582990"/>
            <a:ext cx="1142999" cy="411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内容内容</a:t>
            </a:r>
          </a:p>
        </p:txBody>
      </p:sp>
      <p:sp>
        <p:nvSpPr>
          <p:cNvPr id="13" name="左箭头 12">
            <a:extLst>
              <a:ext uri="{FF2B5EF4-FFF2-40B4-BE49-F238E27FC236}">
                <a16:creationId xmlns:a16="http://schemas.microsoft.com/office/drawing/2014/main" id="{C7D3AB25-B6FC-AF27-A6ED-8B19CC690BB3}"/>
              </a:ext>
            </a:extLst>
          </p:cNvPr>
          <p:cNvSpPr/>
          <p:nvPr/>
        </p:nvSpPr>
        <p:spPr>
          <a:xfrm flipH="1">
            <a:off x="6014009" y="3628292"/>
            <a:ext cx="1972637" cy="1223943"/>
          </a:xfrm>
          <a:prstGeom prst="leftArrow">
            <a:avLst>
              <a:gd name="adj1" fmla="val 100000"/>
              <a:gd name="adj2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>
              <a:defRPr/>
            </a:pPr>
            <a:endParaRPr lang="zh-CN" altLang="en-US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0A23A7D-3719-5376-4A6B-B17EDC5F00DA}"/>
              </a:ext>
            </a:extLst>
          </p:cNvPr>
          <p:cNvGrpSpPr/>
          <p:nvPr/>
        </p:nvGrpSpPr>
        <p:grpSpPr>
          <a:xfrm>
            <a:off x="7415181" y="2731281"/>
            <a:ext cx="1935430" cy="3045281"/>
            <a:chOff x="8447798" y="2439846"/>
            <a:chExt cx="1935430" cy="3045281"/>
          </a:xfrm>
        </p:grpSpPr>
        <p:sp>
          <p:nvSpPr>
            <p:cNvPr id="48" name="任意多边形: 形状 47">
              <a:extLst>
                <a:ext uri="{FF2B5EF4-FFF2-40B4-BE49-F238E27FC236}">
                  <a16:creationId xmlns:a16="http://schemas.microsoft.com/office/drawing/2014/main" id="{A62AF145-C2B3-F4FE-5A6E-02118F6B775B}"/>
                </a:ext>
              </a:extLst>
            </p:cNvPr>
            <p:cNvSpPr/>
            <p:nvPr/>
          </p:nvSpPr>
          <p:spPr bwMode="auto">
            <a:xfrm>
              <a:off x="8486838" y="2453682"/>
              <a:ext cx="1874952" cy="2442168"/>
            </a:xfrm>
            <a:custGeom>
              <a:avLst/>
              <a:gdLst>
                <a:gd name="connsiteX0" fmla="*/ 515978 w 1874952"/>
                <a:gd name="connsiteY0" fmla="*/ 2265 h 2442168"/>
                <a:gd name="connsiteX1" fmla="*/ 954959 w 1874952"/>
                <a:gd name="connsiteY1" fmla="*/ 434618 h 2442168"/>
                <a:gd name="connsiteX2" fmla="*/ 945619 w 1874952"/>
                <a:gd name="connsiteY2" fmla="*/ 583385 h 2442168"/>
                <a:gd name="connsiteX3" fmla="*/ 1025009 w 1874952"/>
                <a:gd name="connsiteY3" fmla="*/ 880918 h 2442168"/>
                <a:gd name="connsiteX4" fmla="*/ 1057700 w 1874952"/>
                <a:gd name="connsiteY4" fmla="*/ 913460 h 2442168"/>
                <a:gd name="connsiteX5" fmla="*/ 1314550 w 1874952"/>
                <a:gd name="connsiteY5" fmla="*/ 1025035 h 2442168"/>
                <a:gd name="connsiteX6" fmla="*/ 1361250 w 1874952"/>
                <a:gd name="connsiteY6" fmla="*/ 1015737 h 2442168"/>
                <a:gd name="connsiteX7" fmla="*/ 1874952 w 1874952"/>
                <a:gd name="connsiteY7" fmla="*/ 1443441 h 2442168"/>
                <a:gd name="connsiteX8" fmla="*/ 1874952 w 1874952"/>
                <a:gd name="connsiteY8" fmla="*/ 1480633 h 2442168"/>
                <a:gd name="connsiteX9" fmla="*/ 1874952 w 1874952"/>
                <a:gd name="connsiteY9" fmla="*/ 1489931 h 2442168"/>
                <a:gd name="connsiteX10" fmla="*/ 1874952 w 1874952"/>
                <a:gd name="connsiteY10" fmla="*/ 1517825 h 2442168"/>
                <a:gd name="connsiteX11" fmla="*/ 1874952 w 1874952"/>
                <a:gd name="connsiteY11" fmla="*/ 1531772 h 2442168"/>
                <a:gd name="connsiteX12" fmla="*/ 1874952 w 1874952"/>
                <a:gd name="connsiteY12" fmla="*/ 1536421 h 2442168"/>
                <a:gd name="connsiteX13" fmla="*/ 1870282 w 1874952"/>
                <a:gd name="connsiteY13" fmla="*/ 1573612 h 2442168"/>
                <a:gd name="connsiteX14" fmla="*/ 1739522 w 1874952"/>
                <a:gd name="connsiteY14" fmla="*/ 1824656 h 2442168"/>
                <a:gd name="connsiteX15" fmla="*/ 1319220 w 1874952"/>
                <a:gd name="connsiteY15" fmla="*/ 1964124 h 2442168"/>
                <a:gd name="connsiteX16" fmla="*/ 1057700 w 1874952"/>
                <a:gd name="connsiteY16" fmla="*/ 2071050 h 2442168"/>
                <a:gd name="connsiteX17" fmla="*/ 1025009 w 1874952"/>
                <a:gd name="connsiteY17" fmla="*/ 2108242 h 2442168"/>
                <a:gd name="connsiteX18" fmla="*/ 945619 w 1874952"/>
                <a:gd name="connsiteY18" fmla="*/ 2405775 h 2442168"/>
                <a:gd name="connsiteX19" fmla="*/ 950842 w 1874952"/>
                <a:gd name="connsiteY19" fmla="*/ 2442168 h 2442168"/>
                <a:gd name="connsiteX20" fmla="*/ 6282 w 1874952"/>
                <a:gd name="connsiteY20" fmla="*/ 2442168 h 2442168"/>
                <a:gd name="connsiteX21" fmla="*/ 21668 w 1874952"/>
                <a:gd name="connsiteY21" fmla="*/ 2367675 h 2442168"/>
                <a:gd name="connsiteX22" fmla="*/ 515978 w 1874952"/>
                <a:gd name="connsiteY22" fmla="*/ 2033859 h 2442168"/>
                <a:gd name="connsiteX23" fmla="*/ 562678 w 1874952"/>
                <a:gd name="connsiteY23" fmla="*/ 2038508 h 2442168"/>
                <a:gd name="connsiteX24" fmla="*/ 819529 w 1874952"/>
                <a:gd name="connsiteY24" fmla="*/ 1931582 h 2442168"/>
                <a:gd name="connsiteX25" fmla="*/ 852219 w 1874952"/>
                <a:gd name="connsiteY25" fmla="*/ 1894390 h 2442168"/>
                <a:gd name="connsiteX26" fmla="*/ 931609 w 1874952"/>
                <a:gd name="connsiteY26" fmla="*/ 1596857 h 2442168"/>
                <a:gd name="connsiteX27" fmla="*/ 931609 w 1874952"/>
                <a:gd name="connsiteY27" fmla="*/ 1592208 h 2442168"/>
                <a:gd name="connsiteX28" fmla="*/ 926939 w 1874952"/>
                <a:gd name="connsiteY28" fmla="*/ 1578261 h 2442168"/>
                <a:gd name="connsiteX29" fmla="*/ 922269 w 1874952"/>
                <a:gd name="connsiteY29" fmla="*/ 1452739 h 2442168"/>
                <a:gd name="connsiteX30" fmla="*/ 931609 w 1874952"/>
                <a:gd name="connsiteY30" fmla="*/ 1387654 h 2442168"/>
                <a:gd name="connsiteX31" fmla="*/ 852219 w 1874952"/>
                <a:gd name="connsiteY31" fmla="*/ 1090121 h 2442168"/>
                <a:gd name="connsiteX32" fmla="*/ 814859 w 1874952"/>
                <a:gd name="connsiteY32" fmla="*/ 1052929 h 2442168"/>
                <a:gd name="connsiteX33" fmla="*/ 534658 w 1874952"/>
                <a:gd name="connsiteY33" fmla="*/ 946003 h 2442168"/>
                <a:gd name="connsiteX34" fmla="*/ 431918 w 1874952"/>
                <a:gd name="connsiteY34" fmla="*/ 950652 h 2442168"/>
                <a:gd name="connsiteX35" fmla="*/ 2276 w 1874952"/>
                <a:gd name="connsiteY35" fmla="*/ 513650 h 2442168"/>
                <a:gd name="connsiteX36" fmla="*/ 137707 w 1874952"/>
                <a:gd name="connsiteY36" fmla="*/ 137085 h 2442168"/>
                <a:gd name="connsiteX37" fmla="*/ 515978 w 1874952"/>
                <a:gd name="connsiteY37" fmla="*/ 2265 h 2442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874952" h="2442168">
                  <a:moveTo>
                    <a:pt x="515978" y="2265"/>
                  </a:moveTo>
                  <a:cubicBezTo>
                    <a:pt x="749479" y="16212"/>
                    <a:pt x="936279" y="206819"/>
                    <a:pt x="954959" y="434618"/>
                  </a:cubicBezTo>
                  <a:cubicBezTo>
                    <a:pt x="959629" y="485756"/>
                    <a:pt x="954959" y="532246"/>
                    <a:pt x="945619" y="583385"/>
                  </a:cubicBezTo>
                  <a:cubicBezTo>
                    <a:pt x="922269" y="685662"/>
                    <a:pt x="950289" y="797237"/>
                    <a:pt x="1025009" y="880918"/>
                  </a:cubicBezTo>
                  <a:cubicBezTo>
                    <a:pt x="1025009" y="880918"/>
                    <a:pt x="1025009" y="880918"/>
                    <a:pt x="1057700" y="913460"/>
                  </a:cubicBezTo>
                  <a:cubicBezTo>
                    <a:pt x="1123080" y="987844"/>
                    <a:pt x="1216480" y="1029684"/>
                    <a:pt x="1314550" y="1025035"/>
                  </a:cubicBezTo>
                  <a:cubicBezTo>
                    <a:pt x="1328560" y="1020386"/>
                    <a:pt x="1347240" y="1020386"/>
                    <a:pt x="1361250" y="1015737"/>
                  </a:cubicBezTo>
                  <a:cubicBezTo>
                    <a:pt x="1622771" y="997142"/>
                    <a:pt x="1846932" y="1183100"/>
                    <a:pt x="1874952" y="1443441"/>
                  </a:cubicBezTo>
                  <a:cubicBezTo>
                    <a:pt x="1874952" y="1457388"/>
                    <a:pt x="1874952" y="1466686"/>
                    <a:pt x="1874952" y="1480633"/>
                  </a:cubicBezTo>
                  <a:cubicBezTo>
                    <a:pt x="1874952" y="1480633"/>
                    <a:pt x="1874952" y="1480633"/>
                    <a:pt x="1874952" y="1489931"/>
                  </a:cubicBezTo>
                  <a:cubicBezTo>
                    <a:pt x="1874952" y="1499229"/>
                    <a:pt x="1874952" y="1508527"/>
                    <a:pt x="1874952" y="1517825"/>
                  </a:cubicBezTo>
                  <a:cubicBezTo>
                    <a:pt x="1874952" y="1517825"/>
                    <a:pt x="1874952" y="1517825"/>
                    <a:pt x="1874952" y="1531772"/>
                  </a:cubicBezTo>
                  <a:cubicBezTo>
                    <a:pt x="1874952" y="1531772"/>
                    <a:pt x="1874952" y="1536421"/>
                    <a:pt x="1874952" y="1536421"/>
                  </a:cubicBezTo>
                  <a:cubicBezTo>
                    <a:pt x="1874952" y="1550367"/>
                    <a:pt x="1870282" y="1559665"/>
                    <a:pt x="1870282" y="1573612"/>
                  </a:cubicBezTo>
                  <a:cubicBezTo>
                    <a:pt x="1851602" y="1671240"/>
                    <a:pt x="1809572" y="1759570"/>
                    <a:pt x="1739522" y="1824656"/>
                  </a:cubicBezTo>
                  <a:cubicBezTo>
                    <a:pt x="1632111" y="1936231"/>
                    <a:pt x="1473331" y="1987369"/>
                    <a:pt x="1319220" y="1964124"/>
                  </a:cubicBezTo>
                  <a:cubicBezTo>
                    <a:pt x="1221150" y="1959476"/>
                    <a:pt x="1127750" y="1996667"/>
                    <a:pt x="1057700" y="2071050"/>
                  </a:cubicBezTo>
                  <a:cubicBezTo>
                    <a:pt x="1057700" y="2071050"/>
                    <a:pt x="1057700" y="2071050"/>
                    <a:pt x="1025009" y="2108242"/>
                  </a:cubicBezTo>
                  <a:cubicBezTo>
                    <a:pt x="954959" y="2187274"/>
                    <a:pt x="922269" y="2294200"/>
                    <a:pt x="945619" y="2405775"/>
                  </a:cubicBezTo>
                  <a:lnTo>
                    <a:pt x="950842" y="2442168"/>
                  </a:lnTo>
                  <a:lnTo>
                    <a:pt x="6282" y="2442168"/>
                  </a:lnTo>
                  <a:lnTo>
                    <a:pt x="21668" y="2367675"/>
                  </a:lnTo>
                  <a:cubicBezTo>
                    <a:pt x="86920" y="2157928"/>
                    <a:pt x="287147" y="2017588"/>
                    <a:pt x="515978" y="2033859"/>
                  </a:cubicBezTo>
                  <a:cubicBezTo>
                    <a:pt x="529988" y="2033859"/>
                    <a:pt x="543998" y="2038508"/>
                    <a:pt x="562678" y="2038508"/>
                  </a:cubicBezTo>
                  <a:cubicBezTo>
                    <a:pt x="660748" y="2043157"/>
                    <a:pt x="754149" y="2005965"/>
                    <a:pt x="819529" y="1931582"/>
                  </a:cubicBezTo>
                  <a:cubicBezTo>
                    <a:pt x="819529" y="1931582"/>
                    <a:pt x="819529" y="1931582"/>
                    <a:pt x="852219" y="1894390"/>
                  </a:cubicBezTo>
                  <a:cubicBezTo>
                    <a:pt x="926939" y="1815358"/>
                    <a:pt x="954959" y="1703783"/>
                    <a:pt x="931609" y="1596857"/>
                  </a:cubicBezTo>
                  <a:cubicBezTo>
                    <a:pt x="931609" y="1596857"/>
                    <a:pt x="931609" y="1596857"/>
                    <a:pt x="931609" y="1592208"/>
                  </a:cubicBezTo>
                  <a:cubicBezTo>
                    <a:pt x="931609" y="1587559"/>
                    <a:pt x="931609" y="1582910"/>
                    <a:pt x="926939" y="1578261"/>
                  </a:cubicBezTo>
                  <a:cubicBezTo>
                    <a:pt x="922269" y="1536421"/>
                    <a:pt x="917599" y="1494580"/>
                    <a:pt x="922269" y="1452739"/>
                  </a:cubicBezTo>
                  <a:cubicBezTo>
                    <a:pt x="922269" y="1434144"/>
                    <a:pt x="926939" y="1410899"/>
                    <a:pt x="931609" y="1387654"/>
                  </a:cubicBezTo>
                  <a:cubicBezTo>
                    <a:pt x="950289" y="1276079"/>
                    <a:pt x="922269" y="1169153"/>
                    <a:pt x="852219" y="1090121"/>
                  </a:cubicBezTo>
                  <a:cubicBezTo>
                    <a:pt x="852219" y="1090121"/>
                    <a:pt x="852219" y="1090121"/>
                    <a:pt x="814859" y="1052929"/>
                  </a:cubicBezTo>
                  <a:cubicBezTo>
                    <a:pt x="744809" y="973897"/>
                    <a:pt x="642068" y="936705"/>
                    <a:pt x="534658" y="946003"/>
                  </a:cubicBezTo>
                  <a:cubicBezTo>
                    <a:pt x="501968" y="950652"/>
                    <a:pt x="469278" y="950652"/>
                    <a:pt x="431918" y="950652"/>
                  </a:cubicBezTo>
                  <a:cubicBezTo>
                    <a:pt x="203087" y="927407"/>
                    <a:pt x="16286" y="741449"/>
                    <a:pt x="2276" y="513650"/>
                  </a:cubicBezTo>
                  <a:cubicBezTo>
                    <a:pt x="-11734" y="374182"/>
                    <a:pt x="39636" y="234713"/>
                    <a:pt x="137707" y="137085"/>
                  </a:cubicBezTo>
                  <a:cubicBezTo>
                    <a:pt x="240447" y="39457"/>
                    <a:pt x="375877" y="-11682"/>
                    <a:pt x="515978" y="2265"/>
                  </a:cubicBezTo>
                  <a:close/>
                </a:path>
              </a:pathLst>
            </a:custGeom>
            <a:solidFill>
              <a:schemeClr val="accent2">
                <a:alpha val="20000"/>
              </a:schemeClr>
            </a:solidFill>
            <a:ln>
              <a:solidFill>
                <a:schemeClr val="accent2"/>
              </a:solidFill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4EF97DC3-4CD5-BBF7-D1BF-92DAD9831F8B}"/>
                </a:ext>
              </a:extLst>
            </p:cNvPr>
            <p:cNvSpPr/>
            <p:nvPr/>
          </p:nvSpPr>
          <p:spPr>
            <a:xfrm>
              <a:off x="8447798" y="4495733"/>
              <a:ext cx="989394" cy="989394"/>
            </a:xfrm>
            <a:prstGeom prst="ellipse">
              <a:avLst/>
            </a:prstGeom>
            <a:solidFill>
              <a:schemeClr val="bg1"/>
            </a:solidFill>
            <a:ln w="698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B583AA13-85F7-B0F7-E48D-77488128211F}"/>
                </a:ext>
              </a:extLst>
            </p:cNvPr>
            <p:cNvSpPr/>
            <p:nvPr/>
          </p:nvSpPr>
          <p:spPr>
            <a:xfrm>
              <a:off x="9393834" y="3456594"/>
              <a:ext cx="989394" cy="989394"/>
            </a:xfrm>
            <a:prstGeom prst="ellipse">
              <a:avLst/>
            </a:prstGeom>
            <a:solidFill>
              <a:schemeClr val="bg1"/>
            </a:solidFill>
            <a:ln w="698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56B39335-40B8-1D6E-68EC-2CDD7E29FBA0}"/>
                </a:ext>
              </a:extLst>
            </p:cNvPr>
            <p:cNvSpPr/>
            <p:nvPr/>
          </p:nvSpPr>
          <p:spPr>
            <a:xfrm>
              <a:off x="8447798" y="2439846"/>
              <a:ext cx="989394" cy="989394"/>
            </a:xfrm>
            <a:prstGeom prst="ellipse">
              <a:avLst/>
            </a:prstGeom>
            <a:solidFill>
              <a:schemeClr val="bg1"/>
            </a:solidFill>
            <a:ln w="698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5" name="Oval 20">
              <a:extLst>
                <a:ext uri="{FF2B5EF4-FFF2-40B4-BE49-F238E27FC236}">
                  <a16:creationId xmlns:a16="http://schemas.microsoft.com/office/drawing/2014/main" id="{6991D839-4852-22E8-5DA7-1DA948886F75}"/>
                </a:ext>
              </a:extLst>
            </p:cNvPr>
            <p:cNvSpPr/>
            <p:nvPr/>
          </p:nvSpPr>
          <p:spPr>
            <a:xfrm>
              <a:off x="8678745" y="4686723"/>
              <a:ext cx="563574" cy="5635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5000"/>
                </a:lnSpc>
                <a:spcBef>
                  <a:spcPts val="100"/>
                </a:spcBef>
                <a:spcAft>
                  <a:spcPts val="100"/>
                </a:spcAft>
              </a:pPr>
              <a:endParaRPr lang="en-US">
                <a:cs typeface="+mn-ea"/>
                <a:sym typeface="+mn-lt"/>
              </a:endParaRPr>
            </a:p>
          </p:txBody>
        </p:sp>
        <p:sp>
          <p:nvSpPr>
            <p:cNvPr id="56" name="Oval 21">
              <a:extLst>
                <a:ext uri="{FF2B5EF4-FFF2-40B4-BE49-F238E27FC236}">
                  <a16:creationId xmlns:a16="http://schemas.microsoft.com/office/drawing/2014/main" id="{782E1B83-F89E-6751-3B22-653CDBF74581}"/>
                </a:ext>
              </a:extLst>
            </p:cNvPr>
            <p:cNvSpPr/>
            <p:nvPr/>
          </p:nvSpPr>
          <p:spPr>
            <a:xfrm>
              <a:off x="9608355" y="3660727"/>
              <a:ext cx="563574" cy="5635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5000"/>
                </a:lnSpc>
                <a:spcBef>
                  <a:spcPts val="100"/>
                </a:spcBef>
                <a:spcAft>
                  <a:spcPts val="100"/>
                </a:spcAft>
              </a:pPr>
              <a:endParaRPr lang="en-US">
                <a:cs typeface="+mn-ea"/>
                <a:sym typeface="+mn-lt"/>
              </a:endParaRPr>
            </a:p>
          </p:txBody>
        </p:sp>
        <p:grpSp>
          <p:nvGrpSpPr>
            <p:cNvPr id="57" name="Group 34">
              <a:extLst>
                <a:ext uri="{FF2B5EF4-FFF2-40B4-BE49-F238E27FC236}">
                  <a16:creationId xmlns:a16="http://schemas.microsoft.com/office/drawing/2014/main" id="{00A4242D-1987-8460-D61D-E8D8B028BBFC}"/>
                </a:ext>
              </a:extLst>
            </p:cNvPr>
            <p:cNvGrpSpPr/>
            <p:nvPr/>
          </p:nvGrpSpPr>
          <p:grpSpPr>
            <a:xfrm>
              <a:off x="8932886" y="2981366"/>
              <a:ext cx="55185" cy="55185"/>
              <a:chOff x="10569575" y="1036638"/>
              <a:chExt cx="66675" cy="66675"/>
            </a:xfrm>
            <a:solidFill>
              <a:schemeClr val="bg1"/>
            </a:solidFill>
          </p:grpSpPr>
          <p:sp>
            <p:nvSpPr>
              <p:cNvPr id="59" name="Freeform 2128">
                <a:extLst>
                  <a:ext uri="{FF2B5EF4-FFF2-40B4-BE49-F238E27FC236}">
                    <a16:creationId xmlns:a16="http://schemas.microsoft.com/office/drawing/2014/main" id="{31705367-FAB0-5002-54B9-BD5B8E042620}"/>
                  </a:ext>
                </a:extLst>
              </p:cNvPr>
              <p:cNvSpPr/>
              <p:nvPr/>
            </p:nvSpPr>
            <p:spPr bwMode="auto">
              <a:xfrm>
                <a:off x="10569575" y="1036638"/>
                <a:ext cx="66675" cy="9525"/>
              </a:xfrm>
              <a:custGeom>
                <a:avLst/>
                <a:gdLst>
                  <a:gd name="T0" fmla="*/ 196 w 210"/>
                  <a:gd name="T1" fmla="*/ 0 h 29"/>
                  <a:gd name="T2" fmla="*/ 15 w 210"/>
                  <a:gd name="T3" fmla="*/ 0 h 29"/>
                  <a:gd name="T4" fmla="*/ 9 w 210"/>
                  <a:gd name="T5" fmla="*/ 1 h 29"/>
                  <a:gd name="T6" fmla="*/ 5 w 210"/>
                  <a:gd name="T7" fmla="*/ 3 h 29"/>
                  <a:gd name="T8" fmla="*/ 2 w 210"/>
                  <a:gd name="T9" fmla="*/ 8 h 29"/>
                  <a:gd name="T10" fmla="*/ 0 w 210"/>
                  <a:gd name="T11" fmla="*/ 14 h 29"/>
                  <a:gd name="T12" fmla="*/ 2 w 210"/>
                  <a:gd name="T13" fmla="*/ 20 h 29"/>
                  <a:gd name="T14" fmla="*/ 5 w 210"/>
                  <a:gd name="T15" fmla="*/ 25 h 29"/>
                  <a:gd name="T16" fmla="*/ 9 w 210"/>
                  <a:gd name="T17" fmla="*/ 28 h 29"/>
                  <a:gd name="T18" fmla="*/ 15 w 210"/>
                  <a:gd name="T19" fmla="*/ 29 h 29"/>
                  <a:gd name="T20" fmla="*/ 196 w 210"/>
                  <a:gd name="T21" fmla="*/ 29 h 29"/>
                  <a:gd name="T22" fmla="*/ 202 w 210"/>
                  <a:gd name="T23" fmla="*/ 28 h 29"/>
                  <a:gd name="T24" fmla="*/ 207 w 210"/>
                  <a:gd name="T25" fmla="*/ 25 h 29"/>
                  <a:gd name="T26" fmla="*/ 209 w 210"/>
                  <a:gd name="T27" fmla="*/ 20 h 29"/>
                  <a:gd name="T28" fmla="*/ 210 w 210"/>
                  <a:gd name="T29" fmla="*/ 14 h 29"/>
                  <a:gd name="T30" fmla="*/ 209 w 210"/>
                  <a:gd name="T31" fmla="*/ 8 h 29"/>
                  <a:gd name="T32" fmla="*/ 207 w 210"/>
                  <a:gd name="T33" fmla="*/ 3 h 29"/>
                  <a:gd name="T34" fmla="*/ 202 w 210"/>
                  <a:gd name="T35" fmla="*/ 1 h 29"/>
                  <a:gd name="T36" fmla="*/ 196 w 210"/>
                  <a:gd name="T3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10" h="29">
                    <a:moveTo>
                      <a:pt x="196" y="0"/>
                    </a:moveTo>
                    <a:lnTo>
                      <a:pt x="15" y="0"/>
                    </a:lnTo>
                    <a:lnTo>
                      <a:pt x="9" y="1"/>
                    </a:lnTo>
                    <a:lnTo>
                      <a:pt x="5" y="3"/>
                    </a:lnTo>
                    <a:lnTo>
                      <a:pt x="2" y="8"/>
                    </a:lnTo>
                    <a:lnTo>
                      <a:pt x="0" y="14"/>
                    </a:lnTo>
                    <a:lnTo>
                      <a:pt x="2" y="20"/>
                    </a:lnTo>
                    <a:lnTo>
                      <a:pt x="5" y="25"/>
                    </a:lnTo>
                    <a:lnTo>
                      <a:pt x="9" y="28"/>
                    </a:lnTo>
                    <a:lnTo>
                      <a:pt x="15" y="29"/>
                    </a:lnTo>
                    <a:lnTo>
                      <a:pt x="196" y="29"/>
                    </a:lnTo>
                    <a:lnTo>
                      <a:pt x="202" y="28"/>
                    </a:lnTo>
                    <a:lnTo>
                      <a:pt x="207" y="25"/>
                    </a:lnTo>
                    <a:lnTo>
                      <a:pt x="209" y="20"/>
                    </a:lnTo>
                    <a:lnTo>
                      <a:pt x="210" y="14"/>
                    </a:lnTo>
                    <a:lnTo>
                      <a:pt x="209" y="8"/>
                    </a:lnTo>
                    <a:lnTo>
                      <a:pt x="207" y="3"/>
                    </a:lnTo>
                    <a:lnTo>
                      <a:pt x="202" y="1"/>
                    </a:lnTo>
                    <a:lnTo>
                      <a:pt x="19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60" name="Freeform 2129">
                <a:extLst>
                  <a:ext uri="{FF2B5EF4-FFF2-40B4-BE49-F238E27FC236}">
                    <a16:creationId xmlns:a16="http://schemas.microsoft.com/office/drawing/2014/main" id="{BDB4A0BE-2A08-0059-C861-8755A0B2C1F7}"/>
                  </a:ext>
                </a:extLst>
              </p:cNvPr>
              <p:cNvSpPr/>
              <p:nvPr/>
            </p:nvSpPr>
            <p:spPr bwMode="auto">
              <a:xfrm>
                <a:off x="10569575" y="1055688"/>
                <a:ext cx="66675" cy="9525"/>
              </a:xfrm>
              <a:custGeom>
                <a:avLst/>
                <a:gdLst>
                  <a:gd name="T0" fmla="*/ 196 w 210"/>
                  <a:gd name="T1" fmla="*/ 0 h 31"/>
                  <a:gd name="T2" fmla="*/ 15 w 210"/>
                  <a:gd name="T3" fmla="*/ 0 h 31"/>
                  <a:gd name="T4" fmla="*/ 9 w 210"/>
                  <a:gd name="T5" fmla="*/ 2 h 31"/>
                  <a:gd name="T6" fmla="*/ 5 w 210"/>
                  <a:gd name="T7" fmla="*/ 5 h 31"/>
                  <a:gd name="T8" fmla="*/ 2 w 210"/>
                  <a:gd name="T9" fmla="*/ 10 h 31"/>
                  <a:gd name="T10" fmla="*/ 0 w 210"/>
                  <a:gd name="T11" fmla="*/ 15 h 31"/>
                  <a:gd name="T12" fmla="*/ 2 w 210"/>
                  <a:gd name="T13" fmla="*/ 21 h 31"/>
                  <a:gd name="T14" fmla="*/ 5 w 210"/>
                  <a:gd name="T15" fmla="*/ 26 h 31"/>
                  <a:gd name="T16" fmla="*/ 9 w 210"/>
                  <a:gd name="T17" fmla="*/ 30 h 31"/>
                  <a:gd name="T18" fmla="*/ 15 w 210"/>
                  <a:gd name="T19" fmla="*/ 31 h 31"/>
                  <a:gd name="T20" fmla="*/ 196 w 210"/>
                  <a:gd name="T21" fmla="*/ 31 h 31"/>
                  <a:gd name="T22" fmla="*/ 202 w 210"/>
                  <a:gd name="T23" fmla="*/ 30 h 31"/>
                  <a:gd name="T24" fmla="*/ 207 w 210"/>
                  <a:gd name="T25" fmla="*/ 26 h 31"/>
                  <a:gd name="T26" fmla="*/ 209 w 210"/>
                  <a:gd name="T27" fmla="*/ 21 h 31"/>
                  <a:gd name="T28" fmla="*/ 210 w 210"/>
                  <a:gd name="T29" fmla="*/ 15 h 31"/>
                  <a:gd name="T30" fmla="*/ 209 w 210"/>
                  <a:gd name="T31" fmla="*/ 10 h 31"/>
                  <a:gd name="T32" fmla="*/ 207 w 210"/>
                  <a:gd name="T33" fmla="*/ 5 h 31"/>
                  <a:gd name="T34" fmla="*/ 202 w 210"/>
                  <a:gd name="T35" fmla="*/ 2 h 31"/>
                  <a:gd name="T36" fmla="*/ 196 w 210"/>
                  <a:gd name="T37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10" h="31">
                    <a:moveTo>
                      <a:pt x="196" y="0"/>
                    </a:moveTo>
                    <a:lnTo>
                      <a:pt x="15" y="0"/>
                    </a:lnTo>
                    <a:lnTo>
                      <a:pt x="9" y="2"/>
                    </a:lnTo>
                    <a:lnTo>
                      <a:pt x="5" y="5"/>
                    </a:lnTo>
                    <a:lnTo>
                      <a:pt x="2" y="10"/>
                    </a:lnTo>
                    <a:lnTo>
                      <a:pt x="0" y="15"/>
                    </a:lnTo>
                    <a:lnTo>
                      <a:pt x="2" y="21"/>
                    </a:lnTo>
                    <a:lnTo>
                      <a:pt x="5" y="26"/>
                    </a:lnTo>
                    <a:lnTo>
                      <a:pt x="9" y="30"/>
                    </a:lnTo>
                    <a:lnTo>
                      <a:pt x="15" y="31"/>
                    </a:lnTo>
                    <a:lnTo>
                      <a:pt x="196" y="31"/>
                    </a:lnTo>
                    <a:lnTo>
                      <a:pt x="202" y="30"/>
                    </a:lnTo>
                    <a:lnTo>
                      <a:pt x="207" y="26"/>
                    </a:lnTo>
                    <a:lnTo>
                      <a:pt x="209" y="21"/>
                    </a:lnTo>
                    <a:lnTo>
                      <a:pt x="210" y="15"/>
                    </a:lnTo>
                    <a:lnTo>
                      <a:pt x="209" y="10"/>
                    </a:lnTo>
                    <a:lnTo>
                      <a:pt x="207" y="5"/>
                    </a:lnTo>
                    <a:lnTo>
                      <a:pt x="202" y="2"/>
                    </a:lnTo>
                    <a:lnTo>
                      <a:pt x="19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61" name="Freeform 2130">
                <a:extLst>
                  <a:ext uri="{FF2B5EF4-FFF2-40B4-BE49-F238E27FC236}">
                    <a16:creationId xmlns:a16="http://schemas.microsoft.com/office/drawing/2014/main" id="{24429ABB-D8E6-1B37-1E85-6F132D556ECB}"/>
                  </a:ext>
                </a:extLst>
              </p:cNvPr>
              <p:cNvSpPr/>
              <p:nvPr/>
            </p:nvSpPr>
            <p:spPr bwMode="auto">
              <a:xfrm>
                <a:off x="10569575" y="1074738"/>
                <a:ext cx="66675" cy="28575"/>
              </a:xfrm>
              <a:custGeom>
                <a:avLst/>
                <a:gdLst>
                  <a:gd name="T0" fmla="*/ 196 w 210"/>
                  <a:gd name="T1" fmla="*/ 0 h 91"/>
                  <a:gd name="T2" fmla="*/ 15 w 210"/>
                  <a:gd name="T3" fmla="*/ 0 h 91"/>
                  <a:gd name="T4" fmla="*/ 9 w 210"/>
                  <a:gd name="T5" fmla="*/ 1 h 91"/>
                  <a:gd name="T6" fmla="*/ 5 w 210"/>
                  <a:gd name="T7" fmla="*/ 5 h 91"/>
                  <a:gd name="T8" fmla="*/ 2 w 210"/>
                  <a:gd name="T9" fmla="*/ 10 h 91"/>
                  <a:gd name="T10" fmla="*/ 0 w 210"/>
                  <a:gd name="T11" fmla="*/ 16 h 91"/>
                  <a:gd name="T12" fmla="*/ 2 w 210"/>
                  <a:gd name="T13" fmla="*/ 21 h 91"/>
                  <a:gd name="T14" fmla="*/ 5 w 210"/>
                  <a:gd name="T15" fmla="*/ 26 h 91"/>
                  <a:gd name="T16" fmla="*/ 9 w 210"/>
                  <a:gd name="T17" fmla="*/ 30 h 91"/>
                  <a:gd name="T18" fmla="*/ 15 w 210"/>
                  <a:gd name="T19" fmla="*/ 31 h 91"/>
                  <a:gd name="T20" fmla="*/ 91 w 210"/>
                  <a:gd name="T21" fmla="*/ 31 h 91"/>
                  <a:gd name="T22" fmla="*/ 91 w 210"/>
                  <a:gd name="T23" fmla="*/ 76 h 91"/>
                  <a:gd name="T24" fmla="*/ 92 w 210"/>
                  <a:gd name="T25" fmla="*/ 82 h 91"/>
                  <a:gd name="T26" fmla="*/ 94 w 210"/>
                  <a:gd name="T27" fmla="*/ 87 h 91"/>
                  <a:gd name="T28" fmla="*/ 99 w 210"/>
                  <a:gd name="T29" fmla="*/ 89 h 91"/>
                  <a:gd name="T30" fmla="*/ 105 w 210"/>
                  <a:gd name="T31" fmla="*/ 91 h 91"/>
                  <a:gd name="T32" fmla="*/ 111 w 210"/>
                  <a:gd name="T33" fmla="*/ 89 h 91"/>
                  <a:gd name="T34" fmla="*/ 116 w 210"/>
                  <a:gd name="T35" fmla="*/ 87 h 91"/>
                  <a:gd name="T36" fmla="*/ 120 w 210"/>
                  <a:gd name="T37" fmla="*/ 82 h 91"/>
                  <a:gd name="T38" fmla="*/ 120 w 210"/>
                  <a:gd name="T39" fmla="*/ 76 h 91"/>
                  <a:gd name="T40" fmla="*/ 120 w 210"/>
                  <a:gd name="T41" fmla="*/ 31 h 91"/>
                  <a:gd name="T42" fmla="*/ 196 w 210"/>
                  <a:gd name="T43" fmla="*/ 31 h 91"/>
                  <a:gd name="T44" fmla="*/ 202 w 210"/>
                  <a:gd name="T45" fmla="*/ 30 h 91"/>
                  <a:gd name="T46" fmla="*/ 207 w 210"/>
                  <a:gd name="T47" fmla="*/ 26 h 91"/>
                  <a:gd name="T48" fmla="*/ 209 w 210"/>
                  <a:gd name="T49" fmla="*/ 21 h 91"/>
                  <a:gd name="T50" fmla="*/ 210 w 210"/>
                  <a:gd name="T51" fmla="*/ 16 h 91"/>
                  <a:gd name="T52" fmla="*/ 209 w 210"/>
                  <a:gd name="T53" fmla="*/ 10 h 91"/>
                  <a:gd name="T54" fmla="*/ 207 w 210"/>
                  <a:gd name="T55" fmla="*/ 5 h 91"/>
                  <a:gd name="T56" fmla="*/ 202 w 210"/>
                  <a:gd name="T57" fmla="*/ 1 h 91"/>
                  <a:gd name="T58" fmla="*/ 196 w 210"/>
                  <a:gd name="T59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10" h="91">
                    <a:moveTo>
                      <a:pt x="196" y="0"/>
                    </a:moveTo>
                    <a:lnTo>
                      <a:pt x="15" y="0"/>
                    </a:lnTo>
                    <a:lnTo>
                      <a:pt x="9" y="1"/>
                    </a:lnTo>
                    <a:lnTo>
                      <a:pt x="5" y="5"/>
                    </a:lnTo>
                    <a:lnTo>
                      <a:pt x="2" y="10"/>
                    </a:lnTo>
                    <a:lnTo>
                      <a:pt x="0" y="16"/>
                    </a:lnTo>
                    <a:lnTo>
                      <a:pt x="2" y="21"/>
                    </a:lnTo>
                    <a:lnTo>
                      <a:pt x="5" y="26"/>
                    </a:lnTo>
                    <a:lnTo>
                      <a:pt x="9" y="30"/>
                    </a:lnTo>
                    <a:lnTo>
                      <a:pt x="15" y="31"/>
                    </a:lnTo>
                    <a:lnTo>
                      <a:pt x="91" y="31"/>
                    </a:lnTo>
                    <a:lnTo>
                      <a:pt x="91" y="76"/>
                    </a:lnTo>
                    <a:lnTo>
                      <a:pt x="92" y="82"/>
                    </a:lnTo>
                    <a:lnTo>
                      <a:pt x="94" y="87"/>
                    </a:lnTo>
                    <a:lnTo>
                      <a:pt x="99" y="89"/>
                    </a:lnTo>
                    <a:lnTo>
                      <a:pt x="105" y="91"/>
                    </a:lnTo>
                    <a:lnTo>
                      <a:pt x="111" y="89"/>
                    </a:lnTo>
                    <a:lnTo>
                      <a:pt x="116" y="87"/>
                    </a:lnTo>
                    <a:lnTo>
                      <a:pt x="120" y="82"/>
                    </a:lnTo>
                    <a:lnTo>
                      <a:pt x="120" y="76"/>
                    </a:lnTo>
                    <a:lnTo>
                      <a:pt x="120" y="31"/>
                    </a:lnTo>
                    <a:lnTo>
                      <a:pt x="196" y="31"/>
                    </a:lnTo>
                    <a:lnTo>
                      <a:pt x="202" y="30"/>
                    </a:lnTo>
                    <a:lnTo>
                      <a:pt x="207" y="26"/>
                    </a:lnTo>
                    <a:lnTo>
                      <a:pt x="209" y="21"/>
                    </a:lnTo>
                    <a:lnTo>
                      <a:pt x="210" y="16"/>
                    </a:lnTo>
                    <a:lnTo>
                      <a:pt x="209" y="10"/>
                    </a:lnTo>
                    <a:lnTo>
                      <a:pt x="207" y="5"/>
                    </a:lnTo>
                    <a:lnTo>
                      <a:pt x="202" y="1"/>
                    </a:lnTo>
                    <a:lnTo>
                      <a:pt x="19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58" name="Oval 18">
              <a:extLst>
                <a:ext uri="{FF2B5EF4-FFF2-40B4-BE49-F238E27FC236}">
                  <a16:creationId xmlns:a16="http://schemas.microsoft.com/office/drawing/2014/main" id="{7121BF38-5F9F-933B-EDA3-05D7C64F4A63}"/>
                </a:ext>
              </a:extLst>
            </p:cNvPr>
            <p:cNvSpPr/>
            <p:nvPr/>
          </p:nvSpPr>
          <p:spPr>
            <a:xfrm>
              <a:off x="8678745" y="2635858"/>
              <a:ext cx="563574" cy="5635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5000"/>
                </a:lnSpc>
                <a:spcBef>
                  <a:spcPts val="100"/>
                </a:spcBef>
                <a:spcAft>
                  <a:spcPts val="100"/>
                </a:spcAft>
              </a:pPr>
              <a:endParaRPr lang="en-US" dirty="0">
                <a:cs typeface="+mn-ea"/>
                <a:sym typeface="+mn-lt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7A3332B1-E556-5C0D-F212-23E9CB26DE1E}"/>
              </a:ext>
            </a:extLst>
          </p:cNvPr>
          <p:cNvSpPr txBox="1"/>
          <p:nvPr/>
        </p:nvSpPr>
        <p:spPr>
          <a:xfrm>
            <a:off x="8520500" y="2828605"/>
            <a:ext cx="1299047" cy="411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+mn-lt"/>
              </a:rPr>
              <a:t>内容内容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0648B82-1B54-BFA4-B45D-41F44BBE353D}"/>
              </a:ext>
            </a:extLst>
          </p:cNvPr>
          <p:cNvSpPr txBox="1"/>
          <p:nvPr/>
        </p:nvSpPr>
        <p:spPr>
          <a:xfrm>
            <a:off x="9456178" y="4058060"/>
            <a:ext cx="1299047" cy="411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内容内容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F59CA13-2B13-57E9-5E50-51E6C5B0280F}"/>
              </a:ext>
            </a:extLst>
          </p:cNvPr>
          <p:cNvSpPr txBox="1"/>
          <p:nvPr/>
        </p:nvSpPr>
        <p:spPr>
          <a:xfrm>
            <a:off x="8570522" y="5150285"/>
            <a:ext cx="1299047" cy="411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+mn-lt"/>
              </a:rPr>
              <a:t>内容内容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BB1CF0A-681C-87F4-E846-A00A35EE4444}"/>
              </a:ext>
            </a:extLst>
          </p:cNvPr>
          <p:cNvGrpSpPr/>
          <p:nvPr/>
        </p:nvGrpSpPr>
        <p:grpSpPr>
          <a:xfrm flipH="1">
            <a:off x="2554525" y="2712231"/>
            <a:ext cx="1935430" cy="3045281"/>
            <a:chOff x="8457801" y="2439846"/>
            <a:chExt cx="1935430" cy="3045281"/>
          </a:xfrm>
        </p:grpSpPr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307EADC0-00F5-B206-F14C-199BD42F102E}"/>
                </a:ext>
              </a:extLst>
            </p:cNvPr>
            <p:cNvSpPr/>
            <p:nvPr/>
          </p:nvSpPr>
          <p:spPr bwMode="auto">
            <a:xfrm>
              <a:off x="8486838" y="2453682"/>
              <a:ext cx="1874952" cy="2442168"/>
            </a:xfrm>
            <a:custGeom>
              <a:avLst/>
              <a:gdLst>
                <a:gd name="connsiteX0" fmla="*/ 515978 w 1874952"/>
                <a:gd name="connsiteY0" fmla="*/ 2265 h 2442168"/>
                <a:gd name="connsiteX1" fmla="*/ 954959 w 1874952"/>
                <a:gd name="connsiteY1" fmla="*/ 434618 h 2442168"/>
                <a:gd name="connsiteX2" fmla="*/ 945619 w 1874952"/>
                <a:gd name="connsiteY2" fmla="*/ 583385 h 2442168"/>
                <a:gd name="connsiteX3" fmla="*/ 1025009 w 1874952"/>
                <a:gd name="connsiteY3" fmla="*/ 880918 h 2442168"/>
                <a:gd name="connsiteX4" fmla="*/ 1057700 w 1874952"/>
                <a:gd name="connsiteY4" fmla="*/ 913460 h 2442168"/>
                <a:gd name="connsiteX5" fmla="*/ 1314550 w 1874952"/>
                <a:gd name="connsiteY5" fmla="*/ 1025035 h 2442168"/>
                <a:gd name="connsiteX6" fmla="*/ 1361250 w 1874952"/>
                <a:gd name="connsiteY6" fmla="*/ 1015737 h 2442168"/>
                <a:gd name="connsiteX7" fmla="*/ 1874952 w 1874952"/>
                <a:gd name="connsiteY7" fmla="*/ 1443441 h 2442168"/>
                <a:gd name="connsiteX8" fmla="*/ 1874952 w 1874952"/>
                <a:gd name="connsiteY8" fmla="*/ 1480633 h 2442168"/>
                <a:gd name="connsiteX9" fmla="*/ 1874952 w 1874952"/>
                <a:gd name="connsiteY9" fmla="*/ 1489931 h 2442168"/>
                <a:gd name="connsiteX10" fmla="*/ 1874952 w 1874952"/>
                <a:gd name="connsiteY10" fmla="*/ 1517825 h 2442168"/>
                <a:gd name="connsiteX11" fmla="*/ 1874952 w 1874952"/>
                <a:gd name="connsiteY11" fmla="*/ 1531772 h 2442168"/>
                <a:gd name="connsiteX12" fmla="*/ 1874952 w 1874952"/>
                <a:gd name="connsiteY12" fmla="*/ 1536421 h 2442168"/>
                <a:gd name="connsiteX13" fmla="*/ 1870282 w 1874952"/>
                <a:gd name="connsiteY13" fmla="*/ 1573612 h 2442168"/>
                <a:gd name="connsiteX14" fmla="*/ 1739522 w 1874952"/>
                <a:gd name="connsiteY14" fmla="*/ 1824656 h 2442168"/>
                <a:gd name="connsiteX15" fmla="*/ 1319220 w 1874952"/>
                <a:gd name="connsiteY15" fmla="*/ 1964124 h 2442168"/>
                <a:gd name="connsiteX16" fmla="*/ 1057700 w 1874952"/>
                <a:gd name="connsiteY16" fmla="*/ 2071050 h 2442168"/>
                <a:gd name="connsiteX17" fmla="*/ 1025009 w 1874952"/>
                <a:gd name="connsiteY17" fmla="*/ 2108242 h 2442168"/>
                <a:gd name="connsiteX18" fmla="*/ 945619 w 1874952"/>
                <a:gd name="connsiteY18" fmla="*/ 2405775 h 2442168"/>
                <a:gd name="connsiteX19" fmla="*/ 950842 w 1874952"/>
                <a:gd name="connsiteY19" fmla="*/ 2442168 h 2442168"/>
                <a:gd name="connsiteX20" fmla="*/ 6282 w 1874952"/>
                <a:gd name="connsiteY20" fmla="*/ 2442168 h 2442168"/>
                <a:gd name="connsiteX21" fmla="*/ 21668 w 1874952"/>
                <a:gd name="connsiteY21" fmla="*/ 2367675 h 2442168"/>
                <a:gd name="connsiteX22" fmla="*/ 515978 w 1874952"/>
                <a:gd name="connsiteY22" fmla="*/ 2033859 h 2442168"/>
                <a:gd name="connsiteX23" fmla="*/ 562678 w 1874952"/>
                <a:gd name="connsiteY23" fmla="*/ 2038508 h 2442168"/>
                <a:gd name="connsiteX24" fmla="*/ 819529 w 1874952"/>
                <a:gd name="connsiteY24" fmla="*/ 1931582 h 2442168"/>
                <a:gd name="connsiteX25" fmla="*/ 852219 w 1874952"/>
                <a:gd name="connsiteY25" fmla="*/ 1894390 h 2442168"/>
                <a:gd name="connsiteX26" fmla="*/ 931609 w 1874952"/>
                <a:gd name="connsiteY26" fmla="*/ 1596857 h 2442168"/>
                <a:gd name="connsiteX27" fmla="*/ 931609 w 1874952"/>
                <a:gd name="connsiteY27" fmla="*/ 1592208 h 2442168"/>
                <a:gd name="connsiteX28" fmla="*/ 926939 w 1874952"/>
                <a:gd name="connsiteY28" fmla="*/ 1578261 h 2442168"/>
                <a:gd name="connsiteX29" fmla="*/ 922269 w 1874952"/>
                <a:gd name="connsiteY29" fmla="*/ 1452739 h 2442168"/>
                <a:gd name="connsiteX30" fmla="*/ 931609 w 1874952"/>
                <a:gd name="connsiteY30" fmla="*/ 1387654 h 2442168"/>
                <a:gd name="connsiteX31" fmla="*/ 852219 w 1874952"/>
                <a:gd name="connsiteY31" fmla="*/ 1090121 h 2442168"/>
                <a:gd name="connsiteX32" fmla="*/ 814859 w 1874952"/>
                <a:gd name="connsiteY32" fmla="*/ 1052929 h 2442168"/>
                <a:gd name="connsiteX33" fmla="*/ 534658 w 1874952"/>
                <a:gd name="connsiteY33" fmla="*/ 946003 h 2442168"/>
                <a:gd name="connsiteX34" fmla="*/ 431918 w 1874952"/>
                <a:gd name="connsiteY34" fmla="*/ 950652 h 2442168"/>
                <a:gd name="connsiteX35" fmla="*/ 2276 w 1874952"/>
                <a:gd name="connsiteY35" fmla="*/ 513650 h 2442168"/>
                <a:gd name="connsiteX36" fmla="*/ 137707 w 1874952"/>
                <a:gd name="connsiteY36" fmla="*/ 137085 h 2442168"/>
                <a:gd name="connsiteX37" fmla="*/ 515978 w 1874952"/>
                <a:gd name="connsiteY37" fmla="*/ 2265 h 2442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874952" h="2442168">
                  <a:moveTo>
                    <a:pt x="515978" y="2265"/>
                  </a:moveTo>
                  <a:cubicBezTo>
                    <a:pt x="749479" y="16212"/>
                    <a:pt x="936279" y="206819"/>
                    <a:pt x="954959" y="434618"/>
                  </a:cubicBezTo>
                  <a:cubicBezTo>
                    <a:pt x="959629" y="485756"/>
                    <a:pt x="954959" y="532246"/>
                    <a:pt x="945619" y="583385"/>
                  </a:cubicBezTo>
                  <a:cubicBezTo>
                    <a:pt x="922269" y="685662"/>
                    <a:pt x="950289" y="797237"/>
                    <a:pt x="1025009" y="880918"/>
                  </a:cubicBezTo>
                  <a:cubicBezTo>
                    <a:pt x="1025009" y="880918"/>
                    <a:pt x="1025009" y="880918"/>
                    <a:pt x="1057700" y="913460"/>
                  </a:cubicBezTo>
                  <a:cubicBezTo>
                    <a:pt x="1123080" y="987844"/>
                    <a:pt x="1216480" y="1029684"/>
                    <a:pt x="1314550" y="1025035"/>
                  </a:cubicBezTo>
                  <a:cubicBezTo>
                    <a:pt x="1328560" y="1020386"/>
                    <a:pt x="1347240" y="1020386"/>
                    <a:pt x="1361250" y="1015737"/>
                  </a:cubicBezTo>
                  <a:cubicBezTo>
                    <a:pt x="1622771" y="997142"/>
                    <a:pt x="1846932" y="1183100"/>
                    <a:pt x="1874952" y="1443441"/>
                  </a:cubicBezTo>
                  <a:cubicBezTo>
                    <a:pt x="1874952" y="1457388"/>
                    <a:pt x="1874952" y="1466686"/>
                    <a:pt x="1874952" y="1480633"/>
                  </a:cubicBezTo>
                  <a:cubicBezTo>
                    <a:pt x="1874952" y="1480633"/>
                    <a:pt x="1874952" y="1480633"/>
                    <a:pt x="1874952" y="1489931"/>
                  </a:cubicBezTo>
                  <a:cubicBezTo>
                    <a:pt x="1874952" y="1499229"/>
                    <a:pt x="1874952" y="1508527"/>
                    <a:pt x="1874952" y="1517825"/>
                  </a:cubicBezTo>
                  <a:cubicBezTo>
                    <a:pt x="1874952" y="1517825"/>
                    <a:pt x="1874952" y="1517825"/>
                    <a:pt x="1874952" y="1531772"/>
                  </a:cubicBezTo>
                  <a:cubicBezTo>
                    <a:pt x="1874952" y="1531772"/>
                    <a:pt x="1874952" y="1536421"/>
                    <a:pt x="1874952" y="1536421"/>
                  </a:cubicBezTo>
                  <a:cubicBezTo>
                    <a:pt x="1874952" y="1550367"/>
                    <a:pt x="1870282" y="1559665"/>
                    <a:pt x="1870282" y="1573612"/>
                  </a:cubicBezTo>
                  <a:cubicBezTo>
                    <a:pt x="1851602" y="1671240"/>
                    <a:pt x="1809572" y="1759570"/>
                    <a:pt x="1739522" y="1824656"/>
                  </a:cubicBezTo>
                  <a:cubicBezTo>
                    <a:pt x="1632111" y="1936231"/>
                    <a:pt x="1473331" y="1987369"/>
                    <a:pt x="1319220" y="1964124"/>
                  </a:cubicBezTo>
                  <a:cubicBezTo>
                    <a:pt x="1221150" y="1959476"/>
                    <a:pt x="1127750" y="1996667"/>
                    <a:pt x="1057700" y="2071050"/>
                  </a:cubicBezTo>
                  <a:cubicBezTo>
                    <a:pt x="1057700" y="2071050"/>
                    <a:pt x="1057700" y="2071050"/>
                    <a:pt x="1025009" y="2108242"/>
                  </a:cubicBezTo>
                  <a:cubicBezTo>
                    <a:pt x="954959" y="2187274"/>
                    <a:pt x="922269" y="2294200"/>
                    <a:pt x="945619" y="2405775"/>
                  </a:cubicBezTo>
                  <a:lnTo>
                    <a:pt x="950842" y="2442168"/>
                  </a:lnTo>
                  <a:lnTo>
                    <a:pt x="6282" y="2442168"/>
                  </a:lnTo>
                  <a:lnTo>
                    <a:pt x="21668" y="2367675"/>
                  </a:lnTo>
                  <a:cubicBezTo>
                    <a:pt x="86920" y="2157928"/>
                    <a:pt x="287147" y="2017588"/>
                    <a:pt x="515978" y="2033859"/>
                  </a:cubicBezTo>
                  <a:cubicBezTo>
                    <a:pt x="529988" y="2033859"/>
                    <a:pt x="543998" y="2038508"/>
                    <a:pt x="562678" y="2038508"/>
                  </a:cubicBezTo>
                  <a:cubicBezTo>
                    <a:pt x="660748" y="2043157"/>
                    <a:pt x="754149" y="2005965"/>
                    <a:pt x="819529" y="1931582"/>
                  </a:cubicBezTo>
                  <a:cubicBezTo>
                    <a:pt x="819529" y="1931582"/>
                    <a:pt x="819529" y="1931582"/>
                    <a:pt x="852219" y="1894390"/>
                  </a:cubicBezTo>
                  <a:cubicBezTo>
                    <a:pt x="926939" y="1815358"/>
                    <a:pt x="954959" y="1703783"/>
                    <a:pt x="931609" y="1596857"/>
                  </a:cubicBezTo>
                  <a:cubicBezTo>
                    <a:pt x="931609" y="1596857"/>
                    <a:pt x="931609" y="1596857"/>
                    <a:pt x="931609" y="1592208"/>
                  </a:cubicBezTo>
                  <a:cubicBezTo>
                    <a:pt x="931609" y="1587559"/>
                    <a:pt x="931609" y="1582910"/>
                    <a:pt x="926939" y="1578261"/>
                  </a:cubicBezTo>
                  <a:cubicBezTo>
                    <a:pt x="922269" y="1536421"/>
                    <a:pt x="917599" y="1494580"/>
                    <a:pt x="922269" y="1452739"/>
                  </a:cubicBezTo>
                  <a:cubicBezTo>
                    <a:pt x="922269" y="1434144"/>
                    <a:pt x="926939" y="1410899"/>
                    <a:pt x="931609" y="1387654"/>
                  </a:cubicBezTo>
                  <a:cubicBezTo>
                    <a:pt x="950289" y="1276079"/>
                    <a:pt x="922269" y="1169153"/>
                    <a:pt x="852219" y="1090121"/>
                  </a:cubicBezTo>
                  <a:cubicBezTo>
                    <a:pt x="852219" y="1090121"/>
                    <a:pt x="852219" y="1090121"/>
                    <a:pt x="814859" y="1052929"/>
                  </a:cubicBezTo>
                  <a:cubicBezTo>
                    <a:pt x="744809" y="973897"/>
                    <a:pt x="642068" y="936705"/>
                    <a:pt x="534658" y="946003"/>
                  </a:cubicBezTo>
                  <a:cubicBezTo>
                    <a:pt x="501968" y="950652"/>
                    <a:pt x="469278" y="950652"/>
                    <a:pt x="431918" y="950652"/>
                  </a:cubicBezTo>
                  <a:cubicBezTo>
                    <a:pt x="203087" y="927407"/>
                    <a:pt x="16286" y="741449"/>
                    <a:pt x="2276" y="513650"/>
                  </a:cubicBezTo>
                  <a:cubicBezTo>
                    <a:pt x="-11734" y="374182"/>
                    <a:pt x="39636" y="234713"/>
                    <a:pt x="137707" y="137085"/>
                  </a:cubicBezTo>
                  <a:cubicBezTo>
                    <a:pt x="240447" y="39457"/>
                    <a:pt x="375877" y="-11682"/>
                    <a:pt x="515978" y="2265"/>
                  </a:cubicBezTo>
                  <a:close/>
                </a:path>
              </a:pathLst>
            </a:custGeom>
            <a:solidFill>
              <a:schemeClr val="accent1">
                <a:alpha val="10000"/>
              </a:schemeClr>
            </a:solidFill>
            <a:ln>
              <a:solidFill>
                <a:schemeClr val="accent1"/>
              </a:solidFill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17932A8D-0823-768F-31BC-13DA372265ED}"/>
                </a:ext>
              </a:extLst>
            </p:cNvPr>
            <p:cNvSpPr/>
            <p:nvPr/>
          </p:nvSpPr>
          <p:spPr>
            <a:xfrm>
              <a:off x="8457801" y="4495733"/>
              <a:ext cx="989394" cy="989394"/>
            </a:xfrm>
            <a:prstGeom prst="ellipse">
              <a:avLst/>
            </a:prstGeom>
            <a:solidFill>
              <a:schemeClr val="bg1"/>
            </a:solidFill>
            <a:ln w="698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76AE87F8-7DA4-BD6B-E16F-7D3DF79C333C}"/>
                </a:ext>
              </a:extLst>
            </p:cNvPr>
            <p:cNvSpPr/>
            <p:nvPr/>
          </p:nvSpPr>
          <p:spPr>
            <a:xfrm>
              <a:off x="9403837" y="3456594"/>
              <a:ext cx="989394" cy="989394"/>
            </a:xfrm>
            <a:prstGeom prst="ellipse">
              <a:avLst/>
            </a:prstGeom>
            <a:solidFill>
              <a:schemeClr val="bg1"/>
            </a:solidFill>
            <a:ln w="698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48871AF8-D21A-D0EE-109E-83B71806EEDD}"/>
                </a:ext>
              </a:extLst>
            </p:cNvPr>
            <p:cNvSpPr/>
            <p:nvPr/>
          </p:nvSpPr>
          <p:spPr>
            <a:xfrm>
              <a:off x="8457801" y="2439846"/>
              <a:ext cx="989394" cy="989394"/>
            </a:xfrm>
            <a:prstGeom prst="ellipse">
              <a:avLst/>
            </a:prstGeom>
            <a:solidFill>
              <a:schemeClr val="bg1"/>
            </a:solidFill>
            <a:ln w="698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45" name="Oval 18">
              <a:extLst>
                <a:ext uri="{FF2B5EF4-FFF2-40B4-BE49-F238E27FC236}">
                  <a16:creationId xmlns:a16="http://schemas.microsoft.com/office/drawing/2014/main" id="{F68C22E6-63C4-73C3-F89F-5BBC736A2982}"/>
                </a:ext>
              </a:extLst>
            </p:cNvPr>
            <p:cNvSpPr/>
            <p:nvPr/>
          </p:nvSpPr>
          <p:spPr>
            <a:xfrm>
              <a:off x="8678745" y="2635858"/>
              <a:ext cx="563574" cy="5635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5000"/>
                </a:lnSpc>
                <a:spcBef>
                  <a:spcPts val="100"/>
                </a:spcBef>
                <a:spcAft>
                  <a:spcPts val="100"/>
                </a:spcAft>
              </a:pPr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46" name="Oval 20">
              <a:extLst>
                <a:ext uri="{FF2B5EF4-FFF2-40B4-BE49-F238E27FC236}">
                  <a16:creationId xmlns:a16="http://schemas.microsoft.com/office/drawing/2014/main" id="{CC70E463-5CA1-97B9-D1CF-510CF5EE16E3}"/>
                </a:ext>
              </a:extLst>
            </p:cNvPr>
            <p:cNvSpPr/>
            <p:nvPr/>
          </p:nvSpPr>
          <p:spPr>
            <a:xfrm>
              <a:off x="8678745" y="4686723"/>
              <a:ext cx="563574" cy="5635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5000"/>
                </a:lnSpc>
                <a:spcBef>
                  <a:spcPts val="100"/>
                </a:spcBef>
                <a:spcAft>
                  <a:spcPts val="100"/>
                </a:spcAft>
              </a:pPr>
              <a:endParaRPr lang="en-US">
                <a:cs typeface="+mn-ea"/>
                <a:sym typeface="+mn-lt"/>
              </a:endParaRPr>
            </a:p>
          </p:txBody>
        </p:sp>
        <p:sp>
          <p:nvSpPr>
            <p:cNvPr id="47" name="Oval 21">
              <a:extLst>
                <a:ext uri="{FF2B5EF4-FFF2-40B4-BE49-F238E27FC236}">
                  <a16:creationId xmlns:a16="http://schemas.microsoft.com/office/drawing/2014/main" id="{260D9369-3F99-105E-B75D-A61217118574}"/>
                </a:ext>
              </a:extLst>
            </p:cNvPr>
            <p:cNvSpPr/>
            <p:nvPr/>
          </p:nvSpPr>
          <p:spPr>
            <a:xfrm>
              <a:off x="9608355" y="3660727"/>
              <a:ext cx="563574" cy="5635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5000"/>
                </a:lnSpc>
                <a:spcBef>
                  <a:spcPts val="100"/>
                </a:spcBef>
                <a:spcAft>
                  <a:spcPts val="100"/>
                </a:spcAft>
              </a:pPr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F5EE2D8C-FFDD-5AE0-AF2B-A1C4FC82C020}"/>
              </a:ext>
            </a:extLst>
          </p:cNvPr>
          <p:cNvSpPr txBox="1"/>
          <p:nvPr/>
        </p:nvSpPr>
        <p:spPr>
          <a:xfrm>
            <a:off x="2350732" y="2828605"/>
            <a:ext cx="1299047" cy="411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内容内容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E6E09A6-EC42-3DC8-CD1B-C9A999C14158}"/>
              </a:ext>
            </a:extLst>
          </p:cNvPr>
          <p:cNvSpPr txBox="1"/>
          <p:nvPr/>
        </p:nvSpPr>
        <p:spPr>
          <a:xfrm>
            <a:off x="1436774" y="4058060"/>
            <a:ext cx="1299047" cy="411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+mn-lt"/>
              </a:rPr>
              <a:t>内容内容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2324E06-D081-A792-A20C-6035776F2496}"/>
              </a:ext>
            </a:extLst>
          </p:cNvPr>
          <p:cNvSpPr txBox="1"/>
          <p:nvPr/>
        </p:nvSpPr>
        <p:spPr>
          <a:xfrm>
            <a:off x="2343604" y="5150285"/>
            <a:ext cx="1299047" cy="411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dirty="0">
                <a:sym typeface="+mn-lt"/>
              </a:rPr>
              <a:t>内容内容</a:t>
            </a:r>
          </a:p>
        </p:txBody>
      </p:sp>
      <p:sp>
        <p:nvSpPr>
          <p:cNvPr id="22" name="iconfont-11145-6970031">
            <a:extLst>
              <a:ext uri="{FF2B5EF4-FFF2-40B4-BE49-F238E27FC236}">
                <a16:creationId xmlns:a16="http://schemas.microsoft.com/office/drawing/2014/main" id="{662BB3A1-2F82-2AFB-C436-148ED9A26D68}"/>
              </a:ext>
            </a:extLst>
          </p:cNvPr>
          <p:cNvSpPr/>
          <p:nvPr/>
        </p:nvSpPr>
        <p:spPr>
          <a:xfrm>
            <a:off x="3886921" y="3064933"/>
            <a:ext cx="207569" cy="242157"/>
          </a:xfrm>
          <a:custGeom>
            <a:avLst/>
            <a:gdLst>
              <a:gd name="connsiteX0" fmla="*/ 276234 w 457214"/>
              <a:gd name="connsiteY0" fmla="*/ 352425 h 533400"/>
              <a:gd name="connsiteX1" fmla="*/ 276234 w 457214"/>
              <a:gd name="connsiteY1" fmla="*/ 452104 h 533400"/>
              <a:gd name="connsiteX2" fmla="*/ 375916 w 457214"/>
              <a:gd name="connsiteY2" fmla="*/ 352425 h 533400"/>
              <a:gd name="connsiteX3" fmla="*/ 115079 w 457214"/>
              <a:gd name="connsiteY3" fmla="*/ 180941 h 533400"/>
              <a:gd name="connsiteX4" fmla="*/ 341937 w 457214"/>
              <a:gd name="connsiteY4" fmla="*/ 180941 h 533400"/>
              <a:gd name="connsiteX5" fmla="*/ 365751 w 457214"/>
              <a:gd name="connsiteY5" fmla="*/ 204749 h 533400"/>
              <a:gd name="connsiteX6" fmla="*/ 341937 w 457214"/>
              <a:gd name="connsiteY6" fmla="*/ 228557 h 533400"/>
              <a:gd name="connsiteX7" fmla="*/ 115079 w 457214"/>
              <a:gd name="connsiteY7" fmla="*/ 228557 h 533400"/>
              <a:gd name="connsiteX8" fmla="*/ 91264 w 457214"/>
              <a:gd name="connsiteY8" fmla="*/ 204749 h 533400"/>
              <a:gd name="connsiteX9" fmla="*/ 115079 w 457214"/>
              <a:gd name="connsiteY9" fmla="*/ 180941 h 533400"/>
              <a:gd name="connsiteX10" fmla="*/ 115079 w 457214"/>
              <a:gd name="connsiteY10" fmla="*/ 95232 h 533400"/>
              <a:gd name="connsiteX11" fmla="*/ 341937 w 457214"/>
              <a:gd name="connsiteY11" fmla="*/ 95232 h 533400"/>
              <a:gd name="connsiteX12" fmla="*/ 365751 w 457214"/>
              <a:gd name="connsiteY12" fmla="*/ 119040 h 533400"/>
              <a:gd name="connsiteX13" fmla="*/ 341937 w 457214"/>
              <a:gd name="connsiteY13" fmla="*/ 142848 h 533400"/>
              <a:gd name="connsiteX14" fmla="*/ 115079 w 457214"/>
              <a:gd name="connsiteY14" fmla="*/ 142848 h 533400"/>
              <a:gd name="connsiteX15" fmla="*/ 91264 w 457214"/>
              <a:gd name="connsiteY15" fmla="*/ 119040 h 533400"/>
              <a:gd name="connsiteX16" fmla="*/ 115079 w 457214"/>
              <a:gd name="connsiteY16" fmla="*/ 95232 h 533400"/>
              <a:gd name="connsiteX17" fmla="*/ 71439 w 457214"/>
              <a:gd name="connsiteY17" fmla="*/ 47625 h 533400"/>
              <a:gd name="connsiteX18" fmla="*/ 47626 w 457214"/>
              <a:gd name="connsiteY18" fmla="*/ 71437 h 533400"/>
              <a:gd name="connsiteX19" fmla="*/ 47626 w 457214"/>
              <a:gd name="connsiteY19" fmla="*/ 461963 h 533400"/>
              <a:gd name="connsiteX20" fmla="*/ 71439 w 457214"/>
              <a:gd name="connsiteY20" fmla="*/ 485775 h 533400"/>
              <a:gd name="connsiteX21" fmla="*/ 228607 w 457214"/>
              <a:gd name="connsiteY21" fmla="*/ 485775 h 533400"/>
              <a:gd name="connsiteX22" fmla="*/ 228607 w 457214"/>
              <a:gd name="connsiteY22" fmla="*/ 346472 h 533400"/>
              <a:gd name="connsiteX23" fmla="*/ 270280 w 457214"/>
              <a:gd name="connsiteY23" fmla="*/ 304800 h 533400"/>
              <a:gd name="connsiteX24" fmla="*/ 409588 w 457214"/>
              <a:gd name="connsiteY24" fmla="*/ 304800 h 533400"/>
              <a:gd name="connsiteX25" fmla="*/ 409588 w 457214"/>
              <a:gd name="connsiteY25" fmla="*/ 71437 h 533400"/>
              <a:gd name="connsiteX26" fmla="*/ 385775 w 457214"/>
              <a:gd name="connsiteY26" fmla="*/ 47625 h 533400"/>
              <a:gd name="connsiteX27" fmla="*/ 41673 w 457214"/>
              <a:gd name="connsiteY27" fmla="*/ 0 h 533400"/>
              <a:gd name="connsiteX28" fmla="*/ 415541 w 457214"/>
              <a:gd name="connsiteY28" fmla="*/ 0 h 533400"/>
              <a:gd name="connsiteX29" fmla="*/ 457214 w 457214"/>
              <a:gd name="connsiteY29" fmla="*/ 41672 h 533400"/>
              <a:gd name="connsiteX30" fmla="*/ 457214 w 457214"/>
              <a:gd name="connsiteY30" fmla="*/ 338471 h 533400"/>
              <a:gd name="connsiteX31" fmla="*/ 409588 w 457214"/>
              <a:gd name="connsiteY31" fmla="*/ 386096 h 533400"/>
              <a:gd name="connsiteX32" fmla="*/ 309906 w 457214"/>
              <a:gd name="connsiteY32" fmla="*/ 485775 h 533400"/>
              <a:gd name="connsiteX33" fmla="*/ 262279 w 457214"/>
              <a:gd name="connsiteY33" fmla="*/ 533400 h 533400"/>
              <a:gd name="connsiteX34" fmla="*/ 41673 w 457214"/>
              <a:gd name="connsiteY34" fmla="*/ 533400 h 533400"/>
              <a:gd name="connsiteX35" fmla="*/ 0 w 457214"/>
              <a:gd name="connsiteY35" fmla="*/ 491728 h 533400"/>
              <a:gd name="connsiteX36" fmla="*/ 0 w 457214"/>
              <a:gd name="connsiteY36" fmla="*/ 41672 h 533400"/>
              <a:gd name="connsiteX37" fmla="*/ 41673 w 457214"/>
              <a:gd name="connsiteY37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457214" h="533400">
                <a:moveTo>
                  <a:pt x="276234" y="352425"/>
                </a:moveTo>
                <a:lnTo>
                  <a:pt x="276234" y="452104"/>
                </a:lnTo>
                <a:lnTo>
                  <a:pt x="375916" y="352425"/>
                </a:lnTo>
                <a:close/>
                <a:moveTo>
                  <a:pt x="115079" y="180941"/>
                </a:moveTo>
                <a:lnTo>
                  <a:pt x="341937" y="180941"/>
                </a:lnTo>
                <a:cubicBezTo>
                  <a:pt x="355082" y="180941"/>
                  <a:pt x="365751" y="191607"/>
                  <a:pt x="365751" y="204749"/>
                </a:cubicBezTo>
                <a:cubicBezTo>
                  <a:pt x="365751" y="217891"/>
                  <a:pt x="355082" y="228557"/>
                  <a:pt x="341937" y="228557"/>
                </a:cubicBezTo>
                <a:lnTo>
                  <a:pt x="115079" y="228557"/>
                </a:lnTo>
                <a:cubicBezTo>
                  <a:pt x="101886" y="228557"/>
                  <a:pt x="91264" y="217891"/>
                  <a:pt x="91264" y="204749"/>
                </a:cubicBezTo>
                <a:cubicBezTo>
                  <a:pt x="91264" y="191607"/>
                  <a:pt x="101886" y="180941"/>
                  <a:pt x="115079" y="180941"/>
                </a:cubicBezTo>
                <a:close/>
                <a:moveTo>
                  <a:pt x="115079" y="95232"/>
                </a:moveTo>
                <a:lnTo>
                  <a:pt x="341937" y="95232"/>
                </a:lnTo>
                <a:cubicBezTo>
                  <a:pt x="355082" y="95232"/>
                  <a:pt x="365751" y="105898"/>
                  <a:pt x="365751" y="119040"/>
                </a:cubicBezTo>
                <a:cubicBezTo>
                  <a:pt x="365751" y="132182"/>
                  <a:pt x="355082" y="142848"/>
                  <a:pt x="341937" y="142848"/>
                </a:cubicBezTo>
                <a:lnTo>
                  <a:pt x="115079" y="142848"/>
                </a:lnTo>
                <a:cubicBezTo>
                  <a:pt x="101886" y="142848"/>
                  <a:pt x="91264" y="132182"/>
                  <a:pt x="91264" y="119040"/>
                </a:cubicBezTo>
                <a:cubicBezTo>
                  <a:pt x="91264" y="105898"/>
                  <a:pt x="101886" y="95232"/>
                  <a:pt x="115079" y="95232"/>
                </a:cubicBezTo>
                <a:close/>
                <a:moveTo>
                  <a:pt x="71439" y="47625"/>
                </a:moveTo>
                <a:cubicBezTo>
                  <a:pt x="58295" y="47625"/>
                  <a:pt x="47626" y="58293"/>
                  <a:pt x="47626" y="71437"/>
                </a:cubicBezTo>
                <a:lnTo>
                  <a:pt x="47626" y="461963"/>
                </a:lnTo>
                <a:cubicBezTo>
                  <a:pt x="47626" y="475107"/>
                  <a:pt x="58295" y="485775"/>
                  <a:pt x="71439" y="485775"/>
                </a:cubicBezTo>
                <a:lnTo>
                  <a:pt x="228607" y="485775"/>
                </a:lnTo>
                <a:lnTo>
                  <a:pt x="228607" y="346472"/>
                </a:lnTo>
                <a:cubicBezTo>
                  <a:pt x="228607" y="323469"/>
                  <a:pt x="247277" y="304800"/>
                  <a:pt x="270280" y="304800"/>
                </a:cubicBezTo>
                <a:lnTo>
                  <a:pt x="409588" y="304800"/>
                </a:lnTo>
                <a:lnTo>
                  <a:pt x="409588" y="71437"/>
                </a:lnTo>
                <a:cubicBezTo>
                  <a:pt x="409588" y="58293"/>
                  <a:pt x="398919" y="47625"/>
                  <a:pt x="385775" y="47625"/>
                </a:cubicBezTo>
                <a:close/>
                <a:moveTo>
                  <a:pt x="41673" y="0"/>
                </a:moveTo>
                <a:lnTo>
                  <a:pt x="415541" y="0"/>
                </a:lnTo>
                <a:cubicBezTo>
                  <a:pt x="438545" y="0"/>
                  <a:pt x="457214" y="18669"/>
                  <a:pt x="457214" y="41672"/>
                </a:cubicBezTo>
                <a:lnTo>
                  <a:pt x="457214" y="338471"/>
                </a:lnTo>
                <a:lnTo>
                  <a:pt x="409588" y="386096"/>
                </a:lnTo>
                <a:lnTo>
                  <a:pt x="309906" y="485775"/>
                </a:lnTo>
                <a:lnTo>
                  <a:pt x="262279" y="533400"/>
                </a:lnTo>
                <a:lnTo>
                  <a:pt x="41673" y="533400"/>
                </a:lnTo>
                <a:cubicBezTo>
                  <a:pt x="18669" y="533400"/>
                  <a:pt x="0" y="514731"/>
                  <a:pt x="0" y="491728"/>
                </a:cubicBezTo>
                <a:lnTo>
                  <a:pt x="0" y="41672"/>
                </a:lnTo>
                <a:cubicBezTo>
                  <a:pt x="0" y="18669"/>
                  <a:pt x="18669" y="0"/>
                  <a:pt x="4167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23" name="networking_218558">
            <a:extLst>
              <a:ext uri="{FF2B5EF4-FFF2-40B4-BE49-F238E27FC236}">
                <a16:creationId xmlns:a16="http://schemas.microsoft.com/office/drawing/2014/main" id="{AB4A077F-A5FF-AE06-9403-322F59310F19}"/>
              </a:ext>
            </a:extLst>
          </p:cNvPr>
          <p:cNvSpPr/>
          <p:nvPr/>
        </p:nvSpPr>
        <p:spPr>
          <a:xfrm>
            <a:off x="8698642" y="4043776"/>
            <a:ext cx="305311" cy="329121"/>
          </a:xfrm>
          <a:custGeom>
            <a:avLst/>
            <a:gdLst>
              <a:gd name="T0" fmla="*/ 472622 w 604011"/>
              <a:gd name="T1" fmla="*/ 472622 w 604011"/>
              <a:gd name="T2" fmla="*/ 472622 w 604011"/>
              <a:gd name="T3" fmla="*/ 472622 w 604011"/>
              <a:gd name="T4" fmla="*/ 472622 w 604011"/>
              <a:gd name="T5" fmla="*/ 472622 w 604011"/>
              <a:gd name="T6" fmla="*/ 472622 w 604011"/>
              <a:gd name="T7" fmla="*/ 472622 w 604011"/>
              <a:gd name="T8" fmla="*/ 472622 w 604011"/>
              <a:gd name="T9" fmla="*/ 472622 w 604011"/>
              <a:gd name="T10" fmla="*/ 472622 w 604011"/>
              <a:gd name="T11" fmla="*/ 472622 w 604011"/>
              <a:gd name="T12" fmla="*/ 472622 w 604011"/>
              <a:gd name="T13" fmla="*/ 472622 w 604011"/>
              <a:gd name="T14" fmla="*/ 472622 w 604011"/>
              <a:gd name="T15" fmla="*/ 472622 w 604011"/>
              <a:gd name="T16" fmla="*/ 472622 w 604011"/>
              <a:gd name="T17" fmla="*/ 472622 w 604011"/>
              <a:gd name="T18" fmla="*/ 472622 w 604011"/>
              <a:gd name="T19" fmla="*/ 472622 w 604011"/>
              <a:gd name="T20" fmla="*/ 472622 w 604011"/>
              <a:gd name="T21" fmla="*/ 472622 w 604011"/>
              <a:gd name="T22" fmla="*/ 472622 w 604011"/>
              <a:gd name="T23" fmla="*/ 472622 w 604011"/>
              <a:gd name="T24" fmla="*/ 472622 w 604011"/>
              <a:gd name="T25" fmla="*/ 472622 w 604011"/>
              <a:gd name="T26" fmla="*/ 472622 w 604011"/>
              <a:gd name="T27" fmla="*/ 472622 w 604011"/>
              <a:gd name="T28" fmla="*/ 472622 w 604011"/>
              <a:gd name="T29" fmla="*/ 472622 w 604011"/>
              <a:gd name="T30" fmla="*/ 472622 w 604011"/>
              <a:gd name="T31" fmla="*/ 472622 w 604011"/>
              <a:gd name="T32" fmla="*/ 472622 w 604011"/>
              <a:gd name="T33" fmla="*/ 472622 w 604011"/>
              <a:gd name="T34" fmla="*/ 472622 w 604011"/>
              <a:gd name="T35" fmla="*/ 472622 w 604011"/>
              <a:gd name="T36" fmla="*/ 472622 w 604011"/>
              <a:gd name="T37" fmla="*/ 472622 w 604011"/>
              <a:gd name="T38" fmla="*/ 472622 w 604011"/>
              <a:gd name="T39" fmla="*/ 472622 w 604011"/>
              <a:gd name="T40" fmla="*/ 472622 w 604011"/>
              <a:gd name="T41" fmla="*/ 472622 w 604011"/>
              <a:gd name="T42" fmla="*/ 472622 w 604011"/>
              <a:gd name="T43" fmla="*/ 472622 w 604011"/>
              <a:gd name="T44" fmla="*/ 472622 w 604011"/>
              <a:gd name="T45" fmla="*/ 472622 w 604011"/>
              <a:gd name="T46" fmla="*/ 472622 w 604011"/>
              <a:gd name="T47" fmla="*/ 472622 w 604011"/>
              <a:gd name="T48" fmla="*/ 472622 w 604011"/>
              <a:gd name="T49" fmla="*/ 472622 w 604011"/>
              <a:gd name="T50" fmla="*/ 472622 w 604011"/>
              <a:gd name="T51" fmla="*/ 472622 w 604011"/>
              <a:gd name="T52" fmla="*/ 472622 w 604011"/>
              <a:gd name="T53" fmla="*/ 472622 w 604011"/>
              <a:gd name="T54" fmla="*/ 472622 w 604011"/>
              <a:gd name="T55" fmla="*/ 472622 w 604011"/>
              <a:gd name="T56" fmla="*/ 472622 w 604011"/>
              <a:gd name="T57" fmla="*/ 472622 w 604011"/>
              <a:gd name="T58" fmla="*/ 472622 w 604011"/>
              <a:gd name="T59" fmla="*/ 472622 w 604011"/>
              <a:gd name="T60" fmla="*/ 472622 w 604011"/>
              <a:gd name="T61" fmla="*/ 472622 w 604011"/>
              <a:gd name="T62" fmla="*/ 472622 w 604011"/>
              <a:gd name="T63" fmla="*/ 472622 w 604011"/>
              <a:gd name="T64" fmla="*/ 472622 w 604011"/>
              <a:gd name="T65" fmla="*/ 472622 w 604011"/>
              <a:gd name="T66" fmla="*/ 472622 w 604011"/>
              <a:gd name="T67" fmla="*/ 472622 w 604011"/>
              <a:gd name="T68" fmla="*/ 472622 w 604011"/>
              <a:gd name="T69" fmla="*/ 472622 w 604011"/>
              <a:gd name="T70" fmla="*/ 472622 w 604011"/>
              <a:gd name="T71" fmla="*/ 472622 w 604011"/>
              <a:gd name="T72" fmla="*/ 472622 w 604011"/>
              <a:gd name="T73" fmla="*/ 472622 w 604011"/>
              <a:gd name="T74" fmla="*/ 472622 w 604011"/>
              <a:gd name="T75" fmla="*/ 472622 w 604011"/>
              <a:gd name="T76" fmla="*/ 472622 w 604011"/>
              <a:gd name="T77" fmla="*/ 472622 w 604011"/>
              <a:gd name="T78" fmla="*/ 472622 w 604011"/>
              <a:gd name="T79" fmla="*/ 472622 w 604011"/>
              <a:gd name="T80" fmla="*/ 472622 w 604011"/>
              <a:gd name="T81" fmla="*/ 472622 w 604011"/>
              <a:gd name="T82" fmla="*/ 472622 w 604011"/>
              <a:gd name="T83" fmla="*/ 472622 w 6040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6324" h="6827">
                <a:moveTo>
                  <a:pt x="5271" y="5360"/>
                </a:moveTo>
                <a:cubicBezTo>
                  <a:pt x="5567" y="5223"/>
                  <a:pt x="5774" y="4927"/>
                  <a:pt x="5774" y="4581"/>
                </a:cubicBezTo>
                <a:cubicBezTo>
                  <a:pt x="5774" y="4107"/>
                  <a:pt x="5386" y="3721"/>
                  <a:pt x="4910" y="3721"/>
                </a:cubicBezTo>
                <a:cubicBezTo>
                  <a:pt x="4475" y="3721"/>
                  <a:pt x="4118" y="4043"/>
                  <a:pt x="4058" y="4460"/>
                </a:cubicBezTo>
                <a:lnTo>
                  <a:pt x="1521" y="4460"/>
                </a:lnTo>
                <a:lnTo>
                  <a:pt x="1521" y="3105"/>
                </a:lnTo>
                <a:lnTo>
                  <a:pt x="2829" y="3105"/>
                </a:lnTo>
                <a:lnTo>
                  <a:pt x="2829" y="2999"/>
                </a:lnTo>
                <a:cubicBezTo>
                  <a:pt x="2829" y="2347"/>
                  <a:pt x="2381" y="1799"/>
                  <a:pt x="1776" y="1639"/>
                </a:cubicBezTo>
                <a:cubicBezTo>
                  <a:pt x="2072" y="1502"/>
                  <a:pt x="2279" y="1206"/>
                  <a:pt x="2279" y="860"/>
                </a:cubicBezTo>
                <a:cubicBezTo>
                  <a:pt x="2279" y="386"/>
                  <a:pt x="1891" y="0"/>
                  <a:pt x="1415" y="0"/>
                </a:cubicBezTo>
                <a:cubicBezTo>
                  <a:pt x="938" y="0"/>
                  <a:pt x="551" y="386"/>
                  <a:pt x="551" y="860"/>
                </a:cubicBezTo>
                <a:cubicBezTo>
                  <a:pt x="551" y="1206"/>
                  <a:pt x="757" y="1502"/>
                  <a:pt x="1053" y="1639"/>
                </a:cubicBezTo>
                <a:cubicBezTo>
                  <a:pt x="448" y="1799"/>
                  <a:pt x="0" y="2347"/>
                  <a:pt x="0" y="2999"/>
                </a:cubicBezTo>
                <a:lnTo>
                  <a:pt x="0" y="3106"/>
                </a:lnTo>
                <a:lnTo>
                  <a:pt x="1308" y="3106"/>
                </a:lnTo>
                <a:lnTo>
                  <a:pt x="1308" y="4673"/>
                </a:lnTo>
                <a:lnTo>
                  <a:pt x="4055" y="4673"/>
                </a:lnTo>
                <a:cubicBezTo>
                  <a:pt x="4088" y="4979"/>
                  <a:pt x="4279" y="5236"/>
                  <a:pt x="4548" y="5360"/>
                </a:cubicBezTo>
                <a:cubicBezTo>
                  <a:pt x="3943" y="5520"/>
                  <a:pt x="3495" y="6068"/>
                  <a:pt x="3495" y="6720"/>
                </a:cubicBezTo>
                <a:lnTo>
                  <a:pt x="3495" y="6827"/>
                </a:lnTo>
                <a:lnTo>
                  <a:pt x="6324" y="6827"/>
                </a:lnTo>
                <a:lnTo>
                  <a:pt x="6324" y="6720"/>
                </a:lnTo>
                <a:cubicBezTo>
                  <a:pt x="6324" y="6068"/>
                  <a:pt x="5876" y="5520"/>
                  <a:pt x="5271" y="5360"/>
                </a:cubicBezTo>
                <a:close/>
                <a:moveTo>
                  <a:pt x="764" y="860"/>
                </a:moveTo>
                <a:cubicBezTo>
                  <a:pt x="764" y="504"/>
                  <a:pt x="1056" y="213"/>
                  <a:pt x="1415" y="213"/>
                </a:cubicBezTo>
                <a:cubicBezTo>
                  <a:pt x="1774" y="213"/>
                  <a:pt x="2065" y="503"/>
                  <a:pt x="2065" y="860"/>
                </a:cubicBezTo>
                <a:cubicBezTo>
                  <a:pt x="2065" y="1217"/>
                  <a:pt x="1774" y="1507"/>
                  <a:pt x="1415" y="1507"/>
                </a:cubicBezTo>
                <a:cubicBezTo>
                  <a:pt x="1056" y="1507"/>
                  <a:pt x="764" y="1217"/>
                  <a:pt x="764" y="860"/>
                </a:cubicBezTo>
                <a:close/>
                <a:moveTo>
                  <a:pt x="218" y="2892"/>
                </a:moveTo>
                <a:cubicBezTo>
                  <a:pt x="273" y="2283"/>
                  <a:pt x="789" y="1804"/>
                  <a:pt x="1415" y="1804"/>
                </a:cubicBezTo>
                <a:cubicBezTo>
                  <a:pt x="2041" y="1804"/>
                  <a:pt x="2557" y="2283"/>
                  <a:pt x="2611" y="2892"/>
                </a:cubicBezTo>
                <a:lnTo>
                  <a:pt x="218" y="2892"/>
                </a:lnTo>
                <a:close/>
                <a:moveTo>
                  <a:pt x="4259" y="4581"/>
                </a:moveTo>
                <a:cubicBezTo>
                  <a:pt x="4259" y="4225"/>
                  <a:pt x="4551" y="3935"/>
                  <a:pt x="4910" y="3935"/>
                </a:cubicBezTo>
                <a:cubicBezTo>
                  <a:pt x="5269" y="3935"/>
                  <a:pt x="5561" y="4225"/>
                  <a:pt x="5561" y="4581"/>
                </a:cubicBezTo>
                <a:cubicBezTo>
                  <a:pt x="5561" y="4938"/>
                  <a:pt x="5269" y="5228"/>
                  <a:pt x="4910" y="5228"/>
                </a:cubicBezTo>
                <a:cubicBezTo>
                  <a:pt x="4551" y="5228"/>
                  <a:pt x="4259" y="4938"/>
                  <a:pt x="4259" y="4581"/>
                </a:cubicBezTo>
                <a:close/>
                <a:moveTo>
                  <a:pt x="3714" y="6613"/>
                </a:moveTo>
                <a:cubicBezTo>
                  <a:pt x="3768" y="6004"/>
                  <a:pt x="4284" y="5525"/>
                  <a:pt x="4910" y="5525"/>
                </a:cubicBezTo>
                <a:cubicBezTo>
                  <a:pt x="5536" y="5525"/>
                  <a:pt x="6052" y="6004"/>
                  <a:pt x="6106" y="6613"/>
                </a:cubicBezTo>
                <a:lnTo>
                  <a:pt x="3714" y="66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4" name="networking_218558">
            <a:extLst>
              <a:ext uri="{FF2B5EF4-FFF2-40B4-BE49-F238E27FC236}">
                <a16:creationId xmlns:a16="http://schemas.microsoft.com/office/drawing/2014/main" id="{58AC25D8-E569-F4EE-E32D-001D02DFFA24}"/>
              </a:ext>
            </a:extLst>
          </p:cNvPr>
          <p:cNvSpPr/>
          <p:nvPr/>
        </p:nvSpPr>
        <p:spPr>
          <a:xfrm>
            <a:off x="7777215" y="5117942"/>
            <a:ext cx="288002" cy="288002"/>
          </a:xfrm>
          <a:custGeom>
            <a:avLst/>
            <a:gdLst>
              <a:gd name="T0" fmla="*/ 8000 w 11200"/>
              <a:gd name="T1" fmla="*/ 6000 h 11200"/>
              <a:gd name="T2" fmla="*/ 3200 w 11200"/>
              <a:gd name="T3" fmla="*/ 6000 h 11200"/>
              <a:gd name="T4" fmla="*/ 2800 w 11200"/>
              <a:gd name="T5" fmla="*/ 5600 h 11200"/>
              <a:gd name="T6" fmla="*/ 3200 w 11200"/>
              <a:gd name="T7" fmla="*/ 5200 h 11200"/>
              <a:gd name="T8" fmla="*/ 8000 w 11200"/>
              <a:gd name="T9" fmla="*/ 5200 h 11200"/>
              <a:gd name="T10" fmla="*/ 8400 w 11200"/>
              <a:gd name="T11" fmla="*/ 5600 h 11200"/>
              <a:gd name="T12" fmla="*/ 8000 w 11200"/>
              <a:gd name="T13" fmla="*/ 6000 h 11200"/>
              <a:gd name="T14" fmla="*/ 5600 w 11200"/>
              <a:gd name="T15" fmla="*/ 11200 h 11200"/>
              <a:gd name="T16" fmla="*/ 0 w 11200"/>
              <a:gd name="T17" fmla="*/ 5600 h 11200"/>
              <a:gd name="T18" fmla="*/ 5600 w 11200"/>
              <a:gd name="T19" fmla="*/ 0 h 11200"/>
              <a:gd name="T20" fmla="*/ 11200 w 11200"/>
              <a:gd name="T21" fmla="*/ 5600 h 11200"/>
              <a:gd name="T22" fmla="*/ 5600 w 11200"/>
              <a:gd name="T23" fmla="*/ 11200 h 11200"/>
              <a:gd name="T24" fmla="*/ 5600 w 11200"/>
              <a:gd name="T25" fmla="*/ 800 h 11200"/>
              <a:gd name="T26" fmla="*/ 800 w 11200"/>
              <a:gd name="T27" fmla="*/ 5600 h 11200"/>
              <a:gd name="T28" fmla="*/ 5600 w 11200"/>
              <a:gd name="T29" fmla="*/ 10400 h 11200"/>
              <a:gd name="T30" fmla="*/ 10400 w 11200"/>
              <a:gd name="T31" fmla="*/ 5600 h 11200"/>
              <a:gd name="T32" fmla="*/ 5600 w 11200"/>
              <a:gd name="T33" fmla="*/ 800 h 1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200" h="11200">
                <a:moveTo>
                  <a:pt x="8000" y="6000"/>
                </a:moveTo>
                <a:lnTo>
                  <a:pt x="3200" y="6000"/>
                </a:lnTo>
                <a:cubicBezTo>
                  <a:pt x="2980" y="6000"/>
                  <a:pt x="2800" y="5820"/>
                  <a:pt x="2800" y="5600"/>
                </a:cubicBezTo>
                <a:cubicBezTo>
                  <a:pt x="2800" y="5380"/>
                  <a:pt x="2980" y="5200"/>
                  <a:pt x="3200" y="5200"/>
                </a:cubicBezTo>
                <a:lnTo>
                  <a:pt x="8000" y="5200"/>
                </a:lnTo>
                <a:cubicBezTo>
                  <a:pt x="8220" y="5200"/>
                  <a:pt x="8400" y="5380"/>
                  <a:pt x="8400" y="5600"/>
                </a:cubicBezTo>
                <a:cubicBezTo>
                  <a:pt x="8400" y="5820"/>
                  <a:pt x="8220" y="6000"/>
                  <a:pt x="8000" y="6000"/>
                </a:cubicBezTo>
                <a:close/>
                <a:moveTo>
                  <a:pt x="5600" y="11200"/>
                </a:moveTo>
                <a:cubicBezTo>
                  <a:pt x="2520" y="11200"/>
                  <a:pt x="0" y="8680"/>
                  <a:pt x="0" y="5600"/>
                </a:cubicBezTo>
                <a:cubicBezTo>
                  <a:pt x="0" y="2520"/>
                  <a:pt x="2520" y="0"/>
                  <a:pt x="5600" y="0"/>
                </a:cubicBezTo>
                <a:cubicBezTo>
                  <a:pt x="8680" y="0"/>
                  <a:pt x="11200" y="2520"/>
                  <a:pt x="11200" y="5600"/>
                </a:cubicBezTo>
                <a:cubicBezTo>
                  <a:pt x="11200" y="8680"/>
                  <a:pt x="8680" y="11200"/>
                  <a:pt x="5600" y="11200"/>
                </a:cubicBezTo>
                <a:close/>
                <a:moveTo>
                  <a:pt x="5600" y="800"/>
                </a:moveTo>
                <a:cubicBezTo>
                  <a:pt x="2960" y="800"/>
                  <a:pt x="800" y="2960"/>
                  <a:pt x="800" y="5600"/>
                </a:cubicBezTo>
                <a:cubicBezTo>
                  <a:pt x="800" y="8240"/>
                  <a:pt x="2960" y="10400"/>
                  <a:pt x="5600" y="10400"/>
                </a:cubicBezTo>
                <a:cubicBezTo>
                  <a:pt x="8240" y="10400"/>
                  <a:pt x="10400" y="8240"/>
                  <a:pt x="10400" y="5600"/>
                </a:cubicBezTo>
                <a:cubicBezTo>
                  <a:pt x="10400" y="2960"/>
                  <a:pt x="8240" y="800"/>
                  <a:pt x="5600" y="8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5" name="iconfont-11145-6970031">
            <a:extLst>
              <a:ext uri="{FF2B5EF4-FFF2-40B4-BE49-F238E27FC236}">
                <a16:creationId xmlns:a16="http://schemas.microsoft.com/office/drawing/2014/main" id="{D70E6352-2C02-5615-7870-28BEACF5CAC3}"/>
              </a:ext>
            </a:extLst>
          </p:cNvPr>
          <p:cNvSpPr/>
          <p:nvPr/>
        </p:nvSpPr>
        <p:spPr>
          <a:xfrm>
            <a:off x="2935317" y="4112805"/>
            <a:ext cx="254791" cy="191062"/>
          </a:xfrm>
          <a:custGeom>
            <a:avLst/>
            <a:gdLst>
              <a:gd name="T0" fmla="*/ 2240 w 12800"/>
              <a:gd name="T1" fmla="*/ 7040 h 9600"/>
              <a:gd name="T2" fmla="*/ 10560 w 12800"/>
              <a:gd name="T3" fmla="*/ 7040 h 9600"/>
              <a:gd name="T4" fmla="*/ 11520 w 12800"/>
              <a:gd name="T5" fmla="*/ 6080 h 9600"/>
              <a:gd name="T6" fmla="*/ 11520 w 12800"/>
              <a:gd name="T7" fmla="*/ 960 h 9600"/>
              <a:gd name="T8" fmla="*/ 10560 w 12800"/>
              <a:gd name="T9" fmla="*/ 0 h 9600"/>
              <a:gd name="T10" fmla="*/ 2240 w 12800"/>
              <a:gd name="T11" fmla="*/ 0 h 9600"/>
              <a:gd name="T12" fmla="*/ 1280 w 12800"/>
              <a:gd name="T13" fmla="*/ 960 h 9600"/>
              <a:gd name="T14" fmla="*/ 1280 w 12800"/>
              <a:gd name="T15" fmla="*/ 6080 h 9600"/>
              <a:gd name="T16" fmla="*/ 2240 w 12800"/>
              <a:gd name="T17" fmla="*/ 7040 h 9600"/>
              <a:gd name="T18" fmla="*/ 1920 w 12800"/>
              <a:gd name="T19" fmla="*/ 960 h 9600"/>
              <a:gd name="T20" fmla="*/ 2240 w 12800"/>
              <a:gd name="T21" fmla="*/ 640 h 9600"/>
              <a:gd name="T22" fmla="*/ 10560 w 12800"/>
              <a:gd name="T23" fmla="*/ 640 h 9600"/>
              <a:gd name="T24" fmla="*/ 10880 w 12800"/>
              <a:gd name="T25" fmla="*/ 960 h 9600"/>
              <a:gd name="T26" fmla="*/ 10880 w 12800"/>
              <a:gd name="T27" fmla="*/ 6080 h 9600"/>
              <a:gd name="T28" fmla="*/ 10560 w 12800"/>
              <a:gd name="T29" fmla="*/ 6400 h 9600"/>
              <a:gd name="T30" fmla="*/ 2240 w 12800"/>
              <a:gd name="T31" fmla="*/ 6400 h 9600"/>
              <a:gd name="T32" fmla="*/ 1920 w 12800"/>
              <a:gd name="T33" fmla="*/ 6080 h 9600"/>
              <a:gd name="T34" fmla="*/ 1920 w 12800"/>
              <a:gd name="T35" fmla="*/ 960 h 9600"/>
              <a:gd name="T36" fmla="*/ 12480 w 12800"/>
              <a:gd name="T37" fmla="*/ 7680 h 9600"/>
              <a:gd name="T38" fmla="*/ 320 w 12800"/>
              <a:gd name="T39" fmla="*/ 7680 h 9600"/>
              <a:gd name="T40" fmla="*/ 0 w 12800"/>
              <a:gd name="T41" fmla="*/ 8000 h 9600"/>
              <a:gd name="T42" fmla="*/ 0 w 12800"/>
              <a:gd name="T43" fmla="*/ 8640 h 9600"/>
              <a:gd name="T44" fmla="*/ 960 w 12800"/>
              <a:gd name="T45" fmla="*/ 9600 h 9600"/>
              <a:gd name="T46" fmla="*/ 11840 w 12800"/>
              <a:gd name="T47" fmla="*/ 9600 h 9600"/>
              <a:gd name="T48" fmla="*/ 12800 w 12800"/>
              <a:gd name="T49" fmla="*/ 8640 h 9600"/>
              <a:gd name="T50" fmla="*/ 12800 w 12800"/>
              <a:gd name="T51" fmla="*/ 8000 h 9600"/>
              <a:gd name="T52" fmla="*/ 12480 w 12800"/>
              <a:gd name="T53" fmla="*/ 7680 h 9600"/>
              <a:gd name="T54" fmla="*/ 11840 w 12800"/>
              <a:gd name="T55" fmla="*/ 8960 h 9600"/>
              <a:gd name="T56" fmla="*/ 960 w 12800"/>
              <a:gd name="T57" fmla="*/ 8960 h 9600"/>
              <a:gd name="T58" fmla="*/ 640 w 12800"/>
              <a:gd name="T59" fmla="*/ 8640 h 9600"/>
              <a:gd name="T60" fmla="*/ 640 w 12800"/>
              <a:gd name="T61" fmla="*/ 8320 h 9600"/>
              <a:gd name="T62" fmla="*/ 12160 w 12800"/>
              <a:gd name="T63" fmla="*/ 8320 h 9600"/>
              <a:gd name="T64" fmla="*/ 12160 w 12800"/>
              <a:gd name="T65" fmla="*/ 8640 h 9600"/>
              <a:gd name="T66" fmla="*/ 11840 w 12800"/>
              <a:gd name="T67" fmla="*/ 8960 h 9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2800" h="9600">
                <a:moveTo>
                  <a:pt x="2240" y="7040"/>
                </a:moveTo>
                <a:lnTo>
                  <a:pt x="10560" y="7040"/>
                </a:lnTo>
                <a:cubicBezTo>
                  <a:pt x="11089" y="7040"/>
                  <a:pt x="11520" y="6609"/>
                  <a:pt x="11520" y="6080"/>
                </a:cubicBezTo>
                <a:lnTo>
                  <a:pt x="11520" y="960"/>
                </a:lnTo>
                <a:cubicBezTo>
                  <a:pt x="11520" y="431"/>
                  <a:pt x="11089" y="0"/>
                  <a:pt x="10560" y="0"/>
                </a:cubicBezTo>
                <a:lnTo>
                  <a:pt x="2240" y="0"/>
                </a:lnTo>
                <a:cubicBezTo>
                  <a:pt x="1711" y="0"/>
                  <a:pt x="1280" y="431"/>
                  <a:pt x="1280" y="960"/>
                </a:cubicBezTo>
                <a:lnTo>
                  <a:pt x="1280" y="6080"/>
                </a:lnTo>
                <a:cubicBezTo>
                  <a:pt x="1280" y="6609"/>
                  <a:pt x="1711" y="7040"/>
                  <a:pt x="2240" y="7040"/>
                </a:cubicBezTo>
                <a:close/>
                <a:moveTo>
                  <a:pt x="1920" y="960"/>
                </a:moveTo>
                <a:cubicBezTo>
                  <a:pt x="1920" y="783"/>
                  <a:pt x="2063" y="640"/>
                  <a:pt x="2240" y="640"/>
                </a:cubicBezTo>
                <a:lnTo>
                  <a:pt x="10560" y="640"/>
                </a:lnTo>
                <a:cubicBezTo>
                  <a:pt x="10737" y="640"/>
                  <a:pt x="10880" y="783"/>
                  <a:pt x="10880" y="960"/>
                </a:cubicBezTo>
                <a:lnTo>
                  <a:pt x="10880" y="6080"/>
                </a:lnTo>
                <a:cubicBezTo>
                  <a:pt x="10880" y="6257"/>
                  <a:pt x="10737" y="6400"/>
                  <a:pt x="10560" y="6400"/>
                </a:cubicBezTo>
                <a:lnTo>
                  <a:pt x="2240" y="6400"/>
                </a:lnTo>
                <a:cubicBezTo>
                  <a:pt x="2063" y="6400"/>
                  <a:pt x="1920" y="6257"/>
                  <a:pt x="1920" y="6080"/>
                </a:cubicBezTo>
                <a:lnTo>
                  <a:pt x="1920" y="960"/>
                </a:lnTo>
                <a:close/>
                <a:moveTo>
                  <a:pt x="12480" y="7680"/>
                </a:moveTo>
                <a:lnTo>
                  <a:pt x="320" y="7680"/>
                </a:lnTo>
                <a:cubicBezTo>
                  <a:pt x="143" y="7680"/>
                  <a:pt x="0" y="7823"/>
                  <a:pt x="0" y="8000"/>
                </a:cubicBezTo>
                <a:lnTo>
                  <a:pt x="0" y="8640"/>
                </a:lnTo>
                <a:cubicBezTo>
                  <a:pt x="0" y="9169"/>
                  <a:pt x="431" y="9600"/>
                  <a:pt x="960" y="9600"/>
                </a:cubicBezTo>
                <a:lnTo>
                  <a:pt x="11840" y="9600"/>
                </a:lnTo>
                <a:cubicBezTo>
                  <a:pt x="12369" y="9600"/>
                  <a:pt x="12800" y="9169"/>
                  <a:pt x="12800" y="8640"/>
                </a:cubicBezTo>
                <a:lnTo>
                  <a:pt x="12800" y="8000"/>
                </a:lnTo>
                <a:cubicBezTo>
                  <a:pt x="12800" y="7823"/>
                  <a:pt x="12657" y="7680"/>
                  <a:pt x="12480" y="7680"/>
                </a:cubicBezTo>
                <a:close/>
                <a:moveTo>
                  <a:pt x="11840" y="8960"/>
                </a:moveTo>
                <a:lnTo>
                  <a:pt x="960" y="8960"/>
                </a:lnTo>
                <a:cubicBezTo>
                  <a:pt x="783" y="8960"/>
                  <a:pt x="640" y="8817"/>
                  <a:pt x="640" y="8640"/>
                </a:cubicBezTo>
                <a:lnTo>
                  <a:pt x="640" y="8320"/>
                </a:lnTo>
                <a:lnTo>
                  <a:pt x="12160" y="8320"/>
                </a:lnTo>
                <a:lnTo>
                  <a:pt x="12160" y="8640"/>
                </a:lnTo>
                <a:cubicBezTo>
                  <a:pt x="12160" y="8817"/>
                  <a:pt x="12017" y="8960"/>
                  <a:pt x="11840" y="896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26" name="iconfont-11145-6970031">
            <a:extLst>
              <a:ext uri="{FF2B5EF4-FFF2-40B4-BE49-F238E27FC236}">
                <a16:creationId xmlns:a16="http://schemas.microsoft.com/office/drawing/2014/main" id="{C54C661E-87DA-A499-7C7D-74AD70911FC9}"/>
              </a:ext>
            </a:extLst>
          </p:cNvPr>
          <p:cNvSpPr/>
          <p:nvPr/>
        </p:nvSpPr>
        <p:spPr>
          <a:xfrm>
            <a:off x="3900181" y="5116014"/>
            <a:ext cx="205185" cy="242157"/>
          </a:xfrm>
          <a:custGeom>
            <a:avLst/>
            <a:gdLst>
              <a:gd name="T0" fmla="*/ 10093 w 10889"/>
              <a:gd name="T1" fmla="*/ 4430 h 12852"/>
              <a:gd name="T2" fmla="*/ 10465 w 10889"/>
              <a:gd name="T3" fmla="*/ 4057 h 12852"/>
              <a:gd name="T4" fmla="*/ 10838 w 10889"/>
              <a:gd name="T5" fmla="*/ 4430 h 12852"/>
              <a:gd name="T6" fmla="*/ 10838 w 10889"/>
              <a:gd name="T7" fmla="*/ 11911 h 12852"/>
              <a:gd name="T8" fmla="*/ 9845 w 10889"/>
              <a:gd name="T9" fmla="*/ 12852 h 12852"/>
              <a:gd name="T10" fmla="*/ 992 w 10889"/>
              <a:gd name="T11" fmla="*/ 12852 h 12852"/>
              <a:gd name="T12" fmla="*/ 0 w 10889"/>
              <a:gd name="T13" fmla="*/ 11911 h 12852"/>
              <a:gd name="T14" fmla="*/ 0 w 10889"/>
              <a:gd name="T15" fmla="*/ 2080 h 12852"/>
              <a:gd name="T16" fmla="*/ 992 w 10889"/>
              <a:gd name="T17" fmla="*/ 1138 h 12852"/>
              <a:gd name="T18" fmla="*/ 6402 w 10889"/>
              <a:gd name="T19" fmla="*/ 1138 h 12852"/>
              <a:gd name="T20" fmla="*/ 6774 w 10889"/>
              <a:gd name="T21" fmla="*/ 1512 h 12852"/>
              <a:gd name="T22" fmla="*/ 6402 w 10889"/>
              <a:gd name="T23" fmla="*/ 1885 h 12852"/>
              <a:gd name="T24" fmla="*/ 992 w 10889"/>
              <a:gd name="T25" fmla="*/ 1885 h 12852"/>
              <a:gd name="T26" fmla="*/ 744 w 10889"/>
              <a:gd name="T27" fmla="*/ 2080 h 12852"/>
              <a:gd name="T28" fmla="*/ 744 w 10889"/>
              <a:gd name="T29" fmla="*/ 11911 h 12852"/>
              <a:gd name="T30" fmla="*/ 992 w 10889"/>
              <a:gd name="T31" fmla="*/ 12105 h 12852"/>
              <a:gd name="T32" fmla="*/ 9845 w 10889"/>
              <a:gd name="T33" fmla="*/ 12105 h 12852"/>
              <a:gd name="T34" fmla="*/ 10093 w 10889"/>
              <a:gd name="T35" fmla="*/ 11911 h 12852"/>
              <a:gd name="T36" fmla="*/ 10093 w 10889"/>
              <a:gd name="T37" fmla="*/ 4430 h 12852"/>
              <a:gd name="T38" fmla="*/ 2163 w 10889"/>
              <a:gd name="T39" fmla="*/ 5356 h 12852"/>
              <a:gd name="T40" fmla="*/ 1791 w 10889"/>
              <a:gd name="T41" fmla="*/ 4983 h 12852"/>
              <a:gd name="T42" fmla="*/ 2163 w 10889"/>
              <a:gd name="T43" fmla="*/ 4610 h 12852"/>
              <a:gd name="T44" fmla="*/ 5419 w 10889"/>
              <a:gd name="T45" fmla="*/ 4610 h 12852"/>
              <a:gd name="T46" fmla="*/ 5791 w 10889"/>
              <a:gd name="T47" fmla="*/ 4983 h 12852"/>
              <a:gd name="T48" fmla="*/ 5419 w 10889"/>
              <a:gd name="T49" fmla="*/ 5356 h 12852"/>
              <a:gd name="T50" fmla="*/ 2163 w 10889"/>
              <a:gd name="T51" fmla="*/ 5356 h 12852"/>
              <a:gd name="T52" fmla="*/ 2168 w 10889"/>
              <a:gd name="T53" fmla="*/ 9115 h 12852"/>
              <a:gd name="T54" fmla="*/ 1792 w 10889"/>
              <a:gd name="T55" fmla="*/ 8746 h 12852"/>
              <a:gd name="T56" fmla="*/ 2161 w 10889"/>
              <a:gd name="T57" fmla="*/ 8369 h 12852"/>
              <a:gd name="T58" fmla="*/ 7797 w 10889"/>
              <a:gd name="T59" fmla="*/ 8316 h 12852"/>
              <a:gd name="T60" fmla="*/ 8172 w 10889"/>
              <a:gd name="T61" fmla="*/ 8685 h 12852"/>
              <a:gd name="T62" fmla="*/ 7804 w 10889"/>
              <a:gd name="T63" fmla="*/ 9062 h 12852"/>
              <a:gd name="T64" fmla="*/ 2168 w 10889"/>
              <a:gd name="T65" fmla="*/ 9115 h 12852"/>
              <a:gd name="T66" fmla="*/ 10153 w 10889"/>
              <a:gd name="T67" fmla="*/ 223 h 12852"/>
              <a:gd name="T68" fmla="*/ 10668 w 10889"/>
              <a:gd name="T69" fmla="*/ 112 h 12852"/>
              <a:gd name="T70" fmla="*/ 10778 w 10889"/>
              <a:gd name="T71" fmla="*/ 628 h 12852"/>
              <a:gd name="T72" fmla="*/ 8375 w 10889"/>
              <a:gd name="T73" fmla="*/ 4355 h 12852"/>
              <a:gd name="T74" fmla="*/ 7860 w 10889"/>
              <a:gd name="T75" fmla="*/ 4465 h 12852"/>
              <a:gd name="T76" fmla="*/ 7750 w 10889"/>
              <a:gd name="T77" fmla="*/ 3949 h 12852"/>
              <a:gd name="T78" fmla="*/ 10153 w 10889"/>
              <a:gd name="T79" fmla="*/ 223 h 128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0889" h="12852">
                <a:moveTo>
                  <a:pt x="10093" y="4430"/>
                </a:moveTo>
                <a:cubicBezTo>
                  <a:pt x="10093" y="4224"/>
                  <a:pt x="10260" y="4057"/>
                  <a:pt x="10465" y="4057"/>
                </a:cubicBezTo>
                <a:cubicBezTo>
                  <a:pt x="10671" y="4057"/>
                  <a:pt x="10838" y="4224"/>
                  <a:pt x="10838" y="4430"/>
                </a:cubicBezTo>
                <a:lnTo>
                  <a:pt x="10838" y="11911"/>
                </a:lnTo>
                <a:cubicBezTo>
                  <a:pt x="10838" y="12437"/>
                  <a:pt x="10385" y="12852"/>
                  <a:pt x="9845" y="12852"/>
                </a:cubicBezTo>
                <a:lnTo>
                  <a:pt x="992" y="12852"/>
                </a:lnTo>
                <a:cubicBezTo>
                  <a:pt x="452" y="12852"/>
                  <a:pt x="0" y="12437"/>
                  <a:pt x="0" y="11911"/>
                </a:cubicBezTo>
                <a:lnTo>
                  <a:pt x="0" y="2080"/>
                </a:lnTo>
                <a:cubicBezTo>
                  <a:pt x="0" y="1553"/>
                  <a:pt x="452" y="1138"/>
                  <a:pt x="992" y="1138"/>
                </a:cubicBezTo>
                <a:lnTo>
                  <a:pt x="6402" y="1138"/>
                </a:lnTo>
                <a:cubicBezTo>
                  <a:pt x="6607" y="1138"/>
                  <a:pt x="6774" y="1305"/>
                  <a:pt x="6774" y="1512"/>
                </a:cubicBezTo>
                <a:cubicBezTo>
                  <a:pt x="6774" y="1718"/>
                  <a:pt x="6607" y="1885"/>
                  <a:pt x="6402" y="1885"/>
                </a:cubicBezTo>
                <a:lnTo>
                  <a:pt x="992" y="1885"/>
                </a:lnTo>
                <a:cubicBezTo>
                  <a:pt x="849" y="1885"/>
                  <a:pt x="744" y="1981"/>
                  <a:pt x="744" y="2080"/>
                </a:cubicBezTo>
                <a:lnTo>
                  <a:pt x="744" y="11911"/>
                </a:lnTo>
                <a:cubicBezTo>
                  <a:pt x="744" y="12009"/>
                  <a:pt x="849" y="12105"/>
                  <a:pt x="992" y="12105"/>
                </a:cubicBezTo>
                <a:lnTo>
                  <a:pt x="9845" y="12105"/>
                </a:lnTo>
                <a:cubicBezTo>
                  <a:pt x="9988" y="12105"/>
                  <a:pt x="10093" y="12009"/>
                  <a:pt x="10093" y="11911"/>
                </a:cubicBezTo>
                <a:lnTo>
                  <a:pt x="10093" y="4430"/>
                </a:lnTo>
                <a:close/>
                <a:moveTo>
                  <a:pt x="2163" y="5356"/>
                </a:moveTo>
                <a:cubicBezTo>
                  <a:pt x="1958" y="5356"/>
                  <a:pt x="1791" y="5189"/>
                  <a:pt x="1791" y="4983"/>
                </a:cubicBezTo>
                <a:cubicBezTo>
                  <a:pt x="1791" y="4777"/>
                  <a:pt x="1958" y="4610"/>
                  <a:pt x="2163" y="4610"/>
                </a:cubicBezTo>
                <a:lnTo>
                  <a:pt x="5419" y="4610"/>
                </a:lnTo>
                <a:cubicBezTo>
                  <a:pt x="5624" y="4610"/>
                  <a:pt x="5791" y="4777"/>
                  <a:pt x="5791" y="4983"/>
                </a:cubicBezTo>
                <a:cubicBezTo>
                  <a:pt x="5791" y="5189"/>
                  <a:pt x="5624" y="5356"/>
                  <a:pt x="5419" y="5356"/>
                </a:cubicBezTo>
                <a:lnTo>
                  <a:pt x="2163" y="5356"/>
                </a:lnTo>
                <a:close/>
                <a:moveTo>
                  <a:pt x="2168" y="9115"/>
                </a:moveTo>
                <a:cubicBezTo>
                  <a:pt x="1962" y="9117"/>
                  <a:pt x="1794" y="8952"/>
                  <a:pt x="1792" y="8746"/>
                </a:cubicBezTo>
                <a:cubicBezTo>
                  <a:pt x="1790" y="8539"/>
                  <a:pt x="1955" y="8371"/>
                  <a:pt x="2161" y="8369"/>
                </a:cubicBezTo>
                <a:lnTo>
                  <a:pt x="7797" y="8316"/>
                </a:lnTo>
                <a:cubicBezTo>
                  <a:pt x="8002" y="8314"/>
                  <a:pt x="8170" y="8479"/>
                  <a:pt x="8172" y="8685"/>
                </a:cubicBezTo>
                <a:cubicBezTo>
                  <a:pt x="8174" y="8892"/>
                  <a:pt x="8009" y="9060"/>
                  <a:pt x="7804" y="9062"/>
                </a:cubicBezTo>
                <a:lnTo>
                  <a:pt x="2168" y="9115"/>
                </a:lnTo>
                <a:close/>
                <a:moveTo>
                  <a:pt x="10153" y="223"/>
                </a:moveTo>
                <a:cubicBezTo>
                  <a:pt x="10265" y="49"/>
                  <a:pt x="10495" y="0"/>
                  <a:pt x="10668" y="112"/>
                </a:cubicBezTo>
                <a:cubicBezTo>
                  <a:pt x="10840" y="224"/>
                  <a:pt x="10889" y="455"/>
                  <a:pt x="10778" y="628"/>
                </a:cubicBezTo>
                <a:lnTo>
                  <a:pt x="8375" y="4355"/>
                </a:lnTo>
                <a:cubicBezTo>
                  <a:pt x="8263" y="4528"/>
                  <a:pt x="8032" y="4577"/>
                  <a:pt x="7860" y="4465"/>
                </a:cubicBezTo>
                <a:cubicBezTo>
                  <a:pt x="7687" y="4353"/>
                  <a:pt x="7638" y="4122"/>
                  <a:pt x="7750" y="3949"/>
                </a:cubicBezTo>
                <a:lnTo>
                  <a:pt x="10153" y="22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27" name="iconfont-11145-6970031">
            <a:extLst>
              <a:ext uri="{FF2B5EF4-FFF2-40B4-BE49-F238E27FC236}">
                <a16:creationId xmlns:a16="http://schemas.microsoft.com/office/drawing/2014/main" id="{AA8B6D1A-A121-938E-1906-E9A02D5E35D3}"/>
              </a:ext>
            </a:extLst>
          </p:cNvPr>
          <p:cNvSpPr/>
          <p:nvPr/>
        </p:nvSpPr>
        <p:spPr>
          <a:xfrm>
            <a:off x="7820602" y="3079222"/>
            <a:ext cx="242157" cy="242157"/>
          </a:xfrm>
          <a:custGeom>
            <a:avLst/>
            <a:gdLst>
              <a:gd name="T0" fmla="*/ 9631 w 11092"/>
              <a:gd name="T1" fmla="*/ 8306 h 11091"/>
              <a:gd name="T2" fmla="*/ 9631 w 11092"/>
              <a:gd name="T3" fmla="*/ 9098 h 11091"/>
              <a:gd name="T4" fmla="*/ 7898 w 11092"/>
              <a:gd name="T5" fmla="*/ 8702 h 11091"/>
              <a:gd name="T6" fmla="*/ 7898 w 11092"/>
              <a:gd name="T7" fmla="*/ 8516 h 11091"/>
              <a:gd name="T8" fmla="*/ 8294 w 11092"/>
              <a:gd name="T9" fmla="*/ 6808 h 11091"/>
              <a:gd name="T10" fmla="*/ 8690 w 11092"/>
              <a:gd name="T11" fmla="*/ 8306 h 11091"/>
              <a:gd name="T12" fmla="*/ 9037 w 11092"/>
              <a:gd name="T13" fmla="*/ 4654 h 11091"/>
              <a:gd name="T14" fmla="*/ 8938 w 11092"/>
              <a:gd name="T15" fmla="*/ 792 h 11091"/>
              <a:gd name="T16" fmla="*/ 793 w 11092"/>
              <a:gd name="T17" fmla="*/ 891 h 11091"/>
              <a:gd name="T18" fmla="*/ 892 w 11092"/>
              <a:gd name="T19" fmla="*/ 10299 h 11091"/>
              <a:gd name="T20" fmla="*/ 4865 w 11092"/>
              <a:gd name="T21" fmla="*/ 10695 h 11091"/>
              <a:gd name="T22" fmla="*/ 396 w 11092"/>
              <a:gd name="T23" fmla="*/ 11091 h 11091"/>
              <a:gd name="T24" fmla="*/ 0 w 11092"/>
              <a:gd name="T25" fmla="*/ 396 h 11091"/>
              <a:gd name="T26" fmla="*/ 9433 w 11092"/>
              <a:gd name="T27" fmla="*/ 0 h 11091"/>
              <a:gd name="T28" fmla="*/ 9829 w 11092"/>
              <a:gd name="T29" fmla="*/ 4654 h 11091"/>
              <a:gd name="T30" fmla="*/ 1820 w 11092"/>
              <a:gd name="T31" fmla="*/ 2550 h 11091"/>
              <a:gd name="T32" fmla="*/ 8047 w 11092"/>
              <a:gd name="T33" fmla="*/ 2946 h 11091"/>
              <a:gd name="T34" fmla="*/ 1820 w 11092"/>
              <a:gd name="T35" fmla="*/ 3342 h 11091"/>
              <a:gd name="T36" fmla="*/ 1820 w 11092"/>
              <a:gd name="T37" fmla="*/ 2550 h 11091"/>
              <a:gd name="T38" fmla="*/ 4506 w 11092"/>
              <a:gd name="T39" fmla="*/ 5100 h 11091"/>
              <a:gd name="T40" fmla="*/ 4506 w 11092"/>
              <a:gd name="T41" fmla="*/ 5892 h 11091"/>
              <a:gd name="T42" fmla="*/ 1486 w 11092"/>
              <a:gd name="T43" fmla="*/ 5496 h 11091"/>
              <a:gd name="T44" fmla="*/ 1882 w 11092"/>
              <a:gd name="T45" fmla="*/ 7650 h 11091"/>
              <a:gd name="T46" fmla="*/ 4902 w 11092"/>
              <a:gd name="T47" fmla="*/ 8046 h 11091"/>
              <a:gd name="T48" fmla="*/ 1882 w 11092"/>
              <a:gd name="T49" fmla="*/ 8442 h 11091"/>
              <a:gd name="T50" fmla="*/ 1882 w 11092"/>
              <a:gd name="T51" fmla="*/ 7650 h 11091"/>
              <a:gd name="T52" fmla="*/ 6190 w 11092"/>
              <a:gd name="T53" fmla="*/ 5100 h 11091"/>
              <a:gd name="T54" fmla="*/ 6190 w 11092"/>
              <a:gd name="T55" fmla="*/ 5892 h 11091"/>
              <a:gd name="T56" fmla="*/ 5249 w 11092"/>
              <a:gd name="T57" fmla="*/ 5496 h 11091"/>
              <a:gd name="T58" fmla="*/ 8294 w 11092"/>
              <a:gd name="T59" fmla="*/ 11091 h 11091"/>
              <a:gd name="T60" fmla="*/ 8294 w 11092"/>
              <a:gd name="T61" fmla="*/ 5496 h 11091"/>
              <a:gd name="T62" fmla="*/ 8294 w 11092"/>
              <a:gd name="T63" fmla="*/ 11091 h 11091"/>
              <a:gd name="T64" fmla="*/ 10399 w 11092"/>
              <a:gd name="T65" fmla="*/ 8294 h 11091"/>
              <a:gd name="T66" fmla="*/ 6190 w 11092"/>
              <a:gd name="T67" fmla="*/ 8294 h 110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1092" h="11091">
                <a:moveTo>
                  <a:pt x="8690" y="8306"/>
                </a:moveTo>
                <a:lnTo>
                  <a:pt x="9631" y="8306"/>
                </a:lnTo>
                <a:cubicBezTo>
                  <a:pt x="9850" y="8306"/>
                  <a:pt x="10027" y="8483"/>
                  <a:pt x="10027" y="8702"/>
                </a:cubicBezTo>
                <a:cubicBezTo>
                  <a:pt x="10027" y="8921"/>
                  <a:pt x="9850" y="9098"/>
                  <a:pt x="9631" y="9098"/>
                </a:cubicBezTo>
                <a:lnTo>
                  <a:pt x="8294" y="9098"/>
                </a:lnTo>
                <a:cubicBezTo>
                  <a:pt x="8075" y="9098"/>
                  <a:pt x="7898" y="8921"/>
                  <a:pt x="7898" y="8702"/>
                </a:cubicBezTo>
                <a:cubicBezTo>
                  <a:pt x="7898" y="8670"/>
                  <a:pt x="7902" y="8639"/>
                  <a:pt x="7909" y="8609"/>
                </a:cubicBezTo>
                <a:cubicBezTo>
                  <a:pt x="7902" y="8579"/>
                  <a:pt x="7898" y="8548"/>
                  <a:pt x="7898" y="8516"/>
                </a:cubicBezTo>
                <a:lnTo>
                  <a:pt x="7898" y="7204"/>
                </a:lnTo>
                <a:cubicBezTo>
                  <a:pt x="7898" y="6986"/>
                  <a:pt x="8075" y="6808"/>
                  <a:pt x="8294" y="6808"/>
                </a:cubicBezTo>
                <a:cubicBezTo>
                  <a:pt x="8513" y="6808"/>
                  <a:pt x="8690" y="6986"/>
                  <a:pt x="8690" y="7204"/>
                </a:cubicBezTo>
                <a:lnTo>
                  <a:pt x="8690" y="8306"/>
                </a:lnTo>
                <a:close/>
                <a:moveTo>
                  <a:pt x="9433" y="5050"/>
                </a:moveTo>
                <a:cubicBezTo>
                  <a:pt x="9214" y="5050"/>
                  <a:pt x="9037" y="4873"/>
                  <a:pt x="9037" y="4654"/>
                </a:cubicBezTo>
                <a:lnTo>
                  <a:pt x="9037" y="891"/>
                </a:lnTo>
                <a:cubicBezTo>
                  <a:pt x="9037" y="836"/>
                  <a:pt x="8993" y="792"/>
                  <a:pt x="8938" y="792"/>
                </a:cubicBezTo>
                <a:lnTo>
                  <a:pt x="892" y="792"/>
                </a:lnTo>
                <a:cubicBezTo>
                  <a:pt x="837" y="792"/>
                  <a:pt x="793" y="836"/>
                  <a:pt x="793" y="891"/>
                </a:cubicBezTo>
                <a:lnTo>
                  <a:pt x="793" y="10200"/>
                </a:lnTo>
                <a:cubicBezTo>
                  <a:pt x="793" y="10255"/>
                  <a:pt x="837" y="10299"/>
                  <a:pt x="892" y="10299"/>
                </a:cubicBezTo>
                <a:lnTo>
                  <a:pt x="4469" y="10299"/>
                </a:lnTo>
                <a:cubicBezTo>
                  <a:pt x="4688" y="10299"/>
                  <a:pt x="4865" y="10476"/>
                  <a:pt x="4865" y="10695"/>
                </a:cubicBezTo>
                <a:cubicBezTo>
                  <a:pt x="4865" y="10914"/>
                  <a:pt x="4688" y="11091"/>
                  <a:pt x="4469" y="11091"/>
                </a:cubicBezTo>
                <a:lnTo>
                  <a:pt x="396" y="11091"/>
                </a:lnTo>
                <a:cubicBezTo>
                  <a:pt x="178" y="11091"/>
                  <a:pt x="0" y="10914"/>
                  <a:pt x="0" y="10695"/>
                </a:cubicBezTo>
                <a:lnTo>
                  <a:pt x="0" y="396"/>
                </a:lnTo>
                <a:cubicBezTo>
                  <a:pt x="0" y="177"/>
                  <a:pt x="178" y="0"/>
                  <a:pt x="396" y="0"/>
                </a:cubicBezTo>
                <a:lnTo>
                  <a:pt x="9433" y="0"/>
                </a:lnTo>
                <a:cubicBezTo>
                  <a:pt x="9652" y="0"/>
                  <a:pt x="9829" y="177"/>
                  <a:pt x="9829" y="396"/>
                </a:cubicBezTo>
                <a:lnTo>
                  <a:pt x="9829" y="4654"/>
                </a:lnTo>
                <a:cubicBezTo>
                  <a:pt x="9829" y="4873"/>
                  <a:pt x="9652" y="5050"/>
                  <a:pt x="9433" y="5050"/>
                </a:cubicBezTo>
                <a:close/>
                <a:moveTo>
                  <a:pt x="1820" y="2550"/>
                </a:moveTo>
                <a:lnTo>
                  <a:pt x="7651" y="2550"/>
                </a:lnTo>
                <a:cubicBezTo>
                  <a:pt x="7869" y="2550"/>
                  <a:pt x="8047" y="2727"/>
                  <a:pt x="8047" y="2946"/>
                </a:cubicBezTo>
                <a:cubicBezTo>
                  <a:pt x="8047" y="3165"/>
                  <a:pt x="7869" y="3342"/>
                  <a:pt x="7651" y="3342"/>
                </a:cubicBezTo>
                <a:lnTo>
                  <a:pt x="1820" y="3342"/>
                </a:lnTo>
                <a:cubicBezTo>
                  <a:pt x="1601" y="3342"/>
                  <a:pt x="1424" y="3165"/>
                  <a:pt x="1424" y="2946"/>
                </a:cubicBezTo>
                <a:cubicBezTo>
                  <a:pt x="1424" y="2727"/>
                  <a:pt x="1601" y="2550"/>
                  <a:pt x="1820" y="2550"/>
                </a:cubicBezTo>
                <a:close/>
                <a:moveTo>
                  <a:pt x="1882" y="5100"/>
                </a:moveTo>
                <a:lnTo>
                  <a:pt x="4506" y="5100"/>
                </a:lnTo>
                <a:cubicBezTo>
                  <a:pt x="4725" y="5100"/>
                  <a:pt x="4902" y="5277"/>
                  <a:pt x="4902" y="5496"/>
                </a:cubicBezTo>
                <a:cubicBezTo>
                  <a:pt x="4902" y="5715"/>
                  <a:pt x="4725" y="5892"/>
                  <a:pt x="4506" y="5892"/>
                </a:cubicBezTo>
                <a:lnTo>
                  <a:pt x="1882" y="5892"/>
                </a:lnTo>
                <a:cubicBezTo>
                  <a:pt x="1663" y="5892"/>
                  <a:pt x="1486" y="5715"/>
                  <a:pt x="1486" y="5496"/>
                </a:cubicBezTo>
                <a:cubicBezTo>
                  <a:pt x="1486" y="5277"/>
                  <a:pt x="1663" y="5100"/>
                  <a:pt x="1882" y="5100"/>
                </a:cubicBezTo>
                <a:close/>
                <a:moveTo>
                  <a:pt x="1882" y="7650"/>
                </a:moveTo>
                <a:lnTo>
                  <a:pt x="4506" y="7650"/>
                </a:lnTo>
                <a:cubicBezTo>
                  <a:pt x="4725" y="7650"/>
                  <a:pt x="4902" y="7827"/>
                  <a:pt x="4902" y="8046"/>
                </a:cubicBezTo>
                <a:cubicBezTo>
                  <a:pt x="4902" y="8265"/>
                  <a:pt x="4725" y="8442"/>
                  <a:pt x="4506" y="8442"/>
                </a:cubicBezTo>
                <a:lnTo>
                  <a:pt x="1882" y="8442"/>
                </a:lnTo>
                <a:cubicBezTo>
                  <a:pt x="1663" y="8442"/>
                  <a:pt x="1486" y="8265"/>
                  <a:pt x="1486" y="8046"/>
                </a:cubicBezTo>
                <a:cubicBezTo>
                  <a:pt x="1486" y="7827"/>
                  <a:pt x="1663" y="7650"/>
                  <a:pt x="1882" y="7650"/>
                </a:cubicBezTo>
                <a:close/>
                <a:moveTo>
                  <a:pt x="5645" y="5100"/>
                </a:moveTo>
                <a:lnTo>
                  <a:pt x="6190" y="5100"/>
                </a:lnTo>
                <a:cubicBezTo>
                  <a:pt x="6409" y="5100"/>
                  <a:pt x="6586" y="5277"/>
                  <a:pt x="6586" y="5496"/>
                </a:cubicBezTo>
                <a:cubicBezTo>
                  <a:pt x="6586" y="5715"/>
                  <a:pt x="6409" y="5892"/>
                  <a:pt x="6190" y="5892"/>
                </a:cubicBezTo>
                <a:lnTo>
                  <a:pt x="5645" y="5892"/>
                </a:lnTo>
                <a:cubicBezTo>
                  <a:pt x="5426" y="5892"/>
                  <a:pt x="5249" y="5715"/>
                  <a:pt x="5249" y="5496"/>
                </a:cubicBezTo>
                <a:cubicBezTo>
                  <a:pt x="5249" y="5277"/>
                  <a:pt x="5426" y="5100"/>
                  <a:pt x="5645" y="5100"/>
                </a:cubicBezTo>
                <a:close/>
                <a:moveTo>
                  <a:pt x="8294" y="11091"/>
                </a:moveTo>
                <a:cubicBezTo>
                  <a:pt x="6749" y="11091"/>
                  <a:pt x="5497" y="9839"/>
                  <a:pt x="5497" y="8294"/>
                </a:cubicBezTo>
                <a:cubicBezTo>
                  <a:pt x="5497" y="6749"/>
                  <a:pt x="6749" y="5496"/>
                  <a:pt x="8294" y="5496"/>
                </a:cubicBezTo>
                <a:cubicBezTo>
                  <a:pt x="9839" y="5496"/>
                  <a:pt x="11092" y="6749"/>
                  <a:pt x="11092" y="8294"/>
                </a:cubicBezTo>
                <a:cubicBezTo>
                  <a:pt x="11092" y="9839"/>
                  <a:pt x="9839" y="11091"/>
                  <a:pt x="8294" y="11091"/>
                </a:cubicBezTo>
                <a:close/>
                <a:moveTo>
                  <a:pt x="8294" y="10398"/>
                </a:moveTo>
                <a:cubicBezTo>
                  <a:pt x="9457" y="10398"/>
                  <a:pt x="10399" y="9456"/>
                  <a:pt x="10399" y="8294"/>
                </a:cubicBezTo>
                <a:cubicBezTo>
                  <a:pt x="10399" y="7131"/>
                  <a:pt x="9457" y="6189"/>
                  <a:pt x="8294" y="6189"/>
                </a:cubicBezTo>
                <a:cubicBezTo>
                  <a:pt x="7132" y="6189"/>
                  <a:pt x="6190" y="7131"/>
                  <a:pt x="6190" y="8294"/>
                </a:cubicBezTo>
                <a:cubicBezTo>
                  <a:pt x="6190" y="9456"/>
                  <a:pt x="7132" y="10398"/>
                  <a:pt x="8294" y="1039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28" name="箭头: 上弧形 27">
            <a:extLst>
              <a:ext uri="{FF2B5EF4-FFF2-40B4-BE49-F238E27FC236}">
                <a16:creationId xmlns:a16="http://schemas.microsoft.com/office/drawing/2014/main" id="{21E5DC77-5AD0-2407-A485-761D699145BB}"/>
              </a:ext>
            </a:extLst>
          </p:cNvPr>
          <p:cNvSpPr/>
          <p:nvPr/>
        </p:nvSpPr>
        <p:spPr>
          <a:xfrm>
            <a:off x="5464816" y="3005697"/>
            <a:ext cx="1262366" cy="428500"/>
          </a:xfrm>
          <a:prstGeom prst="curvedDownArrow">
            <a:avLst/>
          </a:prstGeom>
          <a:gradFill>
            <a:gsLst>
              <a:gs pos="0">
                <a:schemeClr val="tx2">
                  <a:alpha val="0"/>
                </a:schemeClr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29" name="箭头: 上弧形 28">
            <a:extLst>
              <a:ext uri="{FF2B5EF4-FFF2-40B4-BE49-F238E27FC236}">
                <a16:creationId xmlns:a16="http://schemas.microsoft.com/office/drawing/2014/main" id="{6BD66FE6-204E-4EE4-557A-1F9CA46BEDCE}"/>
              </a:ext>
            </a:extLst>
          </p:cNvPr>
          <p:cNvSpPr/>
          <p:nvPr/>
        </p:nvSpPr>
        <p:spPr>
          <a:xfrm rot="10800000">
            <a:off x="5464817" y="5083820"/>
            <a:ext cx="1262366" cy="428500"/>
          </a:xfrm>
          <a:prstGeom prst="curvedDownArrow">
            <a:avLst/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EF74DE8-4D89-3C23-3F7D-DFB22C65B290}"/>
              </a:ext>
            </a:extLst>
          </p:cNvPr>
          <p:cNvSpPr txBox="1"/>
          <p:nvPr/>
        </p:nvSpPr>
        <p:spPr>
          <a:xfrm>
            <a:off x="5524500" y="5609480"/>
            <a:ext cx="1142999" cy="411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内容内容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6E9E996C-D53A-46E6-C6FF-57922617037A}"/>
              </a:ext>
            </a:extLst>
          </p:cNvPr>
          <p:cNvSpPr txBox="1"/>
          <p:nvPr/>
        </p:nvSpPr>
        <p:spPr>
          <a:xfrm>
            <a:off x="4193727" y="3931365"/>
            <a:ext cx="16899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单击此处输入您的正文</a:t>
            </a:r>
            <a:endParaRPr lang="zh-CN" altLang="en-US" kern="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E7883403-6E94-956E-F4DA-72A6563DFFF8}"/>
              </a:ext>
            </a:extLst>
          </p:cNvPr>
          <p:cNvSpPr txBox="1"/>
          <p:nvPr/>
        </p:nvSpPr>
        <p:spPr>
          <a:xfrm>
            <a:off x="6098606" y="3931365"/>
            <a:ext cx="16899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单击此处输入您的正文</a:t>
            </a:r>
            <a:endParaRPr lang="zh-CN" altLang="en-US" kern="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29175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B04DE6E1-F520-A05A-3B3A-7487914E8EB2}"/>
              </a:ext>
            </a:extLst>
          </p:cNvPr>
          <p:cNvGrpSpPr/>
          <p:nvPr/>
        </p:nvGrpSpPr>
        <p:grpSpPr>
          <a:xfrm>
            <a:off x="3530124" y="2416835"/>
            <a:ext cx="5131752" cy="2024331"/>
            <a:chOff x="3325495" y="1954579"/>
            <a:chExt cx="5131752" cy="2024331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DA3D71F-6A53-F2B7-DA33-9112EA6EB2F0}"/>
                </a:ext>
              </a:extLst>
            </p:cNvPr>
            <p:cNvSpPr txBox="1"/>
            <p:nvPr/>
          </p:nvSpPr>
          <p:spPr>
            <a:xfrm>
              <a:off x="3325495" y="1954579"/>
              <a:ext cx="2037080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0" dirty="0">
                  <a:solidFill>
                    <a:schemeClr val="tx2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02</a:t>
              </a:r>
              <a:endParaRPr lang="zh-CN" altLang="en-US" sz="10000" dirty="0">
                <a:solidFill>
                  <a:schemeClr val="tx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2B35125-3EC1-652D-3202-944F786C2D71}"/>
                </a:ext>
              </a:extLst>
            </p:cNvPr>
            <p:cNvSpPr txBox="1"/>
            <p:nvPr/>
          </p:nvSpPr>
          <p:spPr>
            <a:xfrm>
              <a:off x="4761865" y="2347694"/>
              <a:ext cx="2037080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0" dirty="0">
                  <a:solidFill>
                    <a:schemeClr val="tx2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/</a:t>
              </a:r>
              <a:endParaRPr lang="zh-CN" altLang="en-US" sz="10000" dirty="0">
                <a:solidFill>
                  <a:schemeClr val="tx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3409D3-9924-56CB-C5DA-E608090F67D6}"/>
                </a:ext>
              </a:extLst>
            </p:cNvPr>
            <p:cNvSpPr txBox="1"/>
            <p:nvPr/>
          </p:nvSpPr>
          <p:spPr>
            <a:xfrm>
              <a:off x="5362574" y="2997143"/>
              <a:ext cx="30946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2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架构图模板样式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6367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6072E-6A01-66E9-2490-602E0486A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D707705F-FCF6-509B-83C6-6E3B0C1C53CD}"/>
              </a:ext>
            </a:extLst>
          </p:cNvPr>
          <p:cNvSpPr/>
          <p:nvPr/>
        </p:nvSpPr>
        <p:spPr>
          <a:xfrm>
            <a:off x="7880518" y="2771818"/>
            <a:ext cx="1524196" cy="1737676"/>
          </a:xfrm>
          <a:prstGeom prst="roundRect">
            <a:avLst>
              <a:gd name="adj" fmla="val 3437"/>
            </a:avLst>
          </a:prstGeom>
          <a:solidFill>
            <a:schemeClr val="accent2">
              <a:alpha val="18000"/>
            </a:schemeClr>
          </a:solidFill>
          <a:ln w="9525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i="0" u="none" strike="noStrike" kern="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BE0DAD93-ABD6-A766-2A34-BD184751CF88}"/>
              </a:ext>
            </a:extLst>
          </p:cNvPr>
          <p:cNvSpPr/>
          <p:nvPr/>
        </p:nvSpPr>
        <p:spPr>
          <a:xfrm>
            <a:off x="5987561" y="2771818"/>
            <a:ext cx="1728154" cy="1737676"/>
          </a:xfrm>
          <a:prstGeom prst="roundRect">
            <a:avLst>
              <a:gd name="adj" fmla="val 3437"/>
            </a:avLst>
          </a:prstGeom>
          <a:solidFill>
            <a:schemeClr val="accent2">
              <a:alpha val="18000"/>
            </a:schemeClr>
          </a:solidFill>
          <a:ln w="9525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i="0" u="none" strike="noStrike" kern="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6F6ADE6A-BD94-7C55-5CA0-B013FAE68C02}"/>
              </a:ext>
            </a:extLst>
          </p:cNvPr>
          <p:cNvSpPr/>
          <p:nvPr/>
        </p:nvSpPr>
        <p:spPr>
          <a:xfrm>
            <a:off x="2953310" y="2771818"/>
            <a:ext cx="2872287" cy="1737676"/>
          </a:xfrm>
          <a:prstGeom prst="roundRect">
            <a:avLst>
              <a:gd name="adj" fmla="val 3437"/>
            </a:avLst>
          </a:prstGeom>
          <a:solidFill>
            <a:schemeClr val="accent2">
              <a:alpha val="18000"/>
            </a:schemeClr>
          </a:solidFill>
          <a:ln w="9525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i="0" u="none" strike="noStrike" kern="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B4CCAE92-06EE-F433-6B1E-F43A5D757305}"/>
              </a:ext>
            </a:extLst>
          </p:cNvPr>
          <p:cNvSpPr/>
          <p:nvPr/>
        </p:nvSpPr>
        <p:spPr>
          <a:xfrm>
            <a:off x="1312517" y="2771818"/>
            <a:ext cx="1487915" cy="1737676"/>
          </a:xfrm>
          <a:prstGeom prst="roundRect">
            <a:avLst>
              <a:gd name="adj" fmla="val 3437"/>
            </a:avLst>
          </a:prstGeom>
          <a:solidFill>
            <a:schemeClr val="accent2">
              <a:alpha val="18000"/>
            </a:schemeClr>
          </a:solidFill>
          <a:ln w="9525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i="0" u="none" strike="noStrike" kern="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3A83853-5123-F7F6-4641-73012CFF1658}"/>
              </a:ext>
            </a:extLst>
          </p:cNvPr>
          <p:cNvSpPr/>
          <p:nvPr/>
        </p:nvSpPr>
        <p:spPr>
          <a:xfrm>
            <a:off x="1288453" y="1300255"/>
            <a:ext cx="3115524" cy="1042682"/>
          </a:xfrm>
          <a:prstGeom prst="roundRect">
            <a:avLst>
              <a:gd name="adj" fmla="val 7718"/>
            </a:avLst>
          </a:prstGeom>
          <a:solidFill>
            <a:schemeClr val="accent1">
              <a:alpha val="14000"/>
            </a:schemeClr>
          </a:solidFill>
          <a:ln w="12700">
            <a:noFill/>
            <a:prstDash val="sys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CD1A9F8E-EFF2-8A4A-46BD-CE0F2E14A92D}"/>
              </a:ext>
            </a:extLst>
          </p:cNvPr>
          <p:cNvSpPr/>
          <p:nvPr/>
        </p:nvSpPr>
        <p:spPr>
          <a:xfrm>
            <a:off x="4477672" y="1310793"/>
            <a:ext cx="2115345" cy="1042682"/>
          </a:xfrm>
          <a:prstGeom prst="roundRect">
            <a:avLst>
              <a:gd name="adj" fmla="val 4548"/>
            </a:avLst>
          </a:prstGeom>
          <a:solidFill>
            <a:schemeClr val="accent1">
              <a:alpha val="14000"/>
            </a:schemeClr>
          </a:solidFill>
          <a:ln w="12700" cmpd="sng">
            <a:noFill/>
            <a:prstDash val="sys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5608EBC7-BA9F-6C31-06CC-CF8EF03861CD}"/>
              </a:ext>
            </a:extLst>
          </p:cNvPr>
          <p:cNvSpPr/>
          <p:nvPr/>
        </p:nvSpPr>
        <p:spPr>
          <a:xfrm>
            <a:off x="6664760" y="1292253"/>
            <a:ext cx="2767967" cy="1061952"/>
          </a:xfrm>
          <a:prstGeom prst="roundRect">
            <a:avLst>
              <a:gd name="adj" fmla="val 4046"/>
            </a:avLst>
          </a:prstGeom>
          <a:solidFill>
            <a:schemeClr val="accent1">
              <a:alpha val="14000"/>
            </a:schemeClr>
          </a:solidFill>
          <a:ln w="12700" cmpd="sng">
            <a:noFill/>
            <a:prstDash val="sys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AECF9DD2-3A53-B712-C605-D0A77F1F230B}"/>
              </a:ext>
            </a:extLst>
          </p:cNvPr>
          <p:cNvSpPr/>
          <p:nvPr/>
        </p:nvSpPr>
        <p:spPr>
          <a:xfrm>
            <a:off x="6118036" y="3055506"/>
            <a:ext cx="1471257" cy="28727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F2AE7CB9-7AC6-70D7-2B99-C971028A4D3D}"/>
              </a:ext>
            </a:extLst>
          </p:cNvPr>
          <p:cNvSpPr/>
          <p:nvPr/>
        </p:nvSpPr>
        <p:spPr>
          <a:xfrm>
            <a:off x="3056044" y="3055506"/>
            <a:ext cx="1264039" cy="28727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2726359-D45D-9F43-6C76-224E98473D46}"/>
              </a:ext>
            </a:extLst>
          </p:cNvPr>
          <p:cNvSpPr/>
          <p:nvPr/>
        </p:nvSpPr>
        <p:spPr>
          <a:xfrm>
            <a:off x="720741" y="2593745"/>
            <a:ext cx="473103" cy="2010828"/>
          </a:xfrm>
          <a:prstGeom prst="roundRect">
            <a:avLst>
              <a:gd name="adj" fmla="val 6600"/>
            </a:avLst>
          </a:prstGeom>
          <a:solidFill>
            <a:schemeClr val="accent2"/>
          </a:solidFill>
          <a:ln w="9525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1400" kern="0" dirty="0">
                <a:solidFill>
                  <a:prstClr val="white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标题内容</a:t>
            </a:r>
            <a:endParaRPr sz="1400" kern="0" dirty="0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+mn-ea"/>
              <a:sym typeface="+mn-lt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B74A177-B595-3F75-66CD-3F9BDB4A58E5}"/>
              </a:ext>
            </a:extLst>
          </p:cNvPr>
          <p:cNvSpPr/>
          <p:nvPr/>
        </p:nvSpPr>
        <p:spPr>
          <a:xfrm>
            <a:off x="730356" y="4738264"/>
            <a:ext cx="466736" cy="576000"/>
          </a:xfrm>
          <a:prstGeom prst="roundRect">
            <a:avLst>
              <a:gd name="adj" fmla="val 6463"/>
            </a:avLst>
          </a:prstGeom>
          <a:solidFill>
            <a:schemeClr val="accent1"/>
          </a:solidFill>
          <a:ln w="9525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1400" kern="0" dirty="0">
                <a:solidFill>
                  <a:prstClr val="white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标题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13EF2A4-9F93-9832-C407-E8FC844F8143}"/>
              </a:ext>
            </a:extLst>
          </p:cNvPr>
          <p:cNvSpPr/>
          <p:nvPr/>
        </p:nvSpPr>
        <p:spPr>
          <a:xfrm>
            <a:off x="741271" y="4744966"/>
            <a:ext cx="8801801" cy="564129"/>
          </a:xfrm>
          <a:prstGeom prst="roundRect">
            <a:avLst>
              <a:gd name="adj" fmla="val 5139"/>
            </a:avLst>
          </a:prstGeom>
          <a:noFill/>
          <a:ln w="12700">
            <a:solidFill>
              <a:schemeClr val="accent1">
                <a:alpha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5F0B764-7FFB-8B92-9BD0-0144DFACF599}"/>
              </a:ext>
            </a:extLst>
          </p:cNvPr>
          <p:cNvSpPr/>
          <p:nvPr/>
        </p:nvSpPr>
        <p:spPr>
          <a:xfrm>
            <a:off x="720741" y="5445388"/>
            <a:ext cx="476351" cy="576000"/>
          </a:xfrm>
          <a:prstGeom prst="roundRect">
            <a:avLst>
              <a:gd name="adj" fmla="val 7408"/>
            </a:avLst>
          </a:prstGeom>
          <a:solidFill>
            <a:schemeClr val="accent2"/>
          </a:solidFill>
          <a:ln w="9525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1050" kern="0" dirty="0">
                <a:solidFill>
                  <a:prstClr val="white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四字示例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0D69C4C-2FC6-C41A-1078-B0556EF79E37}"/>
              </a:ext>
            </a:extLst>
          </p:cNvPr>
          <p:cNvSpPr/>
          <p:nvPr/>
        </p:nvSpPr>
        <p:spPr>
          <a:xfrm>
            <a:off x="1315354" y="5603237"/>
            <a:ext cx="1698484" cy="255110"/>
          </a:xfrm>
          <a:prstGeom prst="roundRect">
            <a:avLst/>
          </a:prstGeom>
          <a:solidFill>
            <a:schemeClr val="accent2">
              <a:alpha val="18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71323" tIns="21600" rIns="71323" bIns="35662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6EAD6D2-60E0-A728-3920-C57323763433}"/>
              </a:ext>
            </a:extLst>
          </p:cNvPr>
          <p:cNvSpPr/>
          <p:nvPr/>
        </p:nvSpPr>
        <p:spPr>
          <a:xfrm>
            <a:off x="729919" y="5445389"/>
            <a:ext cx="8813153" cy="575999"/>
          </a:xfrm>
          <a:prstGeom prst="roundRect">
            <a:avLst>
              <a:gd name="adj" fmla="val 8582"/>
            </a:avLst>
          </a:prstGeom>
          <a:noFill/>
          <a:ln w="12700">
            <a:solidFill>
              <a:schemeClr val="accent2">
                <a:alpha val="7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F5793A0-9790-20B1-4079-40C96A525384}"/>
              </a:ext>
            </a:extLst>
          </p:cNvPr>
          <p:cNvSpPr/>
          <p:nvPr/>
        </p:nvSpPr>
        <p:spPr>
          <a:xfrm>
            <a:off x="9767328" y="1530706"/>
            <a:ext cx="801426" cy="206740"/>
          </a:xfrm>
          <a:prstGeom prst="roundRect">
            <a:avLst/>
          </a:prstGeom>
          <a:solidFill>
            <a:schemeClr val="accent2">
              <a:alpha val="18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71323" tIns="21600" rIns="71323" bIns="35662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46532F4-0B74-657C-A811-0652BF9B0F75}"/>
              </a:ext>
            </a:extLst>
          </p:cNvPr>
          <p:cNvSpPr/>
          <p:nvPr/>
        </p:nvSpPr>
        <p:spPr>
          <a:xfrm>
            <a:off x="9710601" y="1206522"/>
            <a:ext cx="1778403" cy="868992"/>
          </a:xfrm>
          <a:prstGeom prst="roundRect">
            <a:avLst>
              <a:gd name="adj" fmla="val 5268"/>
            </a:avLst>
          </a:prstGeom>
          <a:noFill/>
          <a:ln w="12700">
            <a:solidFill>
              <a:schemeClr val="accent2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DB447CD-4271-B6E9-9D80-9782455732EF}"/>
              </a:ext>
            </a:extLst>
          </p:cNvPr>
          <p:cNvSpPr/>
          <p:nvPr/>
        </p:nvSpPr>
        <p:spPr>
          <a:xfrm flipH="1">
            <a:off x="720738" y="1188497"/>
            <a:ext cx="473407" cy="1259448"/>
          </a:xfrm>
          <a:prstGeom prst="roundRect">
            <a:avLst>
              <a:gd name="adj" fmla="val 10631"/>
            </a:avLst>
          </a:prstGeom>
          <a:solidFill>
            <a:schemeClr val="accent1"/>
          </a:solidFill>
          <a:ln w="9525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1400" kern="0" dirty="0">
                <a:solidFill>
                  <a:prstClr val="white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标题内容</a:t>
            </a:r>
            <a:endParaRPr lang="zh-CN" altLang="en-US" sz="1400" kern="0" spc="300" dirty="0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+mn-ea"/>
              <a:sym typeface="+mn-lt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42E4335-0F93-AFB8-A125-5FA8F77F30D1}"/>
              </a:ext>
            </a:extLst>
          </p:cNvPr>
          <p:cNvSpPr/>
          <p:nvPr/>
        </p:nvSpPr>
        <p:spPr>
          <a:xfrm>
            <a:off x="1288452" y="1291437"/>
            <a:ext cx="3115904" cy="287446"/>
          </a:xfrm>
          <a:prstGeom prst="roundRect">
            <a:avLst/>
          </a:prstGeom>
          <a:solidFill>
            <a:schemeClr val="accent1"/>
          </a:solidFill>
          <a:ln w="9525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内容内容</a:t>
            </a:r>
            <a:endParaRPr kumimoji="0" lang="zh-CN" altLang="en-US" sz="1200" i="0" u="none" strike="noStrike" kern="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34F99E3-59CC-1788-51C4-EC0D7DC4DBA2}"/>
              </a:ext>
            </a:extLst>
          </p:cNvPr>
          <p:cNvSpPr/>
          <p:nvPr/>
        </p:nvSpPr>
        <p:spPr>
          <a:xfrm>
            <a:off x="4477672" y="1291437"/>
            <a:ext cx="2115345" cy="287446"/>
          </a:xfrm>
          <a:prstGeom prst="roundRect">
            <a:avLst/>
          </a:prstGeom>
          <a:solidFill>
            <a:schemeClr val="accent1"/>
          </a:solidFill>
          <a:ln w="9525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1200" kern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内容内容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C2270B3-FA91-07B6-4C03-75C2DF345D92}"/>
              </a:ext>
            </a:extLst>
          </p:cNvPr>
          <p:cNvSpPr/>
          <p:nvPr/>
        </p:nvSpPr>
        <p:spPr>
          <a:xfrm>
            <a:off x="6664760" y="1291436"/>
            <a:ext cx="2767967" cy="287446"/>
          </a:xfrm>
          <a:prstGeom prst="roundRect">
            <a:avLst/>
          </a:prstGeom>
          <a:solidFill>
            <a:schemeClr val="accent1"/>
          </a:solidFill>
          <a:ln w="9525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1200" kern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内容内容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15F6CDE5-064C-ED4A-D8BA-8484CC228B8F}"/>
              </a:ext>
            </a:extLst>
          </p:cNvPr>
          <p:cNvSpPr/>
          <p:nvPr/>
        </p:nvSpPr>
        <p:spPr>
          <a:xfrm>
            <a:off x="730356" y="2593745"/>
            <a:ext cx="8796300" cy="2005731"/>
          </a:xfrm>
          <a:prstGeom prst="roundRect">
            <a:avLst>
              <a:gd name="adj" fmla="val 1520"/>
            </a:avLst>
          </a:prstGeom>
          <a:noFill/>
          <a:ln w="12700">
            <a:solidFill>
              <a:schemeClr val="accent2">
                <a:alpha val="7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3F743495-91DA-CD34-8B4F-57B52CAB0CB8}"/>
              </a:ext>
            </a:extLst>
          </p:cNvPr>
          <p:cNvSpPr/>
          <p:nvPr/>
        </p:nvSpPr>
        <p:spPr>
          <a:xfrm>
            <a:off x="730355" y="1193594"/>
            <a:ext cx="8801801" cy="1259448"/>
          </a:xfrm>
          <a:prstGeom prst="roundRect">
            <a:avLst>
              <a:gd name="adj" fmla="val 4566"/>
            </a:avLst>
          </a:prstGeom>
          <a:noFill/>
          <a:ln w="12700">
            <a:solidFill>
              <a:schemeClr val="accent1">
                <a:alpha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25" name="任意多边形: 形状 11">
            <a:extLst>
              <a:ext uri="{FF2B5EF4-FFF2-40B4-BE49-F238E27FC236}">
                <a16:creationId xmlns:a16="http://schemas.microsoft.com/office/drawing/2014/main" id="{6EC3DEE4-1A96-FD98-C3A3-656CB4C57909}"/>
              </a:ext>
            </a:extLst>
          </p:cNvPr>
          <p:cNvSpPr/>
          <p:nvPr/>
        </p:nvSpPr>
        <p:spPr>
          <a:xfrm rot="5400000">
            <a:off x="7867410" y="1756393"/>
            <a:ext cx="381298" cy="364575"/>
          </a:xfrm>
          <a:custGeom>
            <a:avLst/>
            <a:gdLst>
              <a:gd name="connsiteX0" fmla="*/ 1829836 w 3659671"/>
              <a:gd name="connsiteY0" fmla="*/ 0 h 5221922"/>
              <a:gd name="connsiteX1" fmla="*/ 2744236 w 3659671"/>
              <a:gd name="connsiteY1" fmla="*/ 1025479 h 5221922"/>
              <a:gd name="connsiteX2" fmla="*/ 2186407 w 3659671"/>
              <a:gd name="connsiteY2" fmla="*/ 1025479 h 5221922"/>
              <a:gd name="connsiteX3" fmla="*/ 2185603 w 3659671"/>
              <a:gd name="connsiteY3" fmla="*/ 1093353 h 5221922"/>
              <a:gd name="connsiteX4" fmla="*/ 2727829 w 3659671"/>
              <a:gd name="connsiteY4" fmla="*/ 3563174 h 5221922"/>
              <a:gd name="connsiteX5" fmla="*/ 3563896 w 3659671"/>
              <a:gd name="connsiteY5" fmla="*/ 5096147 h 5221922"/>
              <a:gd name="connsiteX6" fmla="*/ 3659671 w 3659671"/>
              <a:gd name="connsiteY6" fmla="*/ 5221922 h 5221922"/>
              <a:gd name="connsiteX7" fmla="*/ 0 w 3659671"/>
              <a:gd name="connsiteY7" fmla="*/ 5221922 h 5221922"/>
              <a:gd name="connsiteX8" fmla="*/ 95777 w 3659671"/>
              <a:gd name="connsiteY8" fmla="*/ 5096145 h 5221922"/>
              <a:gd name="connsiteX9" fmla="*/ 931844 w 3659671"/>
              <a:gd name="connsiteY9" fmla="*/ 3563172 h 5221922"/>
              <a:gd name="connsiteX10" fmla="*/ 1474070 w 3659671"/>
              <a:gd name="connsiteY10" fmla="*/ 1093351 h 5221922"/>
              <a:gd name="connsiteX11" fmla="*/ 1473265 w 3659671"/>
              <a:gd name="connsiteY11" fmla="*/ 1025479 h 5221922"/>
              <a:gd name="connsiteX12" fmla="*/ 915436 w 3659671"/>
              <a:gd name="connsiteY12" fmla="*/ 1025479 h 522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59671" h="5221922">
                <a:moveTo>
                  <a:pt x="1829836" y="0"/>
                </a:moveTo>
                <a:lnTo>
                  <a:pt x="2744236" y="1025479"/>
                </a:lnTo>
                <a:lnTo>
                  <a:pt x="2186407" y="1025479"/>
                </a:lnTo>
                <a:lnTo>
                  <a:pt x="2185603" y="1093353"/>
                </a:lnTo>
                <a:cubicBezTo>
                  <a:pt x="2203211" y="1854161"/>
                  <a:pt x="2380074" y="2708036"/>
                  <a:pt x="2727829" y="3563174"/>
                </a:cubicBezTo>
                <a:cubicBezTo>
                  <a:pt x="2959665" y="4133266"/>
                  <a:pt x="3245505" y="4649949"/>
                  <a:pt x="3563896" y="5096147"/>
                </a:cubicBezTo>
                <a:lnTo>
                  <a:pt x="3659671" y="5221922"/>
                </a:lnTo>
                <a:lnTo>
                  <a:pt x="0" y="5221922"/>
                </a:lnTo>
                <a:lnTo>
                  <a:pt x="95777" y="5096145"/>
                </a:lnTo>
                <a:cubicBezTo>
                  <a:pt x="414167" y="4649947"/>
                  <a:pt x="700007" y="4133264"/>
                  <a:pt x="931844" y="3563172"/>
                </a:cubicBezTo>
                <a:cubicBezTo>
                  <a:pt x="1279598" y="2708034"/>
                  <a:pt x="1456462" y="1854159"/>
                  <a:pt x="1474070" y="1093351"/>
                </a:cubicBezTo>
                <a:lnTo>
                  <a:pt x="1473265" y="1025479"/>
                </a:lnTo>
                <a:lnTo>
                  <a:pt x="915436" y="1025479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62AC189-281C-8749-4091-BA585059DF4B}"/>
              </a:ext>
            </a:extLst>
          </p:cNvPr>
          <p:cNvSpPr txBox="1"/>
          <p:nvPr/>
        </p:nvSpPr>
        <p:spPr>
          <a:xfrm>
            <a:off x="10237219" y="1216912"/>
            <a:ext cx="12444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标题内容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40662BE8-A987-C0C2-48C9-F2B725CA962B}"/>
              </a:ext>
            </a:extLst>
          </p:cNvPr>
          <p:cNvGrpSpPr/>
          <p:nvPr/>
        </p:nvGrpSpPr>
        <p:grpSpPr>
          <a:xfrm rot="16200000">
            <a:off x="10027027" y="1146815"/>
            <a:ext cx="91818" cy="398698"/>
            <a:chOff x="-1819692" y="971765"/>
            <a:chExt cx="109880" cy="379287"/>
          </a:xfrm>
        </p:grpSpPr>
        <p:sp>
          <p:nvSpPr>
            <p:cNvPr id="33" name="平行四边形 32">
              <a:extLst>
                <a:ext uri="{FF2B5EF4-FFF2-40B4-BE49-F238E27FC236}">
                  <a16:creationId xmlns:a16="http://schemas.microsoft.com/office/drawing/2014/main" id="{779E3557-44F4-3C5D-3BBD-593140B69B99}"/>
                </a:ext>
              </a:extLst>
            </p:cNvPr>
            <p:cNvSpPr/>
            <p:nvPr/>
          </p:nvSpPr>
          <p:spPr>
            <a:xfrm rot="16200000">
              <a:off x="-1854151" y="1206714"/>
              <a:ext cx="178797" cy="109880"/>
            </a:xfrm>
            <a:prstGeom prst="parallelogram">
              <a:avLst>
                <a:gd name="adj" fmla="val 84949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34" name="平行四边形 33">
              <a:extLst>
                <a:ext uri="{FF2B5EF4-FFF2-40B4-BE49-F238E27FC236}">
                  <a16:creationId xmlns:a16="http://schemas.microsoft.com/office/drawing/2014/main" id="{98A969FF-D967-5B1B-96F1-3C28D0F885DE}"/>
                </a:ext>
              </a:extLst>
            </p:cNvPr>
            <p:cNvSpPr/>
            <p:nvPr/>
          </p:nvSpPr>
          <p:spPr>
            <a:xfrm rot="16200000">
              <a:off x="-1854151" y="1106468"/>
              <a:ext cx="178797" cy="109880"/>
            </a:xfrm>
            <a:prstGeom prst="parallelogram">
              <a:avLst>
                <a:gd name="adj" fmla="val 84949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35" name="平行四边形 34">
              <a:extLst>
                <a:ext uri="{FF2B5EF4-FFF2-40B4-BE49-F238E27FC236}">
                  <a16:creationId xmlns:a16="http://schemas.microsoft.com/office/drawing/2014/main" id="{BFA529CE-800B-7E4C-A01B-309E00117444}"/>
                </a:ext>
              </a:extLst>
            </p:cNvPr>
            <p:cNvSpPr/>
            <p:nvPr/>
          </p:nvSpPr>
          <p:spPr>
            <a:xfrm rot="16200000">
              <a:off x="-1854151" y="1006224"/>
              <a:ext cx="178797" cy="109880"/>
            </a:xfrm>
            <a:prstGeom prst="parallelogram">
              <a:avLst>
                <a:gd name="adj" fmla="val 84949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endParaRPr>
            </a:p>
          </p:txBody>
        </p:sp>
      </p:grp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3EB1EFA3-3DD2-EDE4-BDF5-115118CC5406}"/>
              </a:ext>
            </a:extLst>
          </p:cNvPr>
          <p:cNvCxnSpPr/>
          <p:nvPr/>
        </p:nvCxnSpPr>
        <p:spPr>
          <a:xfrm>
            <a:off x="9710602" y="1460811"/>
            <a:ext cx="1778782" cy="0"/>
          </a:xfrm>
          <a:prstGeom prst="line">
            <a:avLst/>
          </a:prstGeom>
          <a:ln w="12700">
            <a:solidFill>
              <a:schemeClr val="accent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273BEA79-DC54-457D-512A-98353EA84148}"/>
              </a:ext>
            </a:extLst>
          </p:cNvPr>
          <p:cNvSpPr/>
          <p:nvPr/>
        </p:nvSpPr>
        <p:spPr>
          <a:xfrm>
            <a:off x="9710601" y="2172576"/>
            <a:ext cx="1778403" cy="3848812"/>
          </a:xfrm>
          <a:prstGeom prst="roundRect">
            <a:avLst>
              <a:gd name="adj" fmla="val 3813"/>
            </a:avLst>
          </a:prstGeom>
          <a:noFill/>
          <a:ln w="12700">
            <a:solidFill>
              <a:srgbClr val="00479D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4ECD61C7-9CF8-DD9E-5A9B-B1D9FA4270D5}"/>
              </a:ext>
            </a:extLst>
          </p:cNvPr>
          <p:cNvCxnSpPr/>
          <p:nvPr/>
        </p:nvCxnSpPr>
        <p:spPr>
          <a:xfrm>
            <a:off x="9709711" y="2436361"/>
            <a:ext cx="1778782" cy="0"/>
          </a:xfrm>
          <a:prstGeom prst="line">
            <a:avLst/>
          </a:prstGeom>
          <a:ln w="12700">
            <a:solidFill>
              <a:srgbClr val="00479D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37D1ECBA-9C7D-8332-98EE-B26B645B68BC}"/>
              </a:ext>
            </a:extLst>
          </p:cNvPr>
          <p:cNvGrpSpPr/>
          <p:nvPr/>
        </p:nvGrpSpPr>
        <p:grpSpPr>
          <a:xfrm rot="16200000">
            <a:off x="10027027" y="2097679"/>
            <a:ext cx="91818" cy="398698"/>
            <a:chOff x="-1819692" y="971765"/>
            <a:chExt cx="109880" cy="379287"/>
          </a:xfrm>
        </p:grpSpPr>
        <p:sp>
          <p:nvSpPr>
            <p:cNvPr id="51" name="平行四边形 50">
              <a:extLst>
                <a:ext uri="{FF2B5EF4-FFF2-40B4-BE49-F238E27FC236}">
                  <a16:creationId xmlns:a16="http://schemas.microsoft.com/office/drawing/2014/main" id="{5BAD9C08-442A-95A9-7B2D-506F3A8FF3AE}"/>
                </a:ext>
              </a:extLst>
            </p:cNvPr>
            <p:cNvSpPr/>
            <p:nvPr/>
          </p:nvSpPr>
          <p:spPr>
            <a:xfrm rot="16200000">
              <a:off x="-1854151" y="1206714"/>
              <a:ext cx="178797" cy="109880"/>
            </a:xfrm>
            <a:prstGeom prst="parallelogram">
              <a:avLst>
                <a:gd name="adj" fmla="val 84949"/>
              </a:avLst>
            </a:prstGeom>
            <a:solidFill>
              <a:srgbClr val="0047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2" name="平行四边形 51">
              <a:extLst>
                <a:ext uri="{FF2B5EF4-FFF2-40B4-BE49-F238E27FC236}">
                  <a16:creationId xmlns:a16="http://schemas.microsoft.com/office/drawing/2014/main" id="{56FE736E-3C1E-8EA5-98B4-29BBEF840A23}"/>
                </a:ext>
              </a:extLst>
            </p:cNvPr>
            <p:cNvSpPr/>
            <p:nvPr/>
          </p:nvSpPr>
          <p:spPr>
            <a:xfrm rot="16200000">
              <a:off x="-1854151" y="1106468"/>
              <a:ext cx="178797" cy="109880"/>
            </a:xfrm>
            <a:prstGeom prst="parallelogram">
              <a:avLst>
                <a:gd name="adj" fmla="val 84949"/>
              </a:avLst>
            </a:prstGeom>
            <a:solidFill>
              <a:srgbClr val="0047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3" name="平行四边形 52">
              <a:extLst>
                <a:ext uri="{FF2B5EF4-FFF2-40B4-BE49-F238E27FC236}">
                  <a16:creationId xmlns:a16="http://schemas.microsoft.com/office/drawing/2014/main" id="{5452FDB6-4446-D2FC-5C4D-8D351B764486}"/>
                </a:ext>
              </a:extLst>
            </p:cNvPr>
            <p:cNvSpPr/>
            <p:nvPr/>
          </p:nvSpPr>
          <p:spPr>
            <a:xfrm rot="16200000">
              <a:off x="-1854151" y="1006224"/>
              <a:ext cx="178797" cy="109880"/>
            </a:xfrm>
            <a:prstGeom prst="parallelogram">
              <a:avLst>
                <a:gd name="adj" fmla="val 84949"/>
              </a:avLst>
            </a:prstGeom>
            <a:solidFill>
              <a:srgbClr val="0047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3AD8FE1A-A7BC-8574-2F66-BC17ED92BD5D}"/>
              </a:ext>
            </a:extLst>
          </p:cNvPr>
          <p:cNvSpPr txBox="1"/>
          <p:nvPr/>
        </p:nvSpPr>
        <p:spPr>
          <a:xfrm>
            <a:off x="10216357" y="2164959"/>
            <a:ext cx="12444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标题内容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7A0CBF67-7B8F-1CD5-7BA4-452C72A45997}"/>
              </a:ext>
            </a:extLst>
          </p:cNvPr>
          <p:cNvSpPr/>
          <p:nvPr/>
        </p:nvSpPr>
        <p:spPr>
          <a:xfrm>
            <a:off x="2960113" y="2682200"/>
            <a:ext cx="2865484" cy="288000"/>
          </a:xfrm>
          <a:prstGeom prst="roundRect">
            <a:avLst/>
          </a:prstGeom>
          <a:solidFill>
            <a:schemeClr val="accent2"/>
          </a:solidFill>
          <a:ln w="9525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内容</a:t>
            </a: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C0B22E2F-DE57-CF52-BE89-EC3A4D3A645C}"/>
              </a:ext>
            </a:extLst>
          </p:cNvPr>
          <p:cNvSpPr/>
          <p:nvPr/>
        </p:nvSpPr>
        <p:spPr>
          <a:xfrm>
            <a:off x="7873187" y="2682200"/>
            <a:ext cx="1531527" cy="288000"/>
          </a:xfrm>
          <a:prstGeom prst="roundRect">
            <a:avLst/>
          </a:prstGeom>
          <a:solidFill>
            <a:schemeClr val="accent2"/>
          </a:solidFill>
          <a:ln w="9525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内容</a:t>
            </a: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B704C862-99D2-212C-7030-E0656C2E1D73}"/>
              </a:ext>
            </a:extLst>
          </p:cNvPr>
          <p:cNvSpPr/>
          <p:nvPr/>
        </p:nvSpPr>
        <p:spPr>
          <a:xfrm>
            <a:off x="5985352" y="2682200"/>
            <a:ext cx="1730363" cy="288000"/>
          </a:xfrm>
          <a:prstGeom prst="roundRect">
            <a:avLst/>
          </a:prstGeom>
          <a:solidFill>
            <a:schemeClr val="accent2"/>
          </a:solidFill>
          <a:ln w="9525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内容</a:t>
            </a:r>
            <a:endParaRPr kumimoji="0" lang="zh-CN" altLang="en-US" sz="1200" i="0" u="none" strike="noStrike" kern="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77" name="圆角矩形 20">
            <a:extLst>
              <a:ext uri="{FF2B5EF4-FFF2-40B4-BE49-F238E27FC236}">
                <a16:creationId xmlns:a16="http://schemas.microsoft.com/office/drawing/2014/main" id="{9CF37E5E-CC6E-3512-99A4-E8129D848897}"/>
              </a:ext>
            </a:extLst>
          </p:cNvPr>
          <p:cNvSpPr/>
          <p:nvPr/>
        </p:nvSpPr>
        <p:spPr>
          <a:xfrm>
            <a:off x="1371922" y="1646705"/>
            <a:ext cx="939036" cy="28089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添加内容</a:t>
            </a: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DCBE0C0C-40E0-89E5-6E31-C49596A8860B}"/>
              </a:ext>
            </a:extLst>
          </p:cNvPr>
          <p:cNvSpPr/>
          <p:nvPr/>
        </p:nvSpPr>
        <p:spPr>
          <a:xfrm>
            <a:off x="1312517" y="2682200"/>
            <a:ext cx="1487915" cy="288000"/>
          </a:xfrm>
          <a:prstGeom prst="roundRect">
            <a:avLst/>
          </a:prstGeom>
          <a:solidFill>
            <a:schemeClr val="accent2"/>
          </a:solidFill>
          <a:ln w="9525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内容</a:t>
            </a: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B34553FE-F18A-66E9-0021-86DF56C826CA}"/>
              </a:ext>
            </a:extLst>
          </p:cNvPr>
          <p:cNvSpPr/>
          <p:nvPr/>
        </p:nvSpPr>
        <p:spPr>
          <a:xfrm>
            <a:off x="1424401" y="3068947"/>
            <a:ext cx="1240943" cy="28727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F56C2297-7606-B9F6-0766-C40EE7766154}"/>
              </a:ext>
            </a:extLst>
          </p:cNvPr>
          <p:cNvSpPr/>
          <p:nvPr/>
        </p:nvSpPr>
        <p:spPr>
          <a:xfrm>
            <a:off x="3421381" y="5603237"/>
            <a:ext cx="1698484" cy="255110"/>
          </a:xfrm>
          <a:prstGeom prst="roundRect">
            <a:avLst/>
          </a:prstGeom>
          <a:solidFill>
            <a:schemeClr val="accent2">
              <a:alpha val="18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71323" tIns="21600" rIns="71323" bIns="35662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AB9CBA52-BD38-4174-8FAC-DAAF618ADF53}"/>
              </a:ext>
            </a:extLst>
          </p:cNvPr>
          <p:cNvSpPr/>
          <p:nvPr/>
        </p:nvSpPr>
        <p:spPr>
          <a:xfrm>
            <a:off x="5527408" y="5603237"/>
            <a:ext cx="1698484" cy="255110"/>
          </a:xfrm>
          <a:prstGeom prst="roundRect">
            <a:avLst/>
          </a:prstGeom>
          <a:solidFill>
            <a:schemeClr val="accent2">
              <a:alpha val="18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71323" tIns="21600" rIns="71323" bIns="35662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D6050756-5459-53CE-0A0D-027162BDBEED}"/>
              </a:ext>
            </a:extLst>
          </p:cNvPr>
          <p:cNvSpPr/>
          <p:nvPr/>
        </p:nvSpPr>
        <p:spPr>
          <a:xfrm>
            <a:off x="7633436" y="5603237"/>
            <a:ext cx="1698484" cy="255110"/>
          </a:xfrm>
          <a:prstGeom prst="roundRect">
            <a:avLst/>
          </a:prstGeom>
          <a:solidFill>
            <a:schemeClr val="accent2">
              <a:alpha val="18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71323" tIns="21600" rIns="71323" bIns="35662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5483671F-D93C-E489-A67B-CB5332AD7751}"/>
              </a:ext>
            </a:extLst>
          </p:cNvPr>
          <p:cNvSpPr/>
          <p:nvPr/>
        </p:nvSpPr>
        <p:spPr>
          <a:xfrm>
            <a:off x="8117801" y="4880444"/>
            <a:ext cx="1254778" cy="279690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3" name="标题 31">
            <a:extLst>
              <a:ext uri="{FF2B5EF4-FFF2-40B4-BE49-F238E27FC236}">
                <a16:creationId xmlns:a16="http://schemas.microsoft.com/office/drawing/2014/main" id="{67443A84-6247-AE92-2997-F1C2FA6D8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+mn-lt"/>
              </a:rPr>
              <a:t>2.1 </a:t>
            </a:r>
            <a:r>
              <a:rPr lang="zh-CN" altLang="en-US" dirty="0">
                <a:cs typeface="+mn-ea"/>
                <a:sym typeface="+mn-lt"/>
              </a:rPr>
              <a:t>架构图</a:t>
            </a:r>
            <a:endParaRPr lang="zh-CN" altLang="en-US" dirty="0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91D16B9D-98AA-636E-F009-5F4F8596FCF6}"/>
              </a:ext>
            </a:extLst>
          </p:cNvPr>
          <p:cNvSpPr/>
          <p:nvPr/>
        </p:nvSpPr>
        <p:spPr>
          <a:xfrm>
            <a:off x="1424401" y="3425692"/>
            <a:ext cx="1240943" cy="28727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70BBD78A-9428-52D4-4557-080B02C0F0AB}"/>
              </a:ext>
            </a:extLst>
          </p:cNvPr>
          <p:cNvSpPr/>
          <p:nvPr/>
        </p:nvSpPr>
        <p:spPr>
          <a:xfrm>
            <a:off x="1424401" y="3782437"/>
            <a:ext cx="1240943" cy="28727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B24B35D-2D52-1BFE-7094-107C5210361A}"/>
              </a:ext>
            </a:extLst>
          </p:cNvPr>
          <p:cNvSpPr/>
          <p:nvPr/>
        </p:nvSpPr>
        <p:spPr>
          <a:xfrm>
            <a:off x="1424401" y="4139181"/>
            <a:ext cx="1240943" cy="28727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D32549F9-5419-EAE8-A00B-4239505965D0}"/>
              </a:ext>
            </a:extLst>
          </p:cNvPr>
          <p:cNvSpPr/>
          <p:nvPr/>
        </p:nvSpPr>
        <p:spPr>
          <a:xfrm>
            <a:off x="3056044" y="3410655"/>
            <a:ext cx="1264039" cy="28727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77F2EE51-81D4-C366-3F82-9F39BC558D1B}"/>
              </a:ext>
            </a:extLst>
          </p:cNvPr>
          <p:cNvSpPr/>
          <p:nvPr/>
        </p:nvSpPr>
        <p:spPr>
          <a:xfrm>
            <a:off x="3056044" y="3761081"/>
            <a:ext cx="1264039" cy="28727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20D08FE1-8AD8-0445-E691-369D5523C4BD}"/>
              </a:ext>
            </a:extLst>
          </p:cNvPr>
          <p:cNvSpPr/>
          <p:nvPr/>
        </p:nvSpPr>
        <p:spPr>
          <a:xfrm>
            <a:off x="3056044" y="4116231"/>
            <a:ext cx="1264039" cy="28727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C5F0F1F5-79C4-A2E4-CEED-96318BD1F1AD}"/>
              </a:ext>
            </a:extLst>
          </p:cNvPr>
          <p:cNvSpPr/>
          <p:nvPr/>
        </p:nvSpPr>
        <p:spPr>
          <a:xfrm>
            <a:off x="4454087" y="3055506"/>
            <a:ext cx="1264039" cy="28727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2434DE43-1F34-04E4-0EDD-FFA6C8EC48BF}"/>
              </a:ext>
            </a:extLst>
          </p:cNvPr>
          <p:cNvSpPr/>
          <p:nvPr/>
        </p:nvSpPr>
        <p:spPr>
          <a:xfrm>
            <a:off x="4454087" y="3410655"/>
            <a:ext cx="1264039" cy="28727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037DD8C3-18C6-D26D-6EA9-1D793153E0B4}"/>
              </a:ext>
            </a:extLst>
          </p:cNvPr>
          <p:cNvSpPr/>
          <p:nvPr/>
        </p:nvSpPr>
        <p:spPr>
          <a:xfrm>
            <a:off x="4454087" y="3765804"/>
            <a:ext cx="1264039" cy="28727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E0F1F14F-C7F1-3E70-A66D-9217F9ED7867}"/>
              </a:ext>
            </a:extLst>
          </p:cNvPr>
          <p:cNvSpPr/>
          <p:nvPr/>
        </p:nvSpPr>
        <p:spPr>
          <a:xfrm>
            <a:off x="4454087" y="4120954"/>
            <a:ext cx="1264039" cy="28727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A67C7EAC-189A-64E2-880C-50F10DE9BC12}"/>
              </a:ext>
            </a:extLst>
          </p:cNvPr>
          <p:cNvSpPr/>
          <p:nvPr/>
        </p:nvSpPr>
        <p:spPr>
          <a:xfrm>
            <a:off x="6118036" y="3409139"/>
            <a:ext cx="1471257" cy="28727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940130C2-57A1-1738-27CA-6DC1158CDEA9}"/>
              </a:ext>
            </a:extLst>
          </p:cNvPr>
          <p:cNvSpPr/>
          <p:nvPr/>
        </p:nvSpPr>
        <p:spPr>
          <a:xfrm>
            <a:off x="6118036" y="3762772"/>
            <a:ext cx="1471257" cy="28727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0908EA64-07B8-9165-7BCA-513F19BF4842}"/>
              </a:ext>
            </a:extLst>
          </p:cNvPr>
          <p:cNvSpPr/>
          <p:nvPr/>
        </p:nvSpPr>
        <p:spPr>
          <a:xfrm>
            <a:off x="6118036" y="4116405"/>
            <a:ext cx="1471257" cy="28727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E887703D-9D9A-6FBF-5156-C16917B4A927}"/>
              </a:ext>
            </a:extLst>
          </p:cNvPr>
          <p:cNvSpPr/>
          <p:nvPr/>
        </p:nvSpPr>
        <p:spPr>
          <a:xfrm>
            <a:off x="7997804" y="3063126"/>
            <a:ext cx="1266956" cy="28727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DFCE8F42-0F7A-BC80-A348-84A925CCDC9C}"/>
              </a:ext>
            </a:extLst>
          </p:cNvPr>
          <p:cNvSpPr/>
          <p:nvPr/>
        </p:nvSpPr>
        <p:spPr>
          <a:xfrm>
            <a:off x="7997804" y="3419871"/>
            <a:ext cx="1266956" cy="28727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4B892BDD-1EFA-BB4F-7D6E-1B5E538E818E}"/>
              </a:ext>
            </a:extLst>
          </p:cNvPr>
          <p:cNvSpPr/>
          <p:nvPr/>
        </p:nvSpPr>
        <p:spPr>
          <a:xfrm>
            <a:off x="7997804" y="3776616"/>
            <a:ext cx="1266956" cy="28727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87C5FE60-1AAB-195E-A53F-82F75D04F251}"/>
              </a:ext>
            </a:extLst>
          </p:cNvPr>
          <p:cNvSpPr/>
          <p:nvPr/>
        </p:nvSpPr>
        <p:spPr>
          <a:xfrm>
            <a:off x="7997804" y="4133360"/>
            <a:ext cx="1266956" cy="28727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15" name="圆角矩形 20">
            <a:extLst>
              <a:ext uri="{FF2B5EF4-FFF2-40B4-BE49-F238E27FC236}">
                <a16:creationId xmlns:a16="http://schemas.microsoft.com/office/drawing/2014/main" id="{E874116F-C05E-FC60-99B3-2C5EEF7B2A34}"/>
              </a:ext>
            </a:extLst>
          </p:cNvPr>
          <p:cNvSpPr/>
          <p:nvPr/>
        </p:nvSpPr>
        <p:spPr>
          <a:xfrm>
            <a:off x="2380791" y="1646705"/>
            <a:ext cx="939036" cy="28089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添加内容</a:t>
            </a:r>
          </a:p>
        </p:txBody>
      </p:sp>
      <p:sp>
        <p:nvSpPr>
          <p:cNvPr id="116" name="圆角矩形 20">
            <a:extLst>
              <a:ext uri="{FF2B5EF4-FFF2-40B4-BE49-F238E27FC236}">
                <a16:creationId xmlns:a16="http://schemas.microsoft.com/office/drawing/2014/main" id="{5CD6551F-FB1B-45A7-87DF-819F0F097D52}"/>
              </a:ext>
            </a:extLst>
          </p:cNvPr>
          <p:cNvSpPr/>
          <p:nvPr/>
        </p:nvSpPr>
        <p:spPr>
          <a:xfrm>
            <a:off x="3385459" y="1646705"/>
            <a:ext cx="939036" cy="28089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添加内容</a:t>
            </a:r>
          </a:p>
        </p:txBody>
      </p:sp>
      <p:sp>
        <p:nvSpPr>
          <p:cNvPr id="117" name="圆角矩形 20">
            <a:extLst>
              <a:ext uri="{FF2B5EF4-FFF2-40B4-BE49-F238E27FC236}">
                <a16:creationId xmlns:a16="http://schemas.microsoft.com/office/drawing/2014/main" id="{901065E9-49D7-526B-DEE8-987703A071BA}"/>
              </a:ext>
            </a:extLst>
          </p:cNvPr>
          <p:cNvSpPr/>
          <p:nvPr/>
        </p:nvSpPr>
        <p:spPr>
          <a:xfrm>
            <a:off x="1371922" y="1988881"/>
            <a:ext cx="939036" cy="28089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添加内容</a:t>
            </a:r>
          </a:p>
        </p:txBody>
      </p:sp>
      <p:sp>
        <p:nvSpPr>
          <p:cNvPr id="118" name="圆角矩形 20">
            <a:extLst>
              <a:ext uri="{FF2B5EF4-FFF2-40B4-BE49-F238E27FC236}">
                <a16:creationId xmlns:a16="http://schemas.microsoft.com/office/drawing/2014/main" id="{4C46BCE1-4DB3-0946-0C9C-8AE7EBA526EB}"/>
              </a:ext>
            </a:extLst>
          </p:cNvPr>
          <p:cNvSpPr/>
          <p:nvPr/>
        </p:nvSpPr>
        <p:spPr>
          <a:xfrm>
            <a:off x="2380791" y="1988881"/>
            <a:ext cx="939036" cy="28089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添加内容</a:t>
            </a:r>
          </a:p>
        </p:txBody>
      </p:sp>
      <p:sp>
        <p:nvSpPr>
          <p:cNvPr id="119" name="圆角矩形 20">
            <a:extLst>
              <a:ext uri="{FF2B5EF4-FFF2-40B4-BE49-F238E27FC236}">
                <a16:creationId xmlns:a16="http://schemas.microsoft.com/office/drawing/2014/main" id="{2CB113A6-2B96-F1A1-8928-3C0A5DE95ED7}"/>
              </a:ext>
            </a:extLst>
          </p:cNvPr>
          <p:cNvSpPr/>
          <p:nvPr/>
        </p:nvSpPr>
        <p:spPr>
          <a:xfrm>
            <a:off x="3385459" y="1988881"/>
            <a:ext cx="939036" cy="28089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添加内容</a:t>
            </a:r>
          </a:p>
        </p:txBody>
      </p:sp>
      <p:sp>
        <p:nvSpPr>
          <p:cNvPr id="120" name="圆角矩形 20">
            <a:extLst>
              <a:ext uri="{FF2B5EF4-FFF2-40B4-BE49-F238E27FC236}">
                <a16:creationId xmlns:a16="http://schemas.microsoft.com/office/drawing/2014/main" id="{E91B9962-14C9-CA50-F059-842F30DCB5CD}"/>
              </a:ext>
            </a:extLst>
          </p:cNvPr>
          <p:cNvSpPr/>
          <p:nvPr/>
        </p:nvSpPr>
        <p:spPr>
          <a:xfrm>
            <a:off x="4554705" y="1646705"/>
            <a:ext cx="939036" cy="28089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添加内容</a:t>
            </a:r>
          </a:p>
        </p:txBody>
      </p:sp>
      <p:sp>
        <p:nvSpPr>
          <p:cNvPr id="121" name="圆角矩形 20">
            <a:extLst>
              <a:ext uri="{FF2B5EF4-FFF2-40B4-BE49-F238E27FC236}">
                <a16:creationId xmlns:a16="http://schemas.microsoft.com/office/drawing/2014/main" id="{5FB28F20-A59A-E9D1-ED4B-C3E331952390}"/>
              </a:ext>
            </a:extLst>
          </p:cNvPr>
          <p:cNvSpPr/>
          <p:nvPr/>
        </p:nvSpPr>
        <p:spPr>
          <a:xfrm>
            <a:off x="5559373" y="1646705"/>
            <a:ext cx="939036" cy="28089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添加内容</a:t>
            </a:r>
          </a:p>
        </p:txBody>
      </p:sp>
      <p:sp>
        <p:nvSpPr>
          <p:cNvPr id="122" name="圆角矩形 20">
            <a:extLst>
              <a:ext uri="{FF2B5EF4-FFF2-40B4-BE49-F238E27FC236}">
                <a16:creationId xmlns:a16="http://schemas.microsoft.com/office/drawing/2014/main" id="{7BFE29A4-2F5B-FB38-7826-F44BB604917D}"/>
              </a:ext>
            </a:extLst>
          </p:cNvPr>
          <p:cNvSpPr/>
          <p:nvPr/>
        </p:nvSpPr>
        <p:spPr>
          <a:xfrm>
            <a:off x="4554705" y="1988881"/>
            <a:ext cx="939036" cy="28089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添加内容</a:t>
            </a:r>
          </a:p>
        </p:txBody>
      </p:sp>
      <p:sp>
        <p:nvSpPr>
          <p:cNvPr id="123" name="圆角矩形 20">
            <a:extLst>
              <a:ext uri="{FF2B5EF4-FFF2-40B4-BE49-F238E27FC236}">
                <a16:creationId xmlns:a16="http://schemas.microsoft.com/office/drawing/2014/main" id="{FD175B69-A248-8FC2-9ACB-25114517A216}"/>
              </a:ext>
            </a:extLst>
          </p:cNvPr>
          <p:cNvSpPr/>
          <p:nvPr/>
        </p:nvSpPr>
        <p:spPr>
          <a:xfrm>
            <a:off x="5559373" y="1988881"/>
            <a:ext cx="939036" cy="28089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添加内容</a:t>
            </a:r>
          </a:p>
        </p:txBody>
      </p:sp>
      <p:sp>
        <p:nvSpPr>
          <p:cNvPr id="124" name="圆角矩形 20">
            <a:extLst>
              <a:ext uri="{FF2B5EF4-FFF2-40B4-BE49-F238E27FC236}">
                <a16:creationId xmlns:a16="http://schemas.microsoft.com/office/drawing/2014/main" id="{17FE66B1-52F6-CCF4-5C01-73E8D70F5589}"/>
              </a:ext>
            </a:extLst>
          </p:cNvPr>
          <p:cNvSpPr/>
          <p:nvPr/>
        </p:nvSpPr>
        <p:spPr>
          <a:xfrm>
            <a:off x="6800748" y="1646705"/>
            <a:ext cx="939036" cy="28089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添加内容</a:t>
            </a:r>
          </a:p>
        </p:txBody>
      </p:sp>
      <p:sp>
        <p:nvSpPr>
          <p:cNvPr id="125" name="圆角矩形 20">
            <a:extLst>
              <a:ext uri="{FF2B5EF4-FFF2-40B4-BE49-F238E27FC236}">
                <a16:creationId xmlns:a16="http://schemas.microsoft.com/office/drawing/2014/main" id="{9CCECAFB-72BA-2A40-7AD5-1921830AC1EE}"/>
              </a:ext>
            </a:extLst>
          </p:cNvPr>
          <p:cNvSpPr/>
          <p:nvPr/>
        </p:nvSpPr>
        <p:spPr>
          <a:xfrm>
            <a:off x="6800748" y="1988881"/>
            <a:ext cx="939036" cy="28089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添加内容</a:t>
            </a:r>
          </a:p>
        </p:txBody>
      </p:sp>
      <p:sp>
        <p:nvSpPr>
          <p:cNvPr id="126" name="圆角矩形 20">
            <a:extLst>
              <a:ext uri="{FF2B5EF4-FFF2-40B4-BE49-F238E27FC236}">
                <a16:creationId xmlns:a16="http://schemas.microsoft.com/office/drawing/2014/main" id="{B2C349EA-079F-3442-21EA-5231FAB74069}"/>
              </a:ext>
            </a:extLst>
          </p:cNvPr>
          <p:cNvSpPr/>
          <p:nvPr/>
        </p:nvSpPr>
        <p:spPr>
          <a:xfrm>
            <a:off x="8352283" y="1646705"/>
            <a:ext cx="939036" cy="28089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添加内容</a:t>
            </a:r>
          </a:p>
        </p:txBody>
      </p:sp>
      <p:sp>
        <p:nvSpPr>
          <p:cNvPr id="127" name="圆角矩形 20">
            <a:extLst>
              <a:ext uri="{FF2B5EF4-FFF2-40B4-BE49-F238E27FC236}">
                <a16:creationId xmlns:a16="http://schemas.microsoft.com/office/drawing/2014/main" id="{06F20148-7E9C-1BE6-B5E3-14E729D8E009}"/>
              </a:ext>
            </a:extLst>
          </p:cNvPr>
          <p:cNvSpPr/>
          <p:nvPr/>
        </p:nvSpPr>
        <p:spPr>
          <a:xfrm>
            <a:off x="8352283" y="1988881"/>
            <a:ext cx="939036" cy="28089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添加内容</a:t>
            </a:r>
          </a:p>
        </p:txBody>
      </p:sp>
      <p:sp>
        <p:nvSpPr>
          <p:cNvPr id="128" name="矩形: 圆角 127">
            <a:extLst>
              <a:ext uri="{FF2B5EF4-FFF2-40B4-BE49-F238E27FC236}">
                <a16:creationId xmlns:a16="http://schemas.microsoft.com/office/drawing/2014/main" id="{3020EC05-DB6D-A2BA-2444-D6347DBAC6A5}"/>
              </a:ext>
            </a:extLst>
          </p:cNvPr>
          <p:cNvSpPr/>
          <p:nvPr/>
        </p:nvSpPr>
        <p:spPr>
          <a:xfrm>
            <a:off x="10623404" y="1530706"/>
            <a:ext cx="801426" cy="206740"/>
          </a:xfrm>
          <a:prstGeom prst="roundRect">
            <a:avLst/>
          </a:prstGeom>
          <a:solidFill>
            <a:schemeClr val="accent2">
              <a:alpha val="18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71323" tIns="21600" rIns="71323" bIns="35662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29" name="矩形: 圆角 128">
            <a:extLst>
              <a:ext uri="{FF2B5EF4-FFF2-40B4-BE49-F238E27FC236}">
                <a16:creationId xmlns:a16="http://schemas.microsoft.com/office/drawing/2014/main" id="{407BE8AA-AF18-443A-CE4F-A91977ACC953}"/>
              </a:ext>
            </a:extLst>
          </p:cNvPr>
          <p:cNvSpPr/>
          <p:nvPr/>
        </p:nvSpPr>
        <p:spPr>
          <a:xfrm>
            <a:off x="9767328" y="1791672"/>
            <a:ext cx="801426" cy="206740"/>
          </a:xfrm>
          <a:prstGeom prst="roundRect">
            <a:avLst/>
          </a:prstGeom>
          <a:solidFill>
            <a:schemeClr val="accent2">
              <a:alpha val="18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71323" tIns="21600" rIns="71323" bIns="35662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856398DD-5BF8-9263-D225-525724D8ED8A}"/>
              </a:ext>
            </a:extLst>
          </p:cNvPr>
          <p:cNvSpPr/>
          <p:nvPr/>
        </p:nvSpPr>
        <p:spPr>
          <a:xfrm>
            <a:off x="10623404" y="1791672"/>
            <a:ext cx="801426" cy="206740"/>
          </a:xfrm>
          <a:prstGeom prst="roundRect">
            <a:avLst/>
          </a:prstGeom>
          <a:solidFill>
            <a:schemeClr val="accent2">
              <a:alpha val="18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71323" tIns="21600" rIns="71323" bIns="35662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32" name="矩形: 圆角 131">
            <a:extLst>
              <a:ext uri="{FF2B5EF4-FFF2-40B4-BE49-F238E27FC236}">
                <a16:creationId xmlns:a16="http://schemas.microsoft.com/office/drawing/2014/main" id="{CD3E39BB-773F-809E-ADC6-B2C4451C34A8}"/>
              </a:ext>
            </a:extLst>
          </p:cNvPr>
          <p:cNvSpPr/>
          <p:nvPr/>
        </p:nvSpPr>
        <p:spPr>
          <a:xfrm>
            <a:off x="1312517" y="4880444"/>
            <a:ext cx="1254778" cy="279690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28C100E9-52B5-E292-4E51-E0563C9B0DBE}"/>
              </a:ext>
            </a:extLst>
          </p:cNvPr>
          <p:cNvSpPr/>
          <p:nvPr/>
        </p:nvSpPr>
        <p:spPr>
          <a:xfrm>
            <a:off x="3013838" y="4880444"/>
            <a:ext cx="1254778" cy="279690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4A58BCFE-D79E-2302-D173-2FC686458444}"/>
              </a:ext>
            </a:extLst>
          </p:cNvPr>
          <p:cNvSpPr/>
          <p:nvPr/>
        </p:nvSpPr>
        <p:spPr>
          <a:xfrm>
            <a:off x="4715159" y="4880444"/>
            <a:ext cx="1254778" cy="279690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FDBD086E-1E10-37E6-3B6F-8740151F4D87}"/>
              </a:ext>
            </a:extLst>
          </p:cNvPr>
          <p:cNvSpPr/>
          <p:nvPr/>
        </p:nvSpPr>
        <p:spPr>
          <a:xfrm>
            <a:off x="6416480" y="4880444"/>
            <a:ext cx="1254778" cy="279690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36" name="矩形: 圆角 135">
            <a:extLst>
              <a:ext uri="{FF2B5EF4-FFF2-40B4-BE49-F238E27FC236}">
                <a16:creationId xmlns:a16="http://schemas.microsoft.com/office/drawing/2014/main" id="{465714B7-297F-57C2-B425-7316095D04BF}"/>
              </a:ext>
            </a:extLst>
          </p:cNvPr>
          <p:cNvSpPr/>
          <p:nvPr/>
        </p:nvSpPr>
        <p:spPr>
          <a:xfrm>
            <a:off x="9894344" y="2530765"/>
            <a:ext cx="1409380" cy="279690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0480E065-A5BD-0E57-4C96-26725DF1D64A}"/>
              </a:ext>
            </a:extLst>
          </p:cNvPr>
          <p:cNvSpPr/>
          <p:nvPr/>
        </p:nvSpPr>
        <p:spPr>
          <a:xfrm>
            <a:off x="9894344" y="2914824"/>
            <a:ext cx="1409380" cy="279690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38" name="矩形: 圆角 137">
            <a:extLst>
              <a:ext uri="{FF2B5EF4-FFF2-40B4-BE49-F238E27FC236}">
                <a16:creationId xmlns:a16="http://schemas.microsoft.com/office/drawing/2014/main" id="{416FDF49-097D-2725-FE36-BC21FD0418E6}"/>
              </a:ext>
            </a:extLst>
          </p:cNvPr>
          <p:cNvSpPr/>
          <p:nvPr/>
        </p:nvSpPr>
        <p:spPr>
          <a:xfrm>
            <a:off x="9894344" y="3298883"/>
            <a:ext cx="1409380" cy="279690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7288C596-EF44-1C8D-D8BD-7924DFED3ABF}"/>
              </a:ext>
            </a:extLst>
          </p:cNvPr>
          <p:cNvSpPr/>
          <p:nvPr/>
        </p:nvSpPr>
        <p:spPr>
          <a:xfrm>
            <a:off x="9894344" y="3682942"/>
            <a:ext cx="1409380" cy="279690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26047309-158A-D231-8E99-12BED5BDE48C}"/>
              </a:ext>
            </a:extLst>
          </p:cNvPr>
          <p:cNvSpPr/>
          <p:nvPr/>
        </p:nvSpPr>
        <p:spPr>
          <a:xfrm>
            <a:off x="9894344" y="4067001"/>
            <a:ext cx="1409380" cy="279690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41" name="矩形: 圆角 140">
            <a:extLst>
              <a:ext uri="{FF2B5EF4-FFF2-40B4-BE49-F238E27FC236}">
                <a16:creationId xmlns:a16="http://schemas.microsoft.com/office/drawing/2014/main" id="{2AEE0009-6593-8764-9E1E-C38804A91700}"/>
              </a:ext>
            </a:extLst>
          </p:cNvPr>
          <p:cNvSpPr/>
          <p:nvPr/>
        </p:nvSpPr>
        <p:spPr>
          <a:xfrm>
            <a:off x="9894344" y="4451060"/>
            <a:ext cx="1409380" cy="279690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971A7217-202B-E3F6-871D-01C970830B4B}"/>
              </a:ext>
            </a:extLst>
          </p:cNvPr>
          <p:cNvSpPr/>
          <p:nvPr/>
        </p:nvSpPr>
        <p:spPr>
          <a:xfrm>
            <a:off x="9894344" y="4835119"/>
            <a:ext cx="1409380" cy="279690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70572FC1-EB21-26FE-91D4-138813E08AC8}"/>
              </a:ext>
            </a:extLst>
          </p:cNvPr>
          <p:cNvSpPr/>
          <p:nvPr/>
        </p:nvSpPr>
        <p:spPr>
          <a:xfrm>
            <a:off x="9894344" y="5219178"/>
            <a:ext cx="1409380" cy="279690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44" name="矩形: 圆角 143">
            <a:extLst>
              <a:ext uri="{FF2B5EF4-FFF2-40B4-BE49-F238E27FC236}">
                <a16:creationId xmlns:a16="http://schemas.microsoft.com/office/drawing/2014/main" id="{FEA4BBED-8779-06B5-ACF6-29CE9DC098C3}"/>
              </a:ext>
            </a:extLst>
          </p:cNvPr>
          <p:cNvSpPr/>
          <p:nvPr/>
        </p:nvSpPr>
        <p:spPr>
          <a:xfrm>
            <a:off x="9894344" y="5603237"/>
            <a:ext cx="1409380" cy="279690"/>
          </a:xfrm>
          <a:prstGeom prst="roundRect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</p:spTree>
    <p:extLst>
      <p:ext uri="{BB962C8B-B14F-4D97-AF65-F5344CB8AC3E}">
        <p14:creationId xmlns:p14="http://schemas.microsoft.com/office/powerpoint/2010/main" val="1741600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412344-029A-C740-4EA4-D62DD366B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思源黑体 CN Regular" panose="020B0500000000000000" pitchFamily="34" charset="-122"/>
              </a:rPr>
              <a:t>2.2 </a:t>
            </a:r>
            <a:r>
              <a:rPr lang="zh-CN" altLang="en-US" dirty="0">
                <a:cs typeface="+mn-ea"/>
                <a:sym typeface="思源黑体 CN Regular" panose="020B0500000000000000" pitchFamily="34" charset="-122"/>
              </a:rPr>
              <a:t>架构图</a:t>
            </a:r>
            <a:r>
              <a:rPr lang="en-US" altLang="zh-CN" dirty="0">
                <a:cs typeface="+mn-ea"/>
                <a:sym typeface="思源黑体 CN Regular" panose="020B0500000000000000" pitchFamily="34" charset="-122"/>
              </a:rPr>
              <a:t>+</a:t>
            </a:r>
            <a:r>
              <a:rPr lang="zh-CN" altLang="en-US" dirty="0">
                <a:cs typeface="+mn-ea"/>
                <a:sym typeface="思源黑体 CN Regular" panose="020B0500000000000000" pitchFamily="34" charset="-122"/>
              </a:rPr>
              <a:t>内容</a:t>
            </a:r>
            <a:r>
              <a:rPr lang="en-US" altLang="zh-CN" dirty="0">
                <a:cs typeface="+mn-ea"/>
                <a:sym typeface="思源黑体 CN Regular" panose="020B0500000000000000" pitchFamily="34" charset="-122"/>
              </a:rPr>
              <a:t>1</a:t>
            </a:r>
            <a:endParaRPr lang="zh-CN" altLang="en-US" dirty="0"/>
          </a:p>
        </p:txBody>
      </p:sp>
      <p:sp>
        <p:nvSpPr>
          <p:cNvPr id="24" name="圆角矩形 222">
            <a:extLst>
              <a:ext uri="{FF2B5EF4-FFF2-40B4-BE49-F238E27FC236}">
                <a16:creationId xmlns:a16="http://schemas.microsoft.com/office/drawing/2014/main" id="{308A8EB1-7DDE-3A5D-58B1-480090AC5F4E}"/>
              </a:ext>
            </a:extLst>
          </p:cNvPr>
          <p:cNvSpPr/>
          <p:nvPr/>
        </p:nvSpPr>
        <p:spPr>
          <a:xfrm>
            <a:off x="9937377" y="1217042"/>
            <a:ext cx="1282010" cy="4829020"/>
          </a:xfrm>
          <a:prstGeom prst="roundRect">
            <a:avLst>
              <a:gd name="adj" fmla="val 2367"/>
            </a:avLst>
          </a:prstGeom>
          <a:solidFill>
            <a:schemeClr val="accent1">
              <a:alpha val="14000"/>
            </a:schemeClr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rgbClr val="226CAE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48" name="圆角矩形 324">
            <a:extLst>
              <a:ext uri="{FF2B5EF4-FFF2-40B4-BE49-F238E27FC236}">
                <a16:creationId xmlns:a16="http://schemas.microsoft.com/office/drawing/2014/main" id="{61A2BD5D-B0EB-903B-B6A3-9F0A4EEDE533}"/>
              </a:ext>
            </a:extLst>
          </p:cNvPr>
          <p:cNvSpPr/>
          <p:nvPr/>
        </p:nvSpPr>
        <p:spPr>
          <a:xfrm>
            <a:off x="5208574" y="1217044"/>
            <a:ext cx="4579855" cy="1230927"/>
          </a:xfrm>
          <a:prstGeom prst="roundRect">
            <a:avLst>
              <a:gd name="adj" fmla="val 3352"/>
            </a:avLst>
          </a:prstGeom>
          <a:solidFill>
            <a:schemeClr val="accent2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33" tIns="34267" rIns="68533" bIns="34267" anchor="ctr"/>
          <a:lstStyle/>
          <a:p>
            <a:pPr algn="ctr" defTabSz="771525"/>
            <a:endParaRPr lang="zh-CN" altLang="en-US">
              <a:solidFill>
                <a:schemeClr val="l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lt"/>
            </a:endParaRPr>
          </a:p>
        </p:txBody>
      </p: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DEBC4E66-9CA8-04BF-4341-105278E40299}"/>
              </a:ext>
            </a:extLst>
          </p:cNvPr>
          <p:cNvSpPr/>
          <p:nvPr/>
        </p:nvSpPr>
        <p:spPr>
          <a:xfrm>
            <a:off x="5339881" y="1311731"/>
            <a:ext cx="538029" cy="1042477"/>
          </a:xfrm>
          <a:prstGeom prst="roundRect">
            <a:avLst>
              <a:gd name="adj" fmla="val 583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圆角矩形 224">
            <a:extLst>
              <a:ext uri="{FF2B5EF4-FFF2-40B4-BE49-F238E27FC236}">
                <a16:creationId xmlns:a16="http://schemas.microsoft.com/office/drawing/2014/main" id="{BAE6727C-ACAC-D346-AE75-B80A61991DF4}"/>
              </a:ext>
            </a:extLst>
          </p:cNvPr>
          <p:cNvSpPr/>
          <p:nvPr/>
        </p:nvSpPr>
        <p:spPr>
          <a:xfrm>
            <a:off x="10099707" y="1714893"/>
            <a:ext cx="948111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32" name="TextBox 228">
            <a:extLst>
              <a:ext uri="{FF2B5EF4-FFF2-40B4-BE49-F238E27FC236}">
                <a16:creationId xmlns:a16="http://schemas.microsoft.com/office/drawing/2014/main" id="{CE5E021E-B411-E380-C198-294DC1F0332B}"/>
              </a:ext>
            </a:extLst>
          </p:cNvPr>
          <p:cNvSpPr txBox="1"/>
          <p:nvPr/>
        </p:nvSpPr>
        <p:spPr>
          <a:xfrm>
            <a:off x="10099707" y="1332402"/>
            <a:ext cx="948111" cy="318992"/>
          </a:xfrm>
          <a:prstGeom prst="roundRect">
            <a:avLst/>
          </a:prstGeom>
          <a:solidFill>
            <a:schemeClr val="accent1"/>
          </a:solidFill>
        </p:spPr>
        <p:txBody>
          <a:bodyPr wrap="square" tIns="28800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小标题</a:t>
            </a:r>
          </a:p>
        </p:txBody>
      </p:sp>
      <p:sp>
        <p:nvSpPr>
          <p:cNvPr id="37" name="圆角矩形 277">
            <a:extLst>
              <a:ext uri="{FF2B5EF4-FFF2-40B4-BE49-F238E27FC236}">
                <a16:creationId xmlns:a16="http://schemas.microsoft.com/office/drawing/2014/main" id="{5C8958E0-6F00-9853-660E-1C3005DA8A05}"/>
              </a:ext>
            </a:extLst>
          </p:cNvPr>
          <p:cNvSpPr/>
          <p:nvPr/>
        </p:nvSpPr>
        <p:spPr>
          <a:xfrm>
            <a:off x="5208574" y="4743321"/>
            <a:ext cx="4579855" cy="1302742"/>
          </a:xfrm>
          <a:prstGeom prst="roundRect">
            <a:avLst>
              <a:gd name="adj" fmla="val 3352"/>
            </a:avLst>
          </a:prstGeom>
          <a:solidFill>
            <a:schemeClr val="accent2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33" tIns="34267" rIns="68533" bIns="34267" anchor="ctr"/>
          <a:lstStyle/>
          <a:p>
            <a:pPr algn="ctr" defTabSz="771525"/>
            <a:endParaRPr lang="zh-CN" altLang="en-US">
              <a:solidFill>
                <a:schemeClr val="l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lt"/>
            </a:endParaRPr>
          </a:p>
        </p:txBody>
      </p:sp>
      <p:sp>
        <p:nvSpPr>
          <p:cNvPr id="39" name="圆角矩形 279">
            <a:extLst>
              <a:ext uri="{FF2B5EF4-FFF2-40B4-BE49-F238E27FC236}">
                <a16:creationId xmlns:a16="http://schemas.microsoft.com/office/drawing/2014/main" id="{1A0031AC-4E55-60FE-9F30-4C4879CC18E6}"/>
              </a:ext>
            </a:extLst>
          </p:cNvPr>
          <p:cNvSpPr/>
          <p:nvPr/>
        </p:nvSpPr>
        <p:spPr>
          <a:xfrm>
            <a:off x="6033418" y="4878075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41" name="圆角矩形 288">
            <a:extLst>
              <a:ext uri="{FF2B5EF4-FFF2-40B4-BE49-F238E27FC236}">
                <a16:creationId xmlns:a16="http://schemas.microsoft.com/office/drawing/2014/main" id="{4A23E3AA-C50E-E01E-8536-B52D7E396947}"/>
              </a:ext>
            </a:extLst>
          </p:cNvPr>
          <p:cNvSpPr/>
          <p:nvPr/>
        </p:nvSpPr>
        <p:spPr>
          <a:xfrm>
            <a:off x="5208574" y="2603037"/>
            <a:ext cx="4579855" cy="1988420"/>
          </a:xfrm>
          <a:prstGeom prst="roundRect">
            <a:avLst>
              <a:gd name="adj" fmla="val 2224"/>
            </a:avLst>
          </a:prstGeom>
          <a:solidFill>
            <a:schemeClr val="accent1">
              <a:alpha val="14000"/>
            </a:schemeClr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226CAE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43" name="圆角矩形 319">
            <a:extLst>
              <a:ext uri="{FF2B5EF4-FFF2-40B4-BE49-F238E27FC236}">
                <a16:creationId xmlns:a16="http://schemas.microsoft.com/office/drawing/2014/main" id="{CC97C117-51B1-18EC-A85F-28DBACBB2A88}"/>
              </a:ext>
            </a:extLst>
          </p:cNvPr>
          <p:cNvSpPr/>
          <p:nvPr/>
        </p:nvSpPr>
        <p:spPr>
          <a:xfrm>
            <a:off x="6010946" y="3049190"/>
            <a:ext cx="777711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49" name="文本框 127">
            <a:extLst>
              <a:ext uri="{FF2B5EF4-FFF2-40B4-BE49-F238E27FC236}">
                <a16:creationId xmlns:a16="http://schemas.microsoft.com/office/drawing/2014/main" id="{DB3CCC18-EFE5-4AB4-3C16-907C1A8ADAA4}"/>
              </a:ext>
            </a:extLst>
          </p:cNvPr>
          <p:cNvSpPr txBox="1"/>
          <p:nvPr/>
        </p:nvSpPr>
        <p:spPr>
          <a:xfrm>
            <a:off x="5359433" y="1579776"/>
            <a:ext cx="464078" cy="51315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sz="1200" b="0" dirty="0"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标题内容</a:t>
            </a:r>
          </a:p>
        </p:txBody>
      </p:sp>
      <p:sp>
        <p:nvSpPr>
          <p:cNvPr id="50" name="圆角矩形 326">
            <a:extLst>
              <a:ext uri="{FF2B5EF4-FFF2-40B4-BE49-F238E27FC236}">
                <a16:creationId xmlns:a16="http://schemas.microsoft.com/office/drawing/2014/main" id="{853EC4FD-CF76-343C-3241-CFAAB9A002E0}"/>
              </a:ext>
            </a:extLst>
          </p:cNvPr>
          <p:cNvSpPr/>
          <p:nvPr/>
        </p:nvSpPr>
        <p:spPr>
          <a:xfrm>
            <a:off x="6033418" y="1311731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51" name="圆角矩形 327">
            <a:extLst>
              <a:ext uri="{FF2B5EF4-FFF2-40B4-BE49-F238E27FC236}">
                <a16:creationId xmlns:a16="http://schemas.microsoft.com/office/drawing/2014/main" id="{139564A1-69AE-C38B-2D64-F06F83242A2A}"/>
              </a:ext>
            </a:extLst>
          </p:cNvPr>
          <p:cNvSpPr/>
          <p:nvPr/>
        </p:nvSpPr>
        <p:spPr>
          <a:xfrm>
            <a:off x="7277119" y="1311731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52" name="圆角矩形 328">
            <a:extLst>
              <a:ext uri="{FF2B5EF4-FFF2-40B4-BE49-F238E27FC236}">
                <a16:creationId xmlns:a16="http://schemas.microsoft.com/office/drawing/2014/main" id="{E0924F5E-4807-581A-58BA-247B36DCB17B}"/>
              </a:ext>
            </a:extLst>
          </p:cNvPr>
          <p:cNvSpPr/>
          <p:nvPr/>
        </p:nvSpPr>
        <p:spPr>
          <a:xfrm>
            <a:off x="8520819" y="1311731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53" name="圆角矩形 329">
            <a:extLst>
              <a:ext uri="{FF2B5EF4-FFF2-40B4-BE49-F238E27FC236}">
                <a16:creationId xmlns:a16="http://schemas.microsoft.com/office/drawing/2014/main" id="{BAD43505-240E-AAFF-4F6E-C9946D1FD5EF}"/>
              </a:ext>
            </a:extLst>
          </p:cNvPr>
          <p:cNvSpPr/>
          <p:nvPr/>
        </p:nvSpPr>
        <p:spPr>
          <a:xfrm>
            <a:off x="6033418" y="1694933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54" name="圆角矩形 330">
            <a:extLst>
              <a:ext uri="{FF2B5EF4-FFF2-40B4-BE49-F238E27FC236}">
                <a16:creationId xmlns:a16="http://schemas.microsoft.com/office/drawing/2014/main" id="{CD901A38-660D-0D51-24FD-D7E46DFE3A79}"/>
              </a:ext>
            </a:extLst>
          </p:cNvPr>
          <p:cNvSpPr/>
          <p:nvPr/>
        </p:nvSpPr>
        <p:spPr>
          <a:xfrm>
            <a:off x="7277119" y="1690479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55" name="圆角矩形 331">
            <a:extLst>
              <a:ext uri="{FF2B5EF4-FFF2-40B4-BE49-F238E27FC236}">
                <a16:creationId xmlns:a16="http://schemas.microsoft.com/office/drawing/2014/main" id="{F98F223D-F138-9B4C-0AC7-77B71434D10B}"/>
              </a:ext>
            </a:extLst>
          </p:cNvPr>
          <p:cNvSpPr/>
          <p:nvPr/>
        </p:nvSpPr>
        <p:spPr>
          <a:xfrm>
            <a:off x="8520819" y="1694933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56" name="圆角矩形 332">
            <a:extLst>
              <a:ext uri="{FF2B5EF4-FFF2-40B4-BE49-F238E27FC236}">
                <a16:creationId xmlns:a16="http://schemas.microsoft.com/office/drawing/2014/main" id="{D473A147-6F59-8C8B-05DB-1496E9552E53}"/>
              </a:ext>
            </a:extLst>
          </p:cNvPr>
          <p:cNvSpPr/>
          <p:nvPr/>
        </p:nvSpPr>
        <p:spPr>
          <a:xfrm>
            <a:off x="6033418" y="2069224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57" name="圆角矩形 333">
            <a:extLst>
              <a:ext uri="{FF2B5EF4-FFF2-40B4-BE49-F238E27FC236}">
                <a16:creationId xmlns:a16="http://schemas.microsoft.com/office/drawing/2014/main" id="{7554BF14-2D77-F241-902B-DF956E660019}"/>
              </a:ext>
            </a:extLst>
          </p:cNvPr>
          <p:cNvSpPr/>
          <p:nvPr/>
        </p:nvSpPr>
        <p:spPr>
          <a:xfrm>
            <a:off x="7277119" y="2073680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58" name="圆角矩形 334">
            <a:extLst>
              <a:ext uri="{FF2B5EF4-FFF2-40B4-BE49-F238E27FC236}">
                <a16:creationId xmlns:a16="http://schemas.microsoft.com/office/drawing/2014/main" id="{C60C9BC4-6610-0B24-569C-4A689E488D18}"/>
              </a:ext>
            </a:extLst>
          </p:cNvPr>
          <p:cNvSpPr/>
          <p:nvPr/>
        </p:nvSpPr>
        <p:spPr>
          <a:xfrm>
            <a:off x="8520819" y="2073680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59" name="圆角矩形 335">
            <a:extLst>
              <a:ext uri="{FF2B5EF4-FFF2-40B4-BE49-F238E27FC236}">
                <a16:creationId xmlns:a16="http://schemas.microsoft.com/office/drawing/2014/main" id="{22D8B60B-C6BE-5359-51DD-ACD09FF8A9DB}"/>
              </a:ext>
            </a:extLst>
          </p:cNvPr>
          <p:cNvSpPr/>
          <p:nvPr/>
        </p:nvSpPr>
        <p:spPr>
          <a:xfrm>
            <a:off x="3502344" y="1217042"/>
            <a:ext cx="1555423" cy="4829020"/>
          </a:xfrm>
          <a:prstGeom prst="roundRect">
            <a:avLst>
              <a:gd name="adj" fmla="val 3352"/>
            </a:avLst>
          </a:prstGeom>
          <a:solidFill>
            <a:schemeClr val="accent1">
              <a:alpha val="14000"/>
            </a:schemeClr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226CAE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60" name="文本框 127">
            <a:extLst>
              <a:ext uri="{FF2B5EF4-FFF2-40B4-BE49-F238E27FC236}">
                <a16:creationId xmlns:a16="http://schemas.microsoft.com/office/drawing/2014/main" id="{FFF12E10-905E-59BC-84D1-2356BCACB1FB}"/>
              </a:ext>
            </a:extLst>
          </p:cNvPr>
          <p:cNvSpPr txBox="1"/>
          <p:nvPr/>
        </p:nvSpPr>
        <p:spPr>
          <a:xfrm>
            <a:off x="3675169" y="1315262"/>
            <a:ext cx="1209773" cy="28092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sz="1200" b="0" dirty="0"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标题内容</a:t>
            </a:r>
          </a:p>
        </p:txBody>
      </p:sp>
      <p:sp>
        <p:nvSpPr>
          <p:cNvPr id="61" name="圆角矩形 337">
            <a:extLst>
              <a:ext uri="{FF2B5EF4-FFF2-40B4-BE49-F238E27FC236}">
                <a16:creationId xmlns:a16="http://schemas.microsoft.com/office/drawing/2014/main" id="{31B8901F-9324-35BB-D702-8948737C383F}"/>
              </a:ext>
            </a:extLst>
          </p:cNvPr>
          <p:cNvSpPr/>
          <p:nvPr/>
        </p:nvSpPr>
        <p:spPr>
          <a:xfrm>
            <a:off x="3675170" y="1689330"/>
            <a:ext cx="1209773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110" name="文本框 127">
            <a:extLst>
              <a:ext uri="{FF2B5EF4-FFF2-40B4-BE49-F238E27FC236}">
                <a16:creationId xmlns:a16="http://schemas.microsoft.com/office/drawing/2014/main" id="{A61A6FE0-E956-D1CB-5E9D-8D91F24FD4DD}"/>
              </a:ext>
            </a:extLst>
          </p:cNvPr>
          <p:cNvSpPr txBox="1"/>
          <p:nvPr/>
        </p:nvSpPr>
        <p:spPr>
          <a:xfrm>
            <a:off x="6899717" y="2720594"/>
            <a:ext cx="1209773" cy="26451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sz="1200" b="0" dirty="0"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标题内容</a:t>
            </a:r>
          </a:p>
        </p:txBody>
      </p: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E93C1302-8547-91EE-83FD-38A4D3858FCD}"/>
              </a:ext>
            </a:extLst>
          </p:cNvPr>
          <p:cNvSpPr/>
          <p:nvPr/>
        </p:nvSpPr>
        <p:spPr>
          <a:xfrm>
            <a:off x="5339881" y="4873901"/>
            <a:ext cx="538029" cy="1042477"/>
          </a:xfrm>
          <a:prstGeom prst="roundRect">
            <a:avLst>
              <a:gd name="adj" fmla="val 583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文本框 127">
            <a:extLst>
              <a:ext uri="{FF2B5EF4-FFF2-40B4-BE49-F238E27FC236}">
                <a16:creationId xmlns:a16="http://schemas.microsoft.com/office/drawing/2014/main" id="{10147971-F94C-87D8-DA0C-781622EA25CF}"/>
              </a:ext>
            </a:extLst>
          </p:cNvPr>
          <p:cNvSpPr txBox="1"/>
          <p:nvPr/>
        </p:nvSpPr>
        <p:spPr>
          <a:xfrm>
            <a:off x="5376855" y="5188661"/>
            <a:ext cx="464078" cy="412957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sz="1200" b="0" dirty="0"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标题内容</a:t>
            </a:r>
          </a:p>
        </p:txBody>
      </p:sp>
      <p:sp>
        <p:nvSpPr>
          <p:cNvPr id="116" name="TextBox 320">
            <a:extLst>
              <a:ext uri="{FF2B5EF4-FFF2-40B4-BE49-F238E27FC236}">
                <a16:creationId xmlns:a16="http://schemas.microsoft.com/office/drawing/2014/main" id="{8568C136-8338-AF2F-896E-2E39237DB476}"/>
              </a:ext>
            </a:extLst>
          </p:cNvPr>
          <p:cNvSpPr txBox="1"/>
          <p:nvPr/>
        </p:nvSpPr>
        <p:spPr>
          <a:xfrm>
            <a:off x="5317544" y="4183067"/>
            <a:ext cx="604887" cy="279690"/>
          </a:xfrm>
          <a:prstGeom prst="roundRect">
            <a:avLst/>
          </a:prstGeom>
          <a:solidFill>
            <a:schemeClr val="accent1"/>
          </a:solidFill>
        </p:spPr>
        <p:txBody>
          <a:bodyPr wrap="square" tIns="28800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小标题</a:t>
            </a:r>
          </a:p>
        </p:txBody>
      </p:sp>
      <p:sp>
        <p:nvSpPr>
          <p:cNvPr id="139" name="圆角矩形 337">
            <a:extLst>
              <a:ext uri="{FF2B5EF4-FFF2-40B4-BE49-F238E27FC236}">
                <a16:creationId xmlns:a16="http://schemas.microsoft.com/office/drawing/2014/main" id="{483386C5-2CE1-85A7-C9FB-D586D5B418F4}"/>
              </a:ext>
            </a:extLst>
          </p:cNvPr>
          <p:cNvSpPr/>
          <p:nvPr/>
        </p:nvSpPr>
        <p:spPr>
          <a:xfrm>
            <a:off x="3675170" y="2048958"/>
            <a:ext cx="1209773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140" name="圆角矩形 337">
            <a:extLst>
              <a:ext uri="{FF2B5EF4-FFF2-40B4-BE49-F238E27FC236}">
                <a16:creationId xmlns:a16="http://schemas.microsoft.com/office/drawing/2014/main" id="{1E8FA2F7-41B8-7860-4A86-C7E9C84BFA05}"/>
              </a:ext>
            </a:extLst>
          </p:cNvPr>
          <p:cNvSpPr/>
          <p:nvPr/>
        </p:nvSpPr>
        <p:spPr>
          <a:xfrm>
            <a:off x="3675170" y="2408586"/>
            <a:ext cx="1209773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141" name="圆角矩形 337">
            <a:extLst>
              <a:ext uri="{FF2B5EF4-FFF2-40B4-BE49-F238E27FC236}">
                <a16:creationId xmlns:a16="http://schemas.microsoft.com/office/drawing/2014/main" id="{90D92C9B-9E21-AFF5-6D7A-869B5DB196D7}"/>
              </a:ext>
            </a:extLst>
          </p:cNvPr>
          <p:cNvSpPr/>
          <p:nvPr/>
        </p:nvSpPr>
        <p:spPr>
          <a:xfrm>
            <a:off x="3675170" y="2768214"/>
            <a:ext cx="1209773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142" name="圆角矩形 337">
            <a:extLst>
              <a:ext uri="{FF2B5EF4-FFF2-40B4-BE49-F238E27FC236}">
                <a16:creationId xmlns:a16="http://schemas.microsoft.com/office/drawing/2014/main" id="{224E8509-0D54-2F0C-E912-8AE8B9ED4BBF}"/>
              </a:ext>
            </a:extLst>
          </p:cNvPr>
          <p:cNvSpPr/>
          <p:nvPr/>
        </p:nvSpPr>
        <p:spPr>
          <a:xfrm>
            <a:off x="3675170" y="3127842"/>
            <a:ext cx="1209773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143" name="圆角矩形 337">
            <a:extLst>
              <a:ext uri="{FF2B5EF4-FFF2-40B4-BE49-F238E27FC236}">
                <a16:creationId xmlns:a16="http://schemas.microsoft.com/office/drawing/2014/main" id="{98734D77-5510-3B75-BC4A-18B2D1F28A67}"/>
              </a:ext>
            </a:extLst>
          </p:cNvPr>
          <p:cNvSpPr/>
          <p:nvPr/>
        </p:nvSpPr>
        <p:spPr>
          <a:xfrm>
            <a:off x="3675170" y="3487470"/>
            <a:ext cx="1209773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144" name="圆角矩形 337">
            <a:extLst>
              <a:ext uri="{FF2B5EF4-FFF2-40B4-BE49-F238E27FC236}">
                <a16:creationId xmlns:a16="http://schemas.microsoft.com/office/drawing/2014/main" id="{79490F04-DC9A-369D-7350-E2BF5AE6A826}"/>
              </a:ext>
            </a:extLst>
          </p:cNvPr>
          <p:cNvSpPr/>
          <p:nvPr/>
        </p:nvSpPr>
        <p:spPr>
          <a:xfrm>
            <a:off x="3675170" y="3847098"/>
            <a:ext cx="1209773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145" name="圆角矩形 337">
            <a:extLst>
              <a:ext uri="{FF2B5EF4-FFF2-40B4-BE49-F238E27FC236}">
                <a16:creationId xmlns:a16="http://schemas.microsoft.com/office/drawing/2014/main" id="{EEE8C078-65A4-51B6-2458-1869A44DD03E}"/>
              </a:ext>
            </a:extLst>
          </p:cNvPr>
          <p:cNvSpPr/>
          <p:nvPr/>
        </p:nvSpPr>
        <p:spPr>
          <a:xfrm>
            <a:off x="3675170" y="4206726"/>
            <a:ext cx="1209773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146" name="圆角矩形 337">
            <a:extLst>
              <a:ext uri="{FF2B5EF4-FFF2-40B4-BE49-F238E27FC236}">
                <a16:creationId xmlns:a16="http://schemas.microsoft.com/office/drawing/2014/main" id="{B2C887A2-6714-BDB9-AE1B-FA690E4CFE27}"/>
              </a:ext>
            </a:extLst>
          </p:cNvPr>
          <p:cNvSpPr/>
          <p:nvPr/>
        </p:nvSpPr>
        <p:spPr>
          <a:xfrm>
            <a:off x="3675170" y="4566354"/>
            <a:ext cx="1209773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147" name="圆角矩形 337">
            <a:extLst>
              <a:ext uri="{FF2B5EF4-FFF2-40B4-BE49-F238E27FC236}">
                <a16:creationId xmlns:a16="http://schemas.microsoft.com/office/drawing/2014/main" id="{4B0A6635-CCB9-8319-A61C-40C1DE104DE0}"/>
              </a:ext>
            </a:extLst>
          </p:cNvPr>
          <p:cNvSpPr/>
          <p:nvPr/>
        </p:nvSpPr>
        <p:spPr>
          <a:xfrm>
            <a:off x="3675170" y="4925982"/>
            <a:ext cx="1209773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148" name="圆角矩形 337">
            <a:extLst>
              <a:ext uri="{FF2B5EF4-FFF2-40B4-BE49-F238E27FC236}">
                <a16:creationId xmlns:a16="http://schemas.microsoft.com/office/drawing/2014/main" id="{A2573A13-3895-5635-37C0-7E4A2472452A}"/>
              </a:ext>
            </a:extLst>
          </p:cNvPr>
          <p:cNvSpPr/>
          <p:nvPr/>
        </p:nvSpPr>
        <p:spPr>
          <a:xfrm>
            <a:off x="3675170" y="5285610"/>
            <a:ext cx="1209773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149" name="圆角矩形 337">
            <a:extLst>
              <a:ext uri="{FF2B5EF4-FFF2-40B4-BE49-F238E27FC236}">
                <a16:creationId xmlns:a16="http://schemas.microsoft.com/office/drawing/2014/main" id="{C4EDC8B1-4F2C-A623-719C-7DD4727FBB57}"/>
              </a:ext>
            </a:extLst>
          </p:cNvPr>
          <p:cNvSpPr/>
          <p:nvPr/>
        </p:nvSpPr>
        <p:spPr>
          <a:xfrm>
            <a:off x="3675170" y="5645240"/>
            <a:ext cx="1209773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150" name="圆角矩形 319">
            <a:extLst>
              <a:ext uri="{FF2B5EF4-FFF2-40B4-BE49-F238E27FC236}">
                <a16:creationId xmlns:a16="http://schemas.microsoft.com/office/drawing/2014/main" id="{2AE1BC8C-9D7C-0A10-C4CD-AB7097DCB9FD}"/>
              </a:ext>
            </a:extLst>
          </p:cNvPr>
          <p:cNvSpPr/>
          <p:nvPr/>
        </p:nvSpPr>
        <p:spPr>
          <a:xfrm>
            <a:off x="6948529" y="3049190"/>
            <a:ext cx="777711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51" name="圆角矩形 319">
            <a:extLst>
              <a:ext uri="{FF2B5EF4-FFF2-40B4-BE49-F238E27FC236}">
                <a16:creationId xmlns:a16="http://schemas.microsoft.com/office/drawing/2014/main" id="{9AE05A45-2EEB-0183-DED6-AEDAF69B7D06}"/>
              </a:ext>
            </a:extLst>
          </p:cNvPr>
          <p:cNvSpPr/>
          <p:nvPr/>
        </p:nvSpPr>
        <p:spPr>
          <a:xfrm>
            <a:off x="7886112" y="3049190"/>
            <a:ext cx="777711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52" name="圆角矩形 319">
            <a:extLst>
              <a:ext uri="{FF2B5EF4-FFF2-40B4-BE49-F238E27FC236}">
                <a16:creationId xmlns:a16="http://schemas.microsoft.com/office/drawing/2014/main" id="{23481955-1B83-F390-C86E-BC55774B2030}"/>
              </a:ext>
            </a:extLst>
          </p:cNvPr>
          <p:cNvSpPr/>
          <p:nvPr/>
        </p:nvSpPr>
        <p:spPr>
          <a:xfrm>
            <a:off x="8823695" y="3049190"/>
            <a:ext cx="777711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53" name="圆角矩形 319">
            <a:extLst>
              <a:ext uri="{FF2B5EF4-FFF2-40B4-BE49-F238E27FC236}">
                <a16:creationId xmlns:a16="http://schemas.microsoft.com/office/drawing/2014/main" id="{318E3346-E77E-19B5-2D9E-AC446135E82A}"/>
              </a:ext>
            </a:extLst>
          </p:cNvPr>
          <p:cNvSpPr/>
          <p:nvPr/>
        </p:nvSpPr>
        <p:spPr>
          <a:xfrm>
            <a:off x="6010946" y="3426064"/>
            <a:ext cx="777711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54" name="圆角矩形 319">
            <a:extLst>
              <a:ext uri="{FF2B5EF4-FFF2-40B4-BE49-F238E27FC236}">
                <a16:creationId xmlns:a16="http://schemas.microsoft.com/office/drawing/2014/main" id="{2160064A-A50E-A07D-6D00-76A7B381C0FF}"/>
              </a:ext>
            </a:extLst>
          </p:cNvPr>
          <p:cNvSpPr/>
          <p:nvPr/>
        </p:nvSpPr>
        <p:spPr>
          <a:xfrm>
            <a:off x="6948529" y="3426064"/>
            <a:ext cx="777711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55" name="圆角矩形 319">
            <a:extLst>
              <a:ext uri="{FF2B5EF4-FFF2-40B4-BE49-F238E27FC236}">
                <a16:creationId xmlns:a16="http://schemas.microsoft.com/office/drawing/2014/main" id="{DA555B5A-F7B1-8C5B-2649-E67898F27FE7}"/>
              </a:ext>
            </a:extLst>
          </p:cNvPr>
          <p:cNvSpPr/>
          <p:nvPr/>
        </p:nvSpPr>
        <p:spPr>
          <a:xfrm>
            <a:off x="7886112" y="3426064"/>
            <a:ext cx="777711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56" name="圆角矩形 319">
            <a:extLst>
              <a:ext uri="{FF2B5EF4-FFF2-40B4-BE49-F238E27FC236}">
                <a16:creationId xmlns:a16="http://schemas.microsoft.com/office/drawing/2014/main" id="{795E0164-6A2F-9E9B-8FE7-D9042FC45784}"/>
              </a:ext>
            </a:extLst>
          </p:cNvPr>
          <p:cNvSpPr/>
          <p:nvPr/>
        </p:nvSpPr>
        <p:spPr>
          <a:xfrm>
            <a:off x="8823695" y="3426064"/>
            <a:ext cx="777711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57" name="圆角矩形 319">
            <a:extLst>
              <a:ext uri="{FF2B5EF4-FFF2-40B4-BE49-F238E27FC236}">
                <a16:creationId xmlns:a16="http://schemas.microsoft.com/office/drawing/2014/main" id="{9F893AB5-F50A-20A3-5718-6A639D4747C9}"/>
              </a:ext>
            </a:extLst>
          </p:cNvPr>
          <p:cNvSpPr/>
          <p:nvPr/>
        </p:nvSpPr>
        <p:spPr>
          <a:xfrm>
            <a:off x="6010946" y="3802938"/>
            <a:ext cx="777711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58" name="圆角矩形 319">
            <a:extLst>
              <a:ext uri="{FF2B5EF4-FFF2-40B4-BE49-F238E27FC236}">
                <a16:creationId xmlns:a16="http://schemas.microsoft.com/office/drawing/2014/main" id="{217F0BC2-D7A6-332D-9194-7E6705187F8C}"/>
              </a:ext>
            </a:extLst>
          </p:cNvPr>
          <p:cNvSpPr/>
          <p:nvPr/>
        </p:nvSpPr>
        <p:spPr>
          <a:xfrm>
            <a:off x="6948529" y="3802938"/>
            <a:ext cx="777711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59" name="圆角矩形 319">
            <a:extLst>
              <a:ext uri="{FF2B5EF4-FFF2-40B4-BE49-F238E27FC236}">
                <a16:creationId xmlns:a16="http://schemas.microsoft.com/office/drawing/2014/main" id="{4C7E4E11-E300-1CE9-C8DA-D627EB9D91B7}"/>
              </a:ext>
            </a:extLst>
          </p:cNvPr>
          <p:cNvSpPr/>
          <p:nvPr/>
        </p:nvSpPr>
        <p:spPr>
          <a:xfrm>
            <a:off x="7886112" y="3802938"/>
            <a:ext cx="777711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60" name="圆角矩形 319">
            <a:extLst>
              <a:ext uri="{FF2B5EF4-FFF2-40B4-BE49-F238E27FC236}">
                <a16:creationId xmlns:a16="http://schemas.microsoft.com/office/drawing/2014/main" id="{C8503659-2EB9-5442-8BBB-DC223ADE5244}"/>
              </a:ext>
            </a:extLst>
          </p:cNvPr>
          <p:cNvSpPr/>
          <p:nvPr/>
        </p:nvSpPr>
        <p:spPr>
          <a:xfrm>
            <a:off x="8823695" y="3802938"/>
            <a:ext cx="777711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61" name="圆角矩形 319">
            <a:extLst>
              <a:ext uri="{FF2B5EF4-FFF2-40B4-BE49-F238E27FC236}">
                <a16:creationId xmlns:a16="http://schemas.microsoft.com/office/drawing/2014/main" id="{92210D40-F6F1-F094-705F-99C8908A235E}"/>
              </a:ext>
            </a:extLst>
          </p:cNvPr>
          <p:cNvSpPr/>
          <p:nvPr/>
        </p:nvSpPr>
        <p:spPr>
          <a:xfrm>
            <a:off x="6010946" y="4179812"/>
            <a:ext cx="777711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62" name="圆角矩形 319">
            <a:extLst>
              <a:ext uri="{FF2B5EF4-FFF2-40B4-BE49-F238E27FC236}">
                <a16:creationId xmlns:a16="http://schemas.microsoft.com/office/drawing/2014/main" id="{65C1F875-14C8-6F0F-7D3E-40509B12C7A8}"/>
              </a:ext>
            </a:extLst>
          </p:cNvPr>
          <p:cNvSpPr/>
          <p:nvPr/>
        </p:nvSpPr>
        <p:spPr>
          <a:xfrm>
            <a:off x="6948529" y="4179812"/>
            <a:ext cx="777711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63" name="圆角矩形 319">
            <a:extLst>
              <a:ext uri="{FF2B5EF4-FFF2-40B4-BE49-F238E27FC236}">
                <a16:creationId xmlns:a16="http://schemas.microsoft.com/office/drawing/2014/main" id="{D8D6CF90-AB91-CE50-A587-FCC418C14216}"/>
              </a:ext>
            </a:extLst>
          </p:cNvPr>
          <p:cNvSpPr/>
          <p:nvPr/>
        </p:nvSpPr>
        <p:spPr>
          <a:xfrm>
            <a:off x="7886112" y="4179812"/>
            <a:ext cx="777711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64" name="圆角矩形 319">
            <a:extLst>
              <a:ext uri="{FF2B5EF4-FFF2-40B4-BE49-F238E27FC236}">
                <a16:creationId xmlns:a16="http://schemas.microsoft.com/office/drawing/2014/main" id="{A5FB1E10-F976-3440-F4F7-55A231D7D5B6}"/>
              </a:ext>
            </a:extLst>
          </p:cNvPr>
          <p:cNvSpPr/>
          <p:nvPr/>
        </p:nvSpPr>
        <p:spPr>
          <a:xfrm>
            <a:off x="8823695" y="4179812"/>
            <a:ext cx="777711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65" name="TextBox 320">
            <a:extLst>
              <a:ext uri="{FF2B5EF4-FFF2-40B4-BE49-F238E27FC236}">
                <a16:creationId xmlns:a16="http://schemas.microsoft.com/office/drawing/2014/main" id="{4E803EEC-75AF-6C1C-2363-D37613E891F9}"/>
              </a:ext>
            </a:extLst>
          </p:cNvPr>
          <p:cNvSpPr txBox="1"/>
          <p:nvPr/>
        </p:nvSpPr>
        <p:spPr>
          <a:xfrm>
            <a:off x="5317544" y="3801849"/>
            <a:ext cx="604887" cy="279690"/>
          </a:xfrm>
          <a:prstGeom prst="roundRect">
            <a:avLst/>
          </a:prstGeom>
          <a:solidFill>
            <a:schemeClr val="accent1"/>
          </a:solidFill>
        </p:spPr>
        <p:txBody>
          <a:bodyPr wrap="square" tIns="28800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小标题</a:t>
            </a:r>
          </a:p>
        </p:txBody>
      </p:sp>
      <p:sp>
        <p:nvSpPr>
          <p:cNvPr id="166" name="TextBox 320">
            <a:extLst>
              <a:ext uri="{FF2B5EF4-FFF2-40B4-BE49-F238E27FC236}">
                <a16:creationId xmlns:a16="http://schemas.microsoft.com/office/drawing/2014/main" id="{309276ED-2F95-CBA5-87AB-B9ADCA91A7BC}"/>
              </a:ext>
            </a:extLst>
          </p:cNvPr>
          <p:cNvSpPr txBox="1"/>
          <p:nvPr/>
        </p:nvSpPr>
        <p:spPr>
          <a:xfrm>
            <a:off x="5317544" y="3420630"/>
            <a:ext cx="604887" cy="279690"/>
          </a:xfrm>
          <a:prstGeom prst="roundRect">
            <a:avLst/>
          </a:prstGeom>
          <a:solidFill>
            <a:schemeClr val="accent1"/>
          </a:solidFill>
        </p:spPr>
        <p:txBody>
          <a:bodyPr wrap="square" tIns="28800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小标题</a:t>
            </a:r>
          </a:p>
        </p:txBody>
      </p:sp>
      <p:sp>
        <p:nvSpPr>
          <p:cNvPr id="167" name="TextBox 320">
            <a:extLst>
              <a:ext uri="{FF2B5EF4-FFF2-40B4-BE49-F238E27FC236}">
                <a16:creationId xmlns:a16="http://schemas.microsoft.com/office/drawing/2014/main" id="{9FE37552-F592-268A-0ED1-49116CF5D896}"/>
              </a:ext>
            </a:extLst>
          </p:cNvPr>
          <p:cNvSpPr txBox="1"/>
          <p:nvPr/>
        </p:nvSpPr>
        <p:spPr>
          <a:xfrm>
            <a:off x="5317544" y="3039411"/>
            <a:ext cx="604887" cy="279690"/>
          </a:xfrm>
          <a:prstGeom prst="roundRect">
            <a:avLst/>
          </a:prstGeom>
          <a:solidFill>
            <a:schemeClr val="accent1"/>
          </a:solidFill>
        </p:spPr>
        <p:txBody>
          <a:bodyPr wrap="square" tIns="28800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小标题</a:t>
            </a:r>
          </a:p>
        </p:txBody>
      </p:sp>
      <p:sp>
        <p:nvSpPr>
          <p:cNvPr id="168" name="圆角矩形 224">
            <a:extLst>
              <a:ext uri="{FF2B5EF4-FFF2-40B4-BE49-F238E27FC236}">
                <a16:creationId xmlns:a16="http://schemas.microsoft.com/office/drawing/2014/main" id="{07E41EE6-CBD4-D2AD-658D-CA2178ED67CE}"/>
              </a:ext>
            </a:extLst>
          </p:cNvPr>
          <p:cNvSpPr/>
          <p:nvPr/>
        </p:nvSpPr>
        <p:spPr>
          <a:xfrm>
            <a:off x="10099707" y="2036630"/>
            <a:ext cx="948111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69" name="圆角矩形 224">
            <a:extLst>
              <a:ext uri="{FF2B5EF4-FFF2-40B4-BE49-F238E27FC236}">
                <a16:creationId xmlns:a16="http://schemas.microsoft.com/office/drawing/2014/main" id="{309E3CFB-4C11-5A00-11A1-D8FC418DF34E}"/>
              </a:ext>
            </a:extLst>
          </p:cNvPr>
          <p:cNvSpPr/>
          <p:nvPr/>
        </p:nvSpPr>
        <p:spPr>
          <a:xfrm>
            <a:off x="10099707" y="2358367"/>
            <a:ext cx="948111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70" name="圆角矩形 224">
            <a:extLst>
              <a:ext uri="{FF2B5EF4-FFF2-40B4-BE49-F238E27FC236}">
                <a16:creationId xmlns:a16="http://schemas.microsoft.com/office/drawing/2014/main" id="{E0564A56-D772-B6B6-A09F-E87CB6AFA40E}"/>
              </a:ext>
            </a:extLst>
          </p:cNvPr>
          <p:cNvSpPr/>
          <p:nvPr/>
        </p:nvSpPr>
        <p:spPr>
          <a:xfrm>
            <a:off x="10099707" y="2680103"/>
            <a:ext cx="948111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71" name="圆角矩形 224">
            <a:extLst>
              <a:ext uri="{FF2B5EF4-FFF2-40B4-BE49-F238E27FC236}">
                <a16:creationId xmlns:a16="http://schemas.microsoft.com/office/drawing/2014/main" id="{5D930103-CB05-FE1E-47D9-43B221C94EB5}"/>
              </a:ext>
            </a:extLst>
          </p:cNvPr>
          <p:cNvSpPr/>
          <p:nvPr/>
        </p:nvSpPr>
        <p:spPr>
          <a:xfrm>
            <a:off x="10099707" y="3522959"/>
            <a:ext cx="948111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72" name="TextBox 228">
            <a:extLst>
              <a:ext uri="{FF2B5EF4-FFF2-40B4-BE49-F238E27FC236}">
                <a16:creationId xmlns:a16="http://schemas.microsoft.com/office/drawing/2014/main" id="{5FE82A87-F65C-EBAF-D688-3EA23F6C7178}"/>
              </a:ext>
            </a:extLst>
          </p:cNvPr>
          <p:cNvSpPr txBox="1"/>
          <p:nvPr/>
        </p:nvSpPr>
        <p:spPr>
          <a:xfrm>
            <a:off x="10099707" y="3140468"/>
            <a:ext cx="948111" cy="318992"/>
          </a:xfrm>
          <a:prstGeom prst="roundRect">
            <a:avLst/>
          </a:prstGeom>
          <a:solidFill>
            <a:schemeClr val="accent1"/>
          </a:solidFill>
        </p:spPr>
        <p:txBody>
          <a:bodyPr wrap="square" tIns="28800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小标题</a:t>
            </a:r>
          </a:p>
        </p:txBody>
      </p:sp>
      <p:sp>
        <p:nvSpPr>
          <p:cNvPr id="173" name="圆角矩形 224">
            <a:extLst>
              <a:ext uri="{FF2B5EF4-FFF2-40B4-BE49-F238E27FC236}">
                <a16:creationId xmlns:a16="http://schemas.microsoft.com/office/drawing/2014/main" id="{ED292ECC-AB32-7948-5565-105EFCB49E2F}"/>
              </a:ext>
            </a:extLst>
          </p:cNvPr>
          <p:cNvSpPr/>
          <p:nvPr/>
        </p:nvSpPr>
        <p:spPr>
          <a:xfrm>
            <a:off x="10099707" y="3844696"/>
            <a:ext cx="948111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76" name="圆角矩形 224">
            <a:extLst>
              <a:ext uri="{FF2B5EF4-FFF2-40B4-BE49-F238E27FC236}">
                <a16:creationId xmlns:a16="http://schemas.microsoft.com/office/drawing/2014/main" id="{3D19D7B9-776C-16FB-D749-6B182B3399B0}"/>
              </a:ext>
            </a:extLst>
          </p:cNvPr>
          <p:cNvSpPr/>
          <p:nvPr/>
        </p:nvSpPr>
        <p:spPr>
          <a:xfrm>
            <a:off x="10099707" y="4699632"/>
            <a:ext cx="948111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77" name="TextBox 228">
            <a:extLst>
              <a:ext uri="{FF2B5EF4-FFF2-40B4-BE49-F238E27FC236}">
                <a16:creationId xmlns:a16="http://schemas.microsoft.com/office/drawing/2014/main" id="{6E1E59D6-5165-FDB9-FD26-13FFC35B8263}"/>
              </a:ext>
            </a:extLst>
          </p:cNvPr>
          <p:cNvSpPr txBox="1"/>
          <p:nvPr/>
        </p:nvSpPr>
        <p:spPr>
          <a:xfrm>
            <a:off x="10099707" y="4317141"/>
            <a:ext cx="948111" cy="318992"/>
          </a:xfrm>
          <a:prstGeom prst="roundRect">
            <a:avLst/>
          </a:prstGeom>
          <a:solidFill>
            <a:schemeClr val="accent1"/>
          </a:solidFill>
        </p:spPr>
        <p:txBody>
          <a:bodyPr wrap="square" tIns="28800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小标题</a:t>
            </a:r>
          </a:p>
        </p:txBody>
      </p:sp>
      <p:sp>
        <p:nvSpPr>
          <p:cNvPr id="178" name="圆角矩形 224">
            <a:extLst>
              <a:ext uri="{FF2B5EF4-FFF2-40B4-BE49-F238E27FC236}">
                <a16:creationId xmlns:a16="http://schemas.microsoft.com/office/drawing/2014/main" id="{264FAF60-40A5-6372-BE16-9A14A5365237}"/>
              </a:ext>
            </a:extLst>
          </p:cNvPr>
          <p:cNvSpPr/>
          <p:nvPr/>
        </p:nvSpPr>
        <p:spPr>
          <a:xfrm>
            <a:off x="10099707" y="5021369"/>
            <a:ext cx="948111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79" name="圆角矩形 224">
            <a:extLst>
              <a:ext uri="{FF2B5EF4-FFF2-40B4-BE49-F238E27FC236}">
                <a16:creationId xmlns:a16="http://schemas.microsoft.com/office/drawing/2014/main" id="{4CC4E7C9-1FDE-F06D-1870-D3589447DC74}"/>
              </a:ext>
            </a:extLst>
          </p:cNvPr>
          <p:cNvSpPr/>
          <p:nvPr/>
        </p:nvSpPr>
        <p:spPr>
          <a:xfrm>
            <a:off x="10099707" y="5343106"/>
            <a:ext cx="948111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80" name="圆角矩形 224">
            <a:extLst>
              <a:ext uri="{FF2B5EF4-FFF2-40B4-BE49-F238E27FC236}">
                <a16:creationId xmlns:a16="http://schemas.microsoft.com/office/drawing/2014/main" id="{0E429461-DF45-225E-34C5-DFBFFF74EA51}"/>
              </a:ext>
            </a:extLst>
          </p:cNvPr>
          <p:cNvSpPr/>
          <p:nvPr/>
        </p:nvSpPr>
        <p:spPr>
          <a:xfrm>
            <a:off x="10099707" y="5664842"/>
            <a:ext cx="948111" cy="269911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288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81" name="圆角矩形 279">
            <a:extLst>
              <a:ext uri="{FF2B5EF4-FFF2-40B4-BE49-F238E27FC236}">
                <a16:creationId xmlns:a16="http://schemas.microsoft.com/office/drawing/2014/main" id="{E511663D-16A2-E968-16CC-F93A3CCEB720}"/>
              </a:ext>
            </a:extLst>
          </p:cNvPr>
          <p:cNvSpPr/>
          <p:nvPr/>
        </p:nvSpPr>
        <p:spPr>
          <a:xfrm>
            <a:off x="7266968" y="4878075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82" name="圆角矩形 279">
            <a:extLst>
              <a:ext uri="{FF2B5EF4-FFF2-40B4-BE49-F238E27FC236}">
                <a16:creationId xmlns:a16="http://schemas.microsoft.com/office/drawing/2014/main" id="{42DAFF70-A8EB-9E45-A83A-15F9995009E4}"/>
              </a:ext>
            </a:extLst>
          </p:cNvPr>
          <p:cNvSpPr/>
          <p:nvPr/>
        </p:nvSpPr>
        <p:spPr>
          <a:xfrm>
            <a:off x="8500517" y="4878075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83" name="圆角矩形 279">
            <a:extLst>
              <a:ext uri="{FF2B5EF4-FFF2-40B4-BE49-F238E27FC236}">
                <a16:creationId xmlns:a16="http://schemas.microsoft.com/office/drawing/2014/main" id="{B7D33A6C-2851-5FBD-49BE-13630D26DC09}"/>
              </a:ext>
            </a:extLst>
          </p:cNvPr>
          <p:cNvSpPr/>
          <p:nvPr/>
        </p:nvSpPr>
        <p:spPr>
          <a:xfrm>
            <a:off x="6033418" y="5252969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84" name="圆角矩形 279">
            <a:extLst>
              <a:ext uri="{FF2B5EF4-FFF2-40B4-BE49-F238E27FC236}">
                <a16:creationId xmlns:a16="http://schemas.microsoft.com/office/drawing/2014/main" id="{786A9C3D-7572-5259-C7F8-360486260F2D}"/>
              </a:ext>
            </a:extLst>
          </p:cNvPr>
          <p:cNvSpPr/>
          <p:nvPr/>
        </p:nvSpPr>
        <p:spPr>
          <a:xfrm>
            <a:off x="7266968" y="5252969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85" name="圆角矩形 279">
            <a:extLst>
              <a:ext uri="{FF2B5EF4-FFF2-40B4-BE49-F238E27FC236}">
                <a16:creationId xmlns:a16="http://schemas.microsoft.com/office/drawing/2014/main" id="{0FCDD337-AAE6-C8D0-8298-54A0386745D1}"/>
              </a:ext>
            </a:extLst>
          </p:cNvPr>
          <p:cNvSpPr/>
          <p:nvPr/>
        </p:nvSpPr>
        <p:spPr>
          <a:xfrm>
            <a:off x="8500517" y="5252969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86" name="圆角矩形 279">
            <a:extLst>
              <a:ext uri="{FF2B5EF4-FFF2-40B4-BE49-F238E27FC236}">
                <a16:creationId xmlns:a16="http://schemas.microsoft.com/office/drawing/2014/main" id="{A00A9B6F-9C27-4492-3A5A-2035A19E2323}"/>
              </a:ext>
            </a:extLst>
          </p:cNvPr>
          <p:cNvSpPr/>
          <p:nvPr/>
        </p:nvSpPr>
        <p:spPr>
          <a:xfrm>
            <a:off x="6033418" y="5627863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87" name="圆角矩形 279">
            <a:extLst>
              <a:ext uri="{FF2B5EF4-FFF2-40B4-BE49-F238E27FC236}">
                <a16:creationId xmlns:a16="http://schemas.microsoft.com/office/drawing/2014/main" id="{36B99284-0BA1-7619-3FC7-153776087992}"/>
              </a:ext>
            </a:extLst>
          </p:cNvPr>
          <p:cNvSpPr/>
          <p:nvPr/>
        </p:nvSpPr>
        <p:spPr>
          <a:xfrm>
            <a:off x="7266968" y="5627863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88" name="圆角矩形 279">
            <a:extLst>
              <a:ext uri="{FF2B5EF4-FFF2-40B4-BE49-F238E27FC236}">
                <a16:creationId xmlns:a16="http://schemas.microsoft.com/office/drawing/2014/main" id="{7D9FF896-15A5-D1B3-8F62-A18C5ABA29B1}"/>
              </a:ext>
            </a:extLst>
          </p:cNvPr>
          <p:cNvSpPr/>
          <p:nvPr/>
        </p:nvSpPr>
        <p:spPr>
          <a:xfrm>
            <a:off x="8500517" y="5627863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6C0AFA02-A21B-5621-80BE-BF9E5AF06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7244" y="1875835"/>
            <a:ext cx="325240" cy="326523"/>
          </a:xfrm>
          <a:prstGeom prst="ellipse">
            <a:avLst/>
          </a:prstGeom>
          <a:solidFill>
            <a:schemeClr val="accent1"/>
          </a:solidFill>
          <a:ln w="12700">
            <a:noFill/>
            <a:bevel/>
          </a:ln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 dirty="0">
              <a:solidFill>
                <a:srgbClr val="262626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7" name="右箭头 5">
            <a:extLst>
              <a:ext uri="{FF2B5EF4-FFF2-40B4-BE49-F238E27FC236}">
                <a16:creationId xmlns:a16="http://schemas.microsoft.com/office/drawing/2014/main" id="{DB716995-F66F-B740-84EC-F8554E73270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07416" y="2565500"/>
            <a:ext cx="244893" cy="81310"/>
          </a:xfrm>
          <a:prstGeom prst="rightArrow">
            <a:avLst>
              <a:gd name="adj1" fmla="val 50000"/>
              <a:gd name="adj2" fmla="val 72224"/>
            </a:avLst>
          </a:prstGeom>
          <a:solidFill>
            <a:schemeClr val="accent1"/>
          </a:solidFill>
          <a:ln>
            <a:noFill/>
          </a:ln>
        </p:spPr>
        <p:txBody>
          <a:bodyPr lIns="68580" tIns="34290" rIns="68580" bIns="34290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 dirty="0">
              <a:solidFill>
                <a:srgbClr val="262626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28" name="图形 54" descr="计算机">
            <a:extLst>
              <a:ext uri="{FF2B5EF4-FFF2-40B4-BE49-F238E27FC236}">
                <a16:creationId xmlns:a16="http://schemas.microsoft.com/office/drawing/2014/main" id="{A24CE488-350D-702D-AEAB-5D85992225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918" y="1948707"/>
            <a:ext cx="197891" cy="198671"/>
          </a:xfrm>
          <a:prstGeom prst="rect">
            <a:avLst/>
          </a:prstGeom>
          <a:noFill/>
        </p:spPr>
      </p:pic>
      <p:sp>
        <p:nvSpPr>
          <p:cNvPr id="30" name="TextBox 31">
            <a:extLst>
              <a:ext uri="{FF2B5EF4-FFF2-40B4-BE49-F238E27FC236}">
                <a16:creationId xmlns:a16="http://schemas.microsoft.com/office/drawing/2014/main" id="{6BC33834-4BBC-0DE1-9F26-02918ACE5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754" y="2202355"/>
            <a:ext cx="1304219" cy="231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标题内容</a:t>
            </a:r>
          </a:p>
        </p:txBody>
      </p:sp>
      <p:sp>
        <p:nvSpPr>
          <p:cNvPr id="31" name="TextBox 184">
            <a:extLst>
              <a:ext uri="{FF2B5EF4-FFF2-40B4-BE49-F238E27FC236}">
                <a16:creationId xmlns:a16="http://schemas.microsoft.com/office/drawing/2014/main" id="{7B89E071-048B-4E1E-8AF8-FC4E7B2D43CD}"/>
              </a:ext>
            </a:extLst>
          </p:cNvPr>
          <p:cNvSpPr txBox="1"/>
          <p:nvPr/>
        </p:nvSpPr>
        <p:spPr>
          <a:xfrm>
            <a:off x="1734784" y="1946928"/>
            <a:ext cx="1382270" cy="542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lang="zh-CN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单击此处输入您的正文。文字是您思想的提炼，请尽量言简意赅的阐述观点。</a:t>
            </a:r>
            <a:endParaRPr lang="en-US" altLang="zh-CN" sz="8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lt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5B37C4D1-5348-D9AA-5805-11DBE023C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7244" y="2780534"/>
            <a:ext cx="325240" cy="326523"/>
          </a:xfrm>
          <a:prstGeom prst="ellipse">
            <a:avLst/>
          </a:prstGeom>
          <a:solidFill>
            <a:schemeClr val="accent2"/>
          </a:solidFill>
          <a:ln w="12700">
            <a:noFill/>
            <a:bevel/>
          </a:ln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262626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4" name="图形 54" descr="计算机">
            <a:extLst>
              <a:ext uri="{FF2B5EF4-FFF2-40B4-BE49-F238E27FC236}">
                <a16:creationId xmlns:a16="http://schemas.microsoft.com/office/drawing/2014/main" id="{F2579F70-0913-ED4F-22F3-BF6094F911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918" y="2853404"/>
            <a:ext cx="197891" cy="198671"/>
          </a:xfrm>
          <a:prstGeom prst="rect">
            <a:avLst/>
          </a:prstGeom>
          <a:noFill/>
        </p:spPr>
      </p:pic>
      <p:sp>
        <p:nvSpPr>
          <p:cNvPr id="35" name="TextBox 31">
            <a:extLst>
              <a:ext uri="{FF2B5EF4-FFF2-40B4-BE49-F238E27FC236}">
                <a16:creationId xmlns:a16="http://schemas.microsoft.com/office/drawing/2014/main" id="{8917083B-32B2-30E8-7AA2-BB3D92C6D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754" y="3107056"/>
            <a:ext cx="1304219" cy="231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标题内容</a:t>
            </a: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8A3A25DD-D39F-1DC2-B422-93CE7A77B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7244" y="3676724"/>
            <a:ext cx="325240" cy="326523"/>
          </a:xfrm>
          <a:prstGeom prst="ellipse">
            <a:avLst/>
          </a:prstGeom>
          <a:solidFill>
            <a:schemeClr val="accent1"/>
          </a:solidFill>
          <a:ln w="12700">
            <a:noFill/>
            <a:bevel/>
          </a:ln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262626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8" name="图形 54" descr="计算机">
            <a:extLst>
              <a:ext uri="{FF2B5EF4-FFF2-40B4-BE49-F238E27FC236}">
                <a16:creationId xmlns:a16="http://schemas.microsoft.com/office/drawing/2014/main" id="{F05647AE-E2E2-99B5-647B-10FC9D90F3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918" y="3749594"/>
            <a:ext cx="197891" cy="198671"/>
          </a:xfrm>
          <a:prstGeom prst="rect">
            <a:avLst/>
          </a:prstGeom>
          <a:noFill/>
        </p:spPr>
      </p:pic>
      <p:sp>
        <p:nvSpPr>
          <p:cNvPr id="40" name="TextBox 31">
            <a:extLst>
              <a:ext uri="{FF2B5EF4-FFF2-40B4-BE49-F238E27FC236}">
                <a16:creationId xmlns:a16="http://schemas.microsoft.com/office/drawing/2014/main" id="{AF22EAB2-4AAC-77FF-98DE-0898BBD15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754" y="4003247"/>
            <a:ext cx="1304219" cy="231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标题内容</a:t>
            </a: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93CBBD07-C224-5F34-8CBC-DB24D452F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7244" y="4588605"/>
            <a:ext cx="325240" cy="326523"/>
          </a:xfrm>
          <a:prstGeom prst="ellipse">
            <a:avLst/>
          </a:prstGeom>
          <a:solidFill>
            <a:schemeClr val="accent2"/>
          </a:solidFill>
          <a:ln w="12700">
            <a:noFill/>
            <a:bevel/>
          </a:ln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262626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4" name="图形 54" descr="计算机">
            <a:extLst>
              <a:ext uri="{FF2B5EF4-FFF2-40B4-BE49-F238E27FC236}">
                <a16:creationId xmlns:a16="http://schemas.microsoft.com/office/drawing/2014/main" id="{50E22886-011F-05E4-18B8-03FA4DDCED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918" y="4661474"/>
            <a:ext cx="197891" cy="198671"/>
          </a:xfrm>
          <a:prstGeom prst="rect">
            <a:avLst/>
          </a:prstGeom>
          <a:noFill/>
        </p:spPr>
      </p:pic>
      <p:sp>
        <p:nvSpPr>
          <p:cNvPr id="45" name="TextBox 31">
            <a:extLst>
              <a:ext uri="{FF2B5EF4-FFF2-40B4-BE49-F238E27FC236}">
                <a16:creationId xmlns:a16="http://schemas.microsoft.com/office/drawing/2014/main" id="{96683E62-04B0-ED0B-ABD3-89E0396B7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754" y="4915126"/>
            <a:ext cx="1304219" cy="231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标题内容</a:t>
            </a: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72A355AA-8B25-9B25-0D71-A300864BF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7244" y="5539498"/>
            <a:ext cx="325240" cy="326523"/>
          </a:xfrm>
          <a:prstGeom prst="ellipse">
            <a:avLst/>
          </a:prstGeom>
          <a:solidFill>
            <a:schemeClr val="accent1"/>
          </a:solidFill>
          <a:ln w="12700">
            <a:noFill/>
            <a:bevel/>
          </a:ln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262626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7" name="图形 54" descr="计算机">
            <a:extLst>
              <a:ext uri="{FF2B5EF4-FFF2-40B4-BE49-F238E27FC236}">
                <a16:creationId xmlns:a16="http://schemas.microsoft.com/office/drawing/2014/main" id="{B4BCE2AD-64FD-6F43-1CA9-C3E8DDBE47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918" y="5612368"/>
            <a:ext cx="197891" cy="198671"/>
          </a:xfrm>
          <a:prstGeom prst="rect">
            <a:avLst/>
          </a:prstGeom>
          <a:noFill/>
        </p:spPr>
      </p:pic>
      <p:sp>
        <p:nvSpPr>
          <p:cNvPr id="62" name="TextBox 31">
            <a:extLst>
              <a:ext uri="{FF2B5EF4-FFF2-40B4-BE49-F238E27FC236}">
                <a16:creationId xmlns:a16="http://schemas.microsoft.com/office/drawing/2014/main" id="{0880791B-F899-3A75-EB1D-2EF9D9954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754" y="5866019"/>
            <a:ext cx="1304219" cy="231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标题内容</a:t>
            </a:r>
          </a:p>
        </p:txBody>
      </p:sp>
      <p:sp>
        <p:nvSpPr>
          <p:cNvPr id="63" name="右箭头 5">
            <a:extLst>
              <a:ext uri="{FF2B5EF4-FFF2-40B4-BE49-F238E27FC236}">
                <a16:creationId xmlns:a16="http://schemas.microsoft.com/office/drawing/2014/main" id="{BE81BB0A-004B-E893-C97E-7C21E21C35F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07416" y="3468450"/>
            <a:ext cx="244893" cy="81310"/>
          </a:xfrm>
          <a:prstGeom prst="rightArrow">
            <a:avLst>
              <a:gd name="adj1" fmla="val 50000"/>
              <a:gd name="adj2" fmla="val 72224"/>
            </a:avLst>
          </a:prstGeom>
          <a:solidFill>
            <a:schemeClr val="accent1"/>
          </a:solidFill>
          <a:ln>
            <a:noFill/>
          </a:ln>
        </p:spPr>
        <p:txBody>
          <a:bodyPr lIns="68580" tIns="34290" rIns="68580" bIns="34290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 dirty="0">
              <a:solidFill>
                <a:srgbClr val="262626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4" name="右箭头 5">
            <a:extLst>
              <a:ext uri="{FF2B5EF4-FFF2-40B4-BE49-F238E27FC236}">
                <a16:creationId xmlns:a16="http://schemas.microsoft.com/office/drawing/2014/main" id="{856D23C6-632B-7ABF-CE4F-2674618E0C4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07416" y="4380331"/>
            <a:ext cx="244893" cy="81310"/>
          </a:xfrm>
          <a:prstGeom prst="rightArrow">
            <a:avLst>
              <a:gd name="adj1" fmla="val 50000"/>
              <a:gd name="adj2" fmla="val 72224"/>
            </a:avLst>
          </a:prstGeom>
          <a:solidFill>
            <a:schemeClr val="accent1"/>
          </a:solidFill>
          <a:ln>
            <a:noFill/>
          </a:ln>
        </p:spPr>
        <p:txBody>
          <a:bodyPr lIns="68580" tIns="34290" rIns="68580" bIns="34290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 dirty="0">
              <a:solidFill>
                <a:srgbClr val="262626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5" name="右箭头 5">
            <a:extLst>
              <a:ext uri="{FF2B5EF4-FFF2-40B4-BE49-F238E27FC236}">
                <a16:creationId xmlns:a16="http://schemas.microsoft.com/office/drawing/2014/main" id="{232E82C4-EFC6-5028-897B-B08500C6A0F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07416" y="5278268"/>
            <a:ext cx="244893" cy="81310"/>
          </a:xfrm>
          <a:prstGeom prst="rightArrow">
            <a:avLst>
              <a:gd name="adj1" fmla="val 50000"/>
              <a:gd name="adj2" fmla="val 72224"/>
            </a:avLst>
          </a:prstGeom>
          <a:solidFill>
            <a:schemeClr val="accent1"/>
          </a:solidFill>
          <a:ln>
            <a:noFill/>
          </a:ln>
        </p:spPr>
        <p:txBody>
          <a:bodyPr lIns="68580" tIns="34290" rIns="68580" bIns="34290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 dirty="0">
              <a:solidFill>
                <a:srgbClr val="262626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6" name="TextBox 206">
            <a:extLst>
              <a:ext uri="{FF2B5EF4-FFF2-40B4-BE49-F238E27FC236}">
                <a16:creationId xmlns:a16="http://schemas.microsoft.com/office/drawing/2014/main" id="{ACC82949-D07A-35FE-AF1D-DC5E496B8652}"/>
              </a:ext>
            </a:extLst>
          </p:cNvPr>
          <p:cNvSpPr txBox="1"/>
          <p:nvPr/>
        </p:nvSpPr>
        <p:spPr>
          <a:xfrm>
            <a:off x="951025" y="1315477"/>
            <a:ext cx="2114059" cy="340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400" dirty="0">
                <a:solidFill>
                  <a:schemeClr val="tx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标题内容标题内容</a:t>
            </a: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AE07CCAE-367B-87FA-A17D-28A66287D8BE}"/>
              </a:ext>
            </a:extLst>
          </p:cNvPr>
          <p:cNvSpPr/>
          <p:nvPr/>
        </p:nvSpPr>
        <p:spPr>
          <a:xfrm>
            <a:off x="913872" y="1305667"/>
            <a:ext cx="2211900" cy="370493"/>
          </a:xfrm>
          <a:prstGeom prst="roundRect">
            <a:avLst/>
          </a:prstGeom>
          <a:noFill/>
          <a:ln w="158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8" name="TextBox 184">
            <a:extLst>
              <a:ext uri="{FF2B5EF4-FFF2-40B4-BE49-F238E27FC236}">
                <a16:creationId xmlns:a16="http://schemas.microsoft.com/office/drawing/2014/main" id="{7EC36909-AD37-3681-4451-413D41A87C10}"/>
              </a:ext>
            </a:extLst>
          </p:cNvPr>
          <p:cNvSpPr txBox="1"/>
          <p:nvPr/>
        </p:nvSpPr>
        <p:spPr>
          <a:xfrm>
            <a:off x="1734784" y="2722921"/>
            <a:ext cx="1382270" cy="542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lang="zh-CN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单击此处输入您的正文。文字是您思想的提炼，请尽量言简意赅的阐述观点。</a:t>
            </a:r>
            <a:endParaRPr lang="en-US" altLang="zh-CN" sz="8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lt"/>
            </a:endParaRPr>
          </a:p>
        </p:txBody>
      </p:sp>
      <p:sp>
        <p:nvSpPr>
          <p:cNvPr id="69" name="TextBox 184">
            <a:extLst>
              <a:ext uri="{FF2B5EF4-FFF2-40B4-BE49-F238E27FC236}">
                <a16:creationId xmlns:a16="http://schemas.microsoft.com/office/drawing/2014/main" id="{6E175DFB-7749-6335-2E05-129140FA9EFA}"/>
              </a:ext>
            </a:extLst>
          </p:cNvPr>
          <p:cNvSpPr txBox="1"/>
          <p:nvPr/>
        </p:nvSpPr>
        <p:spPr>
          <a:xfrm>
            <a:off x="1734784" y="3625276"/>
            <a:ext cx="1382270" cy="542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lang="zh-CN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单击此处输入您的正文。文字是您思想的提炼，请尽量言简意赅的阐述观点。</a:t>
            </a:r>
            <a:endParaRPr lang="en-US" altLang="zh-CN" sz="8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lt"/>
            </a:endParaRPr>
          </a:p>
        </p:txBody>
      </p:sp>
      <p:sp>
        <p:nvSpPr>
          <p:cNvPr id="70" name="TextBox 184">
            <a:extLst>
              <a:ext uri="{FF2B5EF4-FFF2-40B4-BE49-F238E27FC236}">
                <a16:creationId xmlns:a16="http://schemas.microsoft.com/office/drawing/2014/main" id="{CCD220C7-62C2-0C1B-3FDD-D380C3501600}"/>
              </a:ext>
            </a:extLst>
          </p:cNvPr>
          <p:cNvSpPr txBox="1"/>
          <p:nvPr/>
        </p:nvSpPr>
        <p:spPr>
          <a:xfrm>
            <a:off x="1734784" y="4517627"/>
            <a:ext cx="1382270" cy="542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lang="zh-CN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单击此处输入您的正文。文字是您思想的提炼，请尽量言简意赅的阐述观点。</a:t>
            </a:r>
            <a:endParaRPr lang="en-US" altLang="zh-CN" sz="8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lt"/>
            </a:endParaRPr>
          </a:p>
        </p:txBody>
      </p:sp>
      <p:sp>
        <p:nvSpPr>
          <p:cNvPr id="71" name="TextBox 184">
            <a:extLst>
              <a:ext uri="{FF2B5EF4-FFF2-40B4-BE49-F238E27FC236}">
                <a16:creationId xmlns:a16="http://schemas.microsoft.com/office/drawing/2014/main" id="{AAC3FED0-62F3-3326-AA32-DC157CE14D90}"/>
              </a:ext>
            </a:extLst>
          </p:cNvPr>
          <p:cNvSpPr txBox="1"/>
          <p:nvPr/>
        </p:nvSpPr>
        <p:spPr>
          <a:xfrm>
            <a:off x="1734784" y="5449159"/>
            <a:ext cx="1382270" cy="542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lang="zh-CN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单击此处输入您的正文。文字是您思想的提炼，请尽量言简意赅的阐述观点。</a:t>
            </a:r>
            <a:endParaRPr lang="en-US" altLang="zh-CN" sz="8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05870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2BB7C-5065-26E3-2CEF-4751FB37A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B75575-C5C7-116A-6355-6153FFD48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思源黑体 CN Regular" panose="020B0500000000000000" pitchFamily="34" charset="-122"/>
              </a:rPr>
              <a:t>2.2 </a:t>
            </a:r>
            <a:r>
              <a:rPr lang="zh-CN" altLang="en-US" dirty="0">
                <a:cs typeface="+mn-ea"/>
                <a:sym typeface="思源黑体 CN Regular" panose="020B0500000000000000" pitchFamily="34" charset="-122"/>
              </a:rPr>
              <a:t>架构图</a:t>
            </a:r>
            <a:r>
              <a:rPr lang="en-US" altLang="zh-CN" dirty="0">
                <a:cs typeface="+mn-ea"/>
                <a:sym typeface="思源黑体 CN Regular" panose="020B0500000000000000" pitchFamily="34" charset="-122"/>
              </a:rPr>
              <a:t>+</a:t>
            </a:r>
            <a:r>
              <a:rPr lang="zh-CN" altLang="en-US" dirty="0">
                <a:cs typeface="+mn-ea"/>
                <a:sym typeface="思源黑体 CN Regular" panose="020B0500000000000000" pitchFamily="34" charset="-122"/>
              </a:rPr>
              <a:t>内容</a:t>
            </a:r>
            <a:r>
              <a:rPr lang="en-US" altLang="zh-CN" dirty="0">
                <a:cs typeface="+mn-ea"/>
                <a:sym typeface="思源黑体 CN Regular" panose="020B0500000000000000" pitchFamily="34" charset="-122"/>
              </a:rPr>
              <a:t>2</a:t>
            </a:r>
            <a:endParaRPr lang="zh-CN" altLang="en-US" dirty="0"/>
          </a:p>
        </p:txBody>
      </p:sp>
      <p:sp>
        <p:nvSpPr>
          <p:cNvPr id="24" name="圆角矩形 222">
            <a:extLst>
              <a:ext uri="{FF2B5EF4-FFF2-40B4-BE49-F238E27FC236}">
                <a16:creationId xmlns:a16="http://schemas.microsoft.com/office/drawing/2014/main" id="{D2919CDB-2550-AAF4-CEB5-5D8FCC07391E}"/>
              </a:ext>
            </a:extLst>
          </p:cNvPr>
          <p:cNvSpPr/>
          <p:nvPr/>
        </p:nvSpPr>
        <p:spPr>
          <a:xfrm>
            <a:off x="9919056" y="1203261"/>
            <a:ext cx="1282010" cy="4829020"/>
          </a:xfrm>
          <a:prstGeom prst="roundRect">
            <a:avLst>
              <a:gd name="adj" fmla="val 2367"/>
            </a:avLst>
          </a:prstGeom>
          <a:solidFill>
            <a:schemeClr val="accent2">
              <a:alpha val="18000"/>
            </a:schemeClr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rgbClr val="226CAE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D1611E1A-0E1C-45DD-ED53-3899A068754B}"/>
              </a:ext>
            </a:extLst>
          </p:cNvPr>
          <p:cNvSpPr/>
          <p:nvPr/>
        </p:nvSpPr>
        <p:spPr>
          <a:xfrm>
            <a:off x="9909590" y="3096532"/>
            <a:ext cx="309176" cy="1042477"/>
          </a:xfrm>
          <a:prstGeom prst="roundRect">
            <a:avLst>
              <a:gd name="adj" fmla="val 1260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8" name="圆角矩形 324">
            <a:extLst>
              <a:ext uri="{FF2B5EF4-FFF2-40B4-BE49-F238E27FC236}">
                <a16:creationId xmlns:a16="http://schemas.microsoft.com/office/drawing/2014/main" id="{185377C0-22FF-A32F-8DE1-C3CBF80A56D8}"/>
              </a:ext>
            </a:extLst>
          </p:cNvPr>
          <p:cNvSpPr/>
          <p:nvPr/>
        </p:nvSpPr>
        <p:spPr>
          <a:xfrm>
            <a:off x="5198368" y="1203263"/>
            <a:ext cx="4579855" cy="1230927"/>
          </a:xfrm>
          <a:prstGeom prst="roundRect">
            <a:avLst>
              <a:gd name="adj" fmla="val 3352"/>
            </a:avLst>
          </a:pr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33" tIns="34267" rIns="68533" bIns="34267" anchor="ctr"/>
          <a:lstStyle/>
          <a:p>
            <a:pPr algn="ctr" defTabSz="771525"/>
            <a:endParaRPr lang="zh-CN" altLang="en-US">
              <a:solidFill>
                <a:schemeClr val="l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2CC0742-2B3D-7BA4-4DFA-8146B6ECF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7244" y="1875835"/>
            <a:ext cx="325240" cy="326523"/>
          </a:xfrm>
          <a:prstGeom prst="ellipse">
            <a:avLst/>
          </a:prstGeom>
          <a:solidFill>
            <a:schemeClr val="accent1"/>
          </a:solidFill>
          <a:ln w="12700">
            <a:noFill/>
            <a:bevel/>
          </a:ln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 dirty="0">
              <a:solidFill>
                <a:srgbClr val="262626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右箭头 5">
            <a:extLst>
              <a:ext uri="{FF2B5EF4-FFF2-40B4-BE49-F238E27FC236}">
                <a16:creationId xmlns:a16="http://schemas.microsoft.com/office/drawing/2014/main" id="{16B0CEA4-4BEC-C593-FD0A-E8E55B67DC5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07416" y="2565500"/>
            <a:ext cx="244893" cy="81310"/>
          </a:xfrm>
          <a:prstGeom prst="rightArrow">
            <a:avLst>
              <a:gd name="adj1" fmla="val 50000"/>
              <a:gd name="adj2" fmla="val 72224"/>
            </a:avLst>
          </a:prstGeom>
          <a:solidFill>
            <a:schemeClr val="accent1"/>
          </a:solidFill>
          <a:ln>
            <a:noFill/>
          </a:ln>
        </p:spPr>
        <p:txBody>
          <a:bodyPr lIns="68580" tIns="34290" rIns="68580" bIns="34290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 dirty="0">
              <a:solidFill>
                <a:srgbClr val="262626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形 54" descr="计算机">
            <a:extLst>
              <a:ext uri="{FF2B5EF4-FFF2-40B4-BE49-F238E27FC236}">
                <a16:creationId xmlns:a16="http://schemas.microsoft.com/office/drawing/2014/main" id="{746D4157-17FB-6222-D702-55544CDF4B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918" y="1948707"/>
            <a:ext cx="197891" cy="198671"/>
          </a:xfrm>
          <a:prstGeom prst="rect">
            <a:avLst/>
          </a:prstGeom>
          <a:noFill/>
        </p:spPr>
      </p:pic>
      <p:sp>
        <p:nvSpPr>
          <p:cNvPr id="6" name="TextBox 31">
            <a:extLst>
              <a:ext uri="{FF2B5EF4-FFF2-40B4-BE49-F238E27FC236}">
                <a16:creationId xmlns:a16="http://schemas.microsoft.com/office/drawing/2014/main" id="{43A7EC15-900E-4C1F-CD3F-F0F6E3573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754" y="2202355"/>
            <a:ext cx="1304219" cy="231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标题内容</a:t>
            </a:r>
          </a:p>
        </p:txBody>
      </p:sp>
      <p:sp>
        <p:nvSpPr>
          <p:cNvPr id="7" name="TextBox 184">
            <a:extLst>
              <a:ext uri="{FF2B5EF4-FFF2-40B4-BE49-F238E27FC236}">
                <a16:creationId xmlns:a16="http://schemas.microsoft.com/office/drawing/2014/main" id="{CC48DCAC-6473-F487-4621-332EFAA6DC66}"/>
              </a:ext>
            </a:extLst>
          </p:cNvPr>
          <p:cNvSpPr txBox="1"/>
          <p:nvPr/>
        </p:nvSpPr>
        <p:spPr>
          <a:xfrm>
            <a:off x="1734784" y="1946928"/>
            <a:ext cx="1382270" cy="542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lang="zh-CN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单击此处输入您的正文。文字是您思想的提炼，请尽量言简意赅的阐述观点。</a:t>
            </a:r>
            <a:endParaRPr lang="en-US" altLang="zh-CN" sz="8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14170C4-C6CB-3C43-3CCD-C0DF274BC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7244" y="2780534"/>
            <a:ext cx="325240" cy="326523"/>
          </a:xfrm>
          <a:prstGeom prst="ellipse">
            <a:avLst/>
          </a:prstGeom>
          <a:solidFill>
            <a:schemeClr val="accent2"/>
          </a:solidFill>
          <a:ln w="12700">
            <a:noFill/>
            <a:bevel/>
          </a:ln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262626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9" name="图形 54" descr="计算机">
            <a:extLst>
              <a:ext uri="{FF2B5EF4-FFF2-40B4-BE49-F238E27FC236}">
                <a16:creationId xmlns:a16="http://schemas.microsoft.com/office/drawing/2014/main" id="{07DE4A6D-647F-EBA6-E3A0-8EF6704906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918" y="2853404"/>
            <a:ext cx="197891" cy="198671"/>
          </a:xfrm>
          <a:prstGeom prst="rect">
            <a:avLst/>
          </a:prstGeom>
          <a:noFill/>
        </p:spPr>
      </p:pic>
      <p:sp>
        <p:nvSpPr>
          <p:cNvPr id="10" name="TextBox 31">
            <a:extLst>
              <a:ext uri="{FF2B5EF4-FFF2-40B4-BE49-F238E27FC236}">
                <a16:creationId xmlns:a16="http://schemas.microsoft.com/office/drawing/2014/main" id="{91C0467F-5586-2CCD-60B4-80D3F7A79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754" y="3107056"/>
            <a:ext cx="1304219" cy="231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标题内容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BE42903-C066-3411-54F8-05CCAA064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7244" y="3676724"/>
            <a:ext cx="325240" cy="326523"/>
          </a:xfrm>
          <a:prstGeom prst="ellipse">
            <a:avLst/>
          </a:prstGeom>
          <a:solidFill>
            <a:schemeClr val="accent4"/>
          </a:solidFill>
          <a:ln w="12700">
            <a:noFill/>
            <a:bevel/>
          </a:ln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262626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2" name="图形 54" descr="计算机">
            <a:extLst>
              <a:ext uri="{FF2B5EF4-FFF2-40B4-BE49-F238E27FC236}">
                <a16:creationId xmlns:a16="http://schemas.microsoft.com/office/drawing/2014/main" id="{4A48736B-E18C-F8FC-35BD-720B70AC14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918" y="3749594"/>
            <a:ext cx="197891" cy="198671"/>
          </a:xfrm>
          <a:prstGeom prst="rect">
            <a:avLst/>
          </a:prstGeom>
          <a:noFill/>
        </p:spPr>
      </p:pic>
      <p:sp>
        <p:nvSpPr>
          <p:cNvPr id="13" name="TextBox 31">
            <a:extLst>
              <a:ext uri="{FF2B5EF4-FFF2-40B4-BE49-F238E27FC236}">
                <a16:creationId xmlns:a16="http://schemas.microsoft.com/office/drawing/2014/main" id="{767EFD73-071D-6F4D-C982-41A902B9CD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754" y="4003247"/>
            <a:ext cx="1304219" cy="231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标题内容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790709C-C104-765F-BDA1-426B059CD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7244" y="4588605"/>
            <a:ext cx="325240" cy="326523"/>
          </a:xfrm>
          <a:prstGeom prst="ellipse">
            <a:avLst/>
          </a:prstGeom>
          <a:solidFill>
            <a:schemeClr val="accent3"/>
          </a:solidFill>
          <a:ln w="12700">
            <a:noFill/>
            <a:bevel/>
          </a:ln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262626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5" name="图形 54" descr="计算机">
            <a:extLst>
              <a:ext uri="{FF2B5EF4-FFF2-40B4-BE49-F238E27FC236}">
                <a16:creationId xmlns:a16="http://schemas.microsoft.com/office/drawing/2014/main" id="{0DA57235-DA3F-E85F-2DE9-C7B69434CF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918" y="4661474"/>
            <a:ext cx="197891" cy="198671"/>
          </a:xfrm>
          <a:prstGeom prst="rect">
            <a:avLst/>
          </a:prstGeom>
          <a:noFill/>
        </p:spPr>
      </p:pic>
      <p:sp>
        <p:nvSpPr>
          <p:cNvPr id="16" name="TextBox 31">
            <a:extLst>
              <a:ext uri="{FF2B5EF4-FFF2-40B4-BE49-F238E27FC236}">
                <a16:creationId xmlns:a16="http://schemas.microsoft.com/office/drawing/2014/main" id="{E3488ABF-EB4F-6745-8229-99B467E7CA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754" y="4915126"/>
            <a:ext cx="1304219" cy="231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标题内容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9FD3F98-CBD1-7CF4-5D18-DBFF50DF7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7244" y="5539498"/>
            <a:ext cx="325240" cy="326523"/>
          </a:xfrm>
          <a:prstGeom prst="ellipse">
            <a:avLst/>
          </a:prstGeom>
          <a:solidFill>
            <a:schemeClr val="accent6"/>
          </a:solidFill>
          <a:ln w="12700">
            <a:noFill/>
            <a:bevel/>
          </a:ln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262626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8" name="图形 54" descr="计算机">
            <a:extLst>
              <a:ext uri="{FF2B5EF4-FFF2-40B4-BE49-F238E27FC236}">
                <a16:creationId xmlns:a16="http://schemas.microsoft.com/office/drawing/2014/main" id="{C7D70442-123D-496A-1BDE-B98C77C190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918" y="5612368"/>
            <a:ext cx="197891" cy="198671"/>
          </a:xfrm>
          <a:prstGeom prst="rect">
            <a:avLst/>
          </a:prstGeom>
          <a:noFill/>
        </p:spPr>
      </p:pic>
      <p:sp>
        <p:nvSpPr>
          <p:cNvPr id="19" name="TextBox 31">
            <a:extLst>
              <a:ext uri="{FF2B5EF4-FFF2-40B4-BE49-F238E27FC236}">
                <a16:creationId xmlns:a16="http://schemas.microsoft.com/office/drawing/2014/main" id="{6B987450-06E5-7434-6B32-7D3C0E2FC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754" y="5866019"/>
            <a:ext cx="1304219" cy="231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标题内容</a:t>
            </a:r>
          </a:p>
        </p:txBody>
      </p:sp>
      <p:sp>
        <p:nvSpPr>
          <p:cNvPr id="20" name="右箭头 5">
            <a:extLst>
              <a:ext uri="{FF2B5EF4-FFF2-40B4-BE49-F238E27FC236}">
                <a16:creationId xmlns:a16="http://schemas.microsoft.com/office/drawing/2014/main" id="{25ACA753-90D1-2140-EA78-4761D970A01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07416" y="3468450"/>
            <a:ext cx="244893" cy="81310"/>
          </a:xfrm>
          <a:prstGeom prst="rightArrow">
            <a:avLst>
              <a:gd name="adj1" fmla="val 50000"/>
              <a:gd name="adj2" fmla="val 72224"/>
            </a:avLst>
          </a:prstGeom>
          <a:solidFill>
            <a:schemeClr val="accent1"/>
          </a:solidFill>
          <a:ln>
            <a:noFill/>
          </a:ln>
        </p:spPr>
        <p:txBody>
          <a:bodyPr lIns="68580" tIns="34290" rIns="68580" bIns="34290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 dirty="0">
              <a:solidFill>
                <a:srgbClr val="262626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" name="右箭头 5">
            <a:extLst>
              <a:ext uri="{FF2B5EF4-FFF2-40B4-BE49-F238E27FC236}">
                <a16:creationId xmlns:a16="http://schemas.microsoft.com/office/drawing/2014/main" id="{E627D63E-5ABD-AD26-178F-A38042B7E49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07416" y="4380331"/>
            <a:ext cx="244893" cy="81310"/>
          </a:xfrm>
          <a:prstGeom prst="rightArrow">
            <a:avLst>
              <a:gd name="adj1" fmla="val 50000"/>
              <a:gd name="adj2" fmla="val 72224"/>
            </a:avLst>
          </a:prstGeom>
          <a:solidFill>
            <a:schemeClr val="accent1"/>
          </a:solidFill>
          <a:ln>
            <a:noFill/>
          </a:ln>
        </p:spPr>
        <p:txBody>
          <a:bodyPr lIns="68580" tIns="34290" rIns="68580" bIns="34290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 dirty="0">
              <a:solidFill>
                <a:srgbClr val="262626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" name="右箭头 5">
            <a:extLst>
              <a:ext uri="{FF2B5EF4-FFF2-40B4-BE49-F238E27FC236}">
                <a16:creationId xmlns:a16="http://schemas.microsoft.com/office/drawing/2014/main" id="{5A14234D-8A33-6420-54DE-E4F74E08C16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07416" y="5278268"/>
            <a:ext cx="244893" cy="81310"/>
          </a:xfrm>
          <a:prstGeom prst="rightArrow">
            <a:avLst>
              <a:gd name="adj1" fmla="val 50000"/>
              <a:gd name="adj2" fmla="val 72224"/>
            </a:avLst>
          </a:prstGeom>
          <a:solidFill>
            <a:schemeClr val="accent1"/>
          </a:solidFill>
          <a:ln>
            <a:noFill/>
          </a:ln>
        </p:spPr>
        <p:txBody>
          <a:bodyPr lIns="68580" tIns="34290" rIns="68580" bIns="34290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 dirty="0">
              <a:solidFill>
                <a:srgbClr val="262626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" name="TextBox 206">
            <a:extLst>
              <a:ext uri="{FF2B5EF4-FFF2-40B4-BE49-F238E27FC236}">
                <a16:creationId xmlns:a16="http://schemas.microsoft.com/office/drawing/2014/main" id="{D47EE57D-FA3E-B1C0-80DC-4A78BB647FD4}"/>
              </a:ext>
            </a:extLst>
          </p:cNvPr>
          <p:cNvSpPr txBox="1"/>
          <p:nvPr/>
        </p:nvSpPr>
        <p:spPr>
          <a:xfrm>
            <a:off x="951025" y="1315477"/>
            <a:ext cx="2114059" cy="340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400" dirty="0">
                <a:solidFill>
                  <a:schemeClr val="tx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标题内容标题内容</a:t>
            </a:r>
          </a:p>
        </p:txBody>
      </p:sp>
      <p:sp>
        <p:nvSpPr>
          <p:cNvPr id="29" name="圆角矩形 224">
            <a:extLst>
              <a:ext uri="{FF2B5EF4-FFF2-40B4-BE49-F238E27FC236}">
                <a16:creationId xmlns:a16="http://schemas.microsoft.com/office/drawing/2014/main" id="{1AF2F585-86EC-5789-0457-B1628F32C7AB}"/>
              </a:ext>
            </a:extLst>
          </p:cNvPr>
          <p:cNvSpPr/>
          <p:nvPr/>
        </p:nvSpPr>
        <p:spPr>
          <a:xfrm>
            <a:off x="10081386" y="1701112"/>
            <a:ext cx="948111" cy="269911"/>
          </a:xfrm>
          <a:prstGeom prst="roundRect">
            <a:avLst>
              <a:gd name="adj" fmla="val 10929"/>
            </a:avLst>
          </a:prstGeom>
          <a:solidFill>
            <a:schemeClr val="accent2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32" name="TextBox 228">
            <a:extLst>
              <a:ext uri="{FF2B5EF4-FFF2-40B4-BE49-F238E27FC236}">
                <a16:creationId xmlns:a16="http://schemas.microsoft.com/office/drawing/2014/main" id="{9EEEBDA5-6EEF-E820-AF89-03B7E1826FE2}"/>
              </a:ext>
            </a:extLst>
          </p:cNvPr>
          <p:cNvSpPr txBox="1"/>
          <p:nvPr/>
        </p:nvSpPr>
        <p:spPr>
          <a:xfrm>
            <a:off x="10170275" y="1318621"/>
            <a:ext cx="773463" cy="318992"/>
          </a:xfrm>
          <a:prstGeom prst="roundRect">
            <a:avLst/>
          </a:prstGeom>
          <a:noFill/>
        </p:spPr>
        <p:txBody>
          <a:bodyPr wrap="square" tIns="28800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小标题</a:t>
            </a:r>
          </a:p>
        </p:txBody>
      </p:sp>
      <p:sp>
        <p:nvSpPr>
          <p:cNvPr id="37" name="圆角矩形 277">
            <a:extLst>
              <a:ext uri="{FF2B5EF4-FFF2-40B4-BE49-F238E27FC236}">
                <a16:creationId xmlns:a16="http://schemas.microsoft.com/office/drawing/2014/main" id="{52E8E1CF-DA7D-76D2-8400-8D9798A3E78B}"/>
              </a:ext>
            </a:extLst>
          </p:cNvPr>
          <p:cNvSpPr/>
          <p:nvPr/>
        </p:nvSpPr>
        <p:spPr>
          <a:xfrm>
            <a:off x="5198368" y="4689261"/>
            <a:ext cx="4579855" cy="1343021"/>
          </a:xfrm>
          <a:prstGeom prst="roundRect">
            <a:avLst>
              <a:gd name="adj" fmla="val 3352"/>
            </a:avLst>
          </a:prstGeom>
          <a:solidFill>
            <a:schemeClr val="accent5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33" tIns="34267" rIns="68533" bIns="34267" anchor="ctr"/>
          <a:lstStyle/>
          <a:p>
            <a:pPr algn="ctr" defTabSz="771525"/>
            <a:endParaRPr lang="zh-CN" altLang="en-US">
              <a:solidFill>
                <a:schemeClr val="l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lt"/>
            </a:endParaRPr>
          </a:p>
        </p:txBody>
      </p:sp>
      <p:sp>
        <p:nvSpPr>
          <p:cNvPr id="39" name="圆角矩形 279">
            <a:extLst>
              <a:ext uri="{FF2B5EF4-FFF2-40B4-BE49-F238E27FC236}">
                <a16:creationId xmlns:a16="http://schemas.microsoft.com/office/drawing/2014/main" id="{1E53FE37-76E4-1C79-CD61-BE220F2371DC}"/>
              </a:ext>
            </a:extLst>
          </p:cNvPr>
          <p:cNvSpPr/>
          <p:nvPr/>
        </p:nvSpPr>
        <p:spPr>
          <a:xfrm>
            <a:off x="5984812" y="4829685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41" name="圆角矩形 288">
            <a:extLst>
              <a:ext uri="{FF2B5EF4-FFF2-40B4-BE49-F238E27FC236}">
                <a16:creationId xmlns:a16="http://schemas.microsoft.com/office/drawing/2014/main" id="{5E6B3E27-C257-BBE1-CE47-97E04F41CF96}"/>
              </a:ext>
            </a:extLst>
          </p:cNvPr>
          <p:cNvSpPr/>
          <p:nvPr/>
        </p:nvSpPr>
        <p:spPr>
          <a:xfrm>
            <a:off x="5198368" y="2582534"/>
            <a:ext cx="4579855" cy="1955096"/>
          </a:xfrm>
          <a:prstGeom prst="roundRect">
            <a:avLst>
              <a:gd name="adj" fmla="val 2224"/>
            </a:avLst>
          </a:prstGeom>
          <a:solidFill>
            <a:schemeClr val="accent3">
              <a:alpha val="12000"/>
            </a:schemeClr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226CAE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43" name="圆角矩形 319">
            <a:extLst>
              <a:ext uri="{FF2B5EF4-FFF2-40B4-BE49-F238E27FC236}">
                <a16:creationId xmlns:a16="http://schemas.microsoft.com/office/drawing/2014/main" id="{7CCF405F-907E-9F6E-C181-756A58F00CB6}"/>
              </a:ext>
            </a:extLst>
          </p:cNvPr>
          <p:cNvSpPr/>
          <p:nvPr/>
        </p:nvSpPr>
        <p:spPr>
          <a:xfrm>
            <a:off x="5994637" y="2976297"/>
            <a:ext cx="777711" cy="269911"/>
          </a:xfrm>
          <a:prstGeom prst="roundRect">
            <a:avLst>
              <a:gd name="adj" fmla="val 10929"/>
            </a:avLst>
          </a:prstGeom>
          <a:solidFill>
            <a:schemeClr val="accent3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49" name="文本框 127">
            <a:extLst>
              <a:ext uri="{FF2B5EF4-FFF2-40B4-BE49-F238E27FC236}">
                <a16:creationId xmlns:a16="http://schemas.microsoft.com/office/drawing/2014/main" id="{9DBDD2F5-637E-DC24-6111-90A2A9D6D305}"/>
              </a:ext>
            </a:extLst>
          </p:cNvPr>
          <p:cNvSpPr txBox="1"/>
          <p:nvPr/>
        </p:nvSpPr>
        <p:spPr>
          <a:xfrm>
            <a:off x="5320652" y="1565995"/>
            <a:ext cx="464078" cy="51315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标题内容</a:t>
            </a:r>
          </a:p>
        </p:txBody>
      </p:sp>
      <p:sp>
        <p:nvSpPr>
          <p:cNvPr id="50" name="圆角矩形 326">
            <a:extLst>
              <a:ext uri="{FF2B5EF4-FFF2-40B4-BE49-F238E27FC236}">
                <a16:creationId xmlns:a16="http://schemas.microsoft.com/office/drawing/2014/main" id="{491961B0-345F-F157-9389-9EDFBF0DE164}"/>
              </a:ext>
            </a:extLst>
          </p:cNvPr>
          <p:cNvSpPr/>
          <p:nvPr/>
        </p:nvSpPr>
        <p:spPr>
          <a:xfrm>
            <a:off x="5994637" y="1297950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accent4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71323" tIns="35662" rIns="71323" bIns="35662" anchor="ctr"/>
          <a:lstStyle/>
          <a:p>
            <a:pPr algn="ctr" defTabSz="713105"/>
            <a:r>
              <a:rPr lang="zh-CN" altLang="en-US" sz="1000" kern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51" name="圆角矩形 327">
            <a:extLst>
              <a:ext uri="{FF2B5EF4-FFF2-40B4-BE49-F238E27FC236}">
                <a16:creationId xmlns:a16="http://schemas.microsoft.com/office/drawing/2014/main" id="{30833419-E4D8-5A57-A3C0-79FAA08AD637}"/>
              </a:ext>
            </a:extLst>
          </p:cNvPr>
          <p:cNvSpPr/>
          <p:nvPr/>
        </p:nvSpPr>
        <p:spPr>
          <a:xfrm>
            <a:off x="7238338" y="1297950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accent4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71323" tIns="35662" rIns="71323" bIns="35662" anchor="ctr"/>
          <a:lstStyle/>
          <a:p>
            <a:pPr algn="ctr" defTabSz="713105"/>
            <a:r>
              <a:rPr lang="zh-CN" altLang="en-US" sz="1000" kern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52" name="圆角矩形 328">
            <a:extLst>
              <a:ext uri="{FF2B5EF4-FFF2-40B4-BE49-F238E27FC236}">
                <a16:creationId xmlns:a16="http://schemas.microsoft.com/office/drawing/2014/main" id="{30FC9547-1A90-C296-DFCA-1FA8B655B454}"/>
              </a:ext>
            </a:extLst>
          </p:cNvPr>
          <p:cNvSpPr/>
          <p:nvPr/>
        </p:nvSpPr>
        <p:spPr>
          <a:xfrm>
            <a:off x="8482038" y="1297950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accent4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71323" tIns="35662" rIns="71323" bIns="35662" anchor="ctr"/>
          <a:lstStyle/>
          <a:p>
            <a:pPr algn="ctr" defTabSz="713105"/>
            <a:r>
              <a:rPr lang="zh-CN" altLang="en-US" sz="1000" kern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53" name="圆角矩形 329">
            <a:extLst>
              <a:ext uri="{FF2B5EF4-FFF2-40B4-BE49-F238E27FC236}">
                <a16:creationId xmlns:a16="http://schemas.microsoft.com/office/drawing/2014/main" id="{0FD70C65-CDA0-96AE-7132-F7721012434E}"/>
              </a:ext>
            </a:extLst>
          </p:cNvPr>
          <p:cNvSpPr/>
          <p:nvPr/>
        </p:nvSpPr>
        <p:spPr>
          <a:xfrm>
            <a:off x="5994637" y="1681152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accent4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71323" tIns="35662" rIns="71323" bIns="35662" anchor="ctr"/>
          <a:lstStyle/>
          <a:p>
            <a:pPr algn="ctr" defTabSz="713105"/>
            <a:r>
              <a:rPr lang="zh-CN" altLang="en-US" sz="1000" kern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54" name="圆角矩形 330">
            <a:extLst>
              <a:ext uri="{FF2B5EF4-FFF2-40B4-BE49-F238E27FC236}">
                <a16:creationId xmlns:a16="http://schemas.microsoft.com/office/drawing/2014/main" id="{A7177A70-0113-F283-0AFF-94E808507374}"/>
              </a:ext>
            </a:extLst>
          </p:cNvPr>
          <p:cNvSpPr/>
          <p:nvPr/>
        </p:nvSpPr>
        <p:spPr>
          <a:xfrm>
            <a:off x="7238338" y="1676698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accent4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71323" tIns="35662" rIns="71323" bIns="35662" anchor="ctr"/>
          <a:lstStyle/>
          <a:p>
            <a:pPr algn="ctr" defTabSz="713105"/>
            <a:r>
              <a:rPr lang="zh-CN" altLang="en-US" sz="1000" kern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55" name="圆角矩形 331">
            <a:extLst>
              <a:ext uri="{FF2B5EF4-FFF2-40B4-BE49-F238E27FC236}">
                <a16:creationId xmlns:a16="http://schemas.microsoft.com/office/drawing/2014/main" id="{D2240FFF-B279-EC54-650E-AD8D87904EC3}"/>
              </a:ext>
            </a:extLst>
          </p:cNvPr>
          <p:cNvSpPr/>
          <p:nvPr/>
        </p:nvSpPr>
        <p:spPr>
          <a:xfrm>
            <a:off x="8482038" y="1681152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accent4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71323" tIns="35662" rIns="71323" bIns="35662" anchor="ctr"/>
          <a:lstStyle/>
          <a:p>
            <a:pPr algn="ctr" defTabSz="713105"/>
            <a:r>
              <a:rPr lang="zh-CN" altLang="en-US" sz="1000" kern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56" name="圆角矩形 332">
            <a:extLst>
              <a:ext uri="{FF2B5EF4-FFF2-40B4-BE49-F238E27FC236}">
                <a16:creationId xmlns:a16="http://schemas.microsoft.com/office/drawing/2014/main" id="{3B261171-C8E2-49FB-B4C0-A5933CD1E0AA}"/>
              </a:ext>
            </a:extLst>
          </p:cNvPr>
          <p:cNvSpPr/>
          <p:nvPr/>
        </p:nvSpPr>
        <p:spPr>
          <a:xfrm>
            <a:off x="5994637" y="2055443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accent4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71323" tIns="35662" rIns="71323" bIns="35662" anchor="ctr"/>
          <a:lstStyle/>
          <a:p>
            <a:pPr algn="ctr" defTabSz="713105"/>
            <a:r>
              <a:rPr lang="zh-CN" altLang="en-US" sz="1000" kern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57" name="圆角矩形 333">
            <a:extLst>
              <a:ext uri="{FF2B5EF4-FFF2-40B4-BE49-F238E27FC236}">
                <a16:creationId xmlns:a16="http://schemas.microsoft.com/office/drawing/2014/main" id="{FEBA3139-F481-3333-FCA3-4808CA6F2BF9}"/>
              </a:ext>
            </a:extLst>
          </p:cNvPr>
          <p:cNvSpPr/>
          <p:nvPr/>
        </p:nvSpPr>
        <p:spPr>
          <a:xfrm>
            <a:off x="7238338" y="2059899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accent4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71323" tIns="35662" rIns="71323" bIns="35662" anchor="ctr"/>
          <a:lstStyle/>
          <a:p>
            <a:pPr algn="ctr" defTabSz="713105"/>
            <a:r>
              <a:rPr lang="zh-CN" altLang="en-US" sz="1000" kern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58" name="圆角矩形 334">
            <a:extLst>
              <a:ext uri="{FF2B5EF4-FFF2-40B4-BE49-F238E27FC236}">
                <a16:creationId xmlns:a16="http://schemas.microsoft.com/office/drawing/2014/main" id="{D34FCA33-638F-FA36-EBCF-087E59568A29}"/>
              </a:ext>
            </a:extLst>
          </p:cNvPr>
          <p:cNvSpPr/>
          <p:nvPr/>
        </p:nvSpPr>
        <p:spPr>
          <a:xfrm>
            <a:off x="8482038" y="2059899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accent4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71323" tIns="35662" rIns="71323" bIns="35662" anchor="ctr"/>
          <a:lstStyle/>
          <a:p>
            <a:pPr algn="ctr" defTabSz="713105"/>
            <a:r>
              <a:rPr lang="zh-CN" altLang="en-US" sz="1000" kern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59" name="圆角矩形 335">
            <a:extLst>
              <a:ext uri="{FF2B5EF4-FFF2-40B4-BE49-F238E27FC236}">
                <a16:creationId xmlns:a16="http://schemas.microsoft.com/office/drawing/2014/main" id="{E4AA62FD-3C79-4569-52D3-5F277CD59330}"/>
              </a:ext>
            </a:extLst>
          </p:cNvPr>
          <p:cNvSpPr/>
          <p:nvPr/>
        </p:nvSpPr>
        <p:spPr>
          <a:xfrm>
            <a:off x="3506084" y="1217042"/>
            <a:ext cx="1555423" cy="4829020"/>
          </a:xfrm>
          <a:prstGeom prst="roundRect">
            <a:avLst>
              <a:gd name="adj" fmla="val 3352"/>
            </a:avLst>
          </a:prstGeom>
          <a:solidFill>
            <a:schemeClr val="accent1">
              <a:alpha val="14000"/>
            </a:schemeClr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226CAE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60" name="文本框 127">
            <a:extLst>
              <a:ext uri="{FF2B5EF4-FFF2-40B4-BE49-F238E27FC236}">
                <a16:creationId xmlns:a16="http://schemas.microsoft.com/office/drawing/2014/main" id="{47C50F1E-568F-B9FF-31C5-7331E744BD26}"/>
              </a:ext>
            </a:extLst>
          </p:cNvPr>
          <p:cNvSpPr txBox="1"/>
          <p:nvPr/>
        </p:nvSpPr>
        <p:spPr>
          <a:xfrm>
            <a:off x="3678909" y="1315262"/>
            <a:ext cx="1209773" cy="280928"/>
          </a:xfrm>
          <a:prstGeom prst="roundRect">
            <a:avLst/>
          </a:prstGeom>
          <a:noFill/>
          <a:ln>
            <a:noFill/>
          </a:ln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标题内容</a:t>
            </a:r>
          </a:p>
        </p:txBody>
      </p:sp>
      <p:sp>
        <p:nvSpPr>
          <p:cNvPr id="61" name="圆角矩形 337">
            <a:extLst>
              <a:ext uri="{FF2B5EF4-FFF2-40B4-BE49-F238E27FC236}">
                <a16:creationId xmlns:a16="http://schemas.microsoft.com/office/drawing/2014/main" id="{AC819CA5-8BF7-8546-59BB-6E5F4A362EB6}"/>
              </a:ext>
            </a:extLst>
          </p:cNvPr>
          <p:cNvSpPr/>
          <p:nvPr/>
        </p:nvSpPr>
        <p:spPr>
          <a:xfrm>
            <a:off x="3678910" y="1689330"/>
            <a:ext cx="1209773" cy="269911"/>
          </a:xfrm>
          <a:prstGeom prst="roundRect">
            <a:avLst>
              <a:gd name="adj" fmla="val 10929"/>
            </a:avLst>
          </a:prstGeom>
          <a:solidFill>
            <a:schemeClr val="accent1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416771C1-7332-56CA-8B22-2522A533FD15}"/>
              </a:ext>
            </a:extLst>
          </p:cNvPr>
          <p:cNvSpPr/>
          <p:nvPr/>
        </p:nvSpPr>
        <p:spPr>
          <a:xfrm>
            <a:off x="913872" y="1305667"/>
            <a:ext cx="2211900" cy="370493"/>
          </a:xfrm>
          <a:prstGeom prst="roundRect">
            <a:avLst/>
          </a:prstGeom>
          <a:noFill/>
          <a:ln w="158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5" name="TextBox 184">
            <a:extLst>
              <a:ext uri="{FF2B5EF4-FFF2-40B4-BE49-F238E27FC236}">
                <a16:creationId xmlns:a16="http://schemas.microsoft.com/office/drawing/2014/main" id="{1F45EBC6-1459-D49D-BBD9-19C5E75D3DC8}"/>
              </a:ext>
            </a:extLst>
          </p:cNvPr>
          <p:cNvSpPr txBox="1"/>
          <p:nvPr/>
        </p:nvSpPr>
        <p:spPr>
          <a:xfrm>
            <a:off x="1734784" y="2722921"/>
            <a:ext cx="1382270" cy="542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单击此处输入您的正文。文字是您思想的提炼，请尽量言简意赅的阐述观点。</a:t>
            </a:r>
            <a:endParaRPr lang="en-US" altLang="zh-CN" sz="8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lt"/>
            </a:endParaRPr>
          </a:p>
        </p:txBody>
      </p:sp>
      <p:sp>
        <p:nvSpPr>
          <p:cNvPr id="86" name="TextBox 184">
            <a:extLst>
              <a:ext uri="{FF2B5EF4-FFF2-40B4-BE49-F238E27FC236}">
                <a16:creationId xmlns:a16="http://schemas.microsoft.com/office/drawing/2014/main" id="{AD90557D-8F67-0CB5-301E-5B552A8EE989}"/>
              </a:ext>
            </a:extLst>
          </p:cNvPr>
          <p:cNvSpPr txBox="1"/>
          <p:nvPr/>
        </p:nvSpPr>
        <p:spPr>
          <a:xfrm>
            <a:off x="1734784" y="3625276"/>
            <a:ext cx="1382270" cy="542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lang="zh-CN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单击此处输入您的正文。文字是您思想的提炼，请尽量言简意赅的阐述观点。</a:t>
            </a:r>
            <a:endParaRPr lang="en-US" altLang="zh-CN" sz="8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lt"/>
            </a:endParaRPr>
          </a:p>
        </p:txBody>
      </p:sp>
      <p:sp>
        <p:nvSpPr>
          <p:cNvPr id="87" name="TextBox 184">
            <a:extLst>
              <a:ext uri="{FF2B5EF4-FFF2-40B4-BE49-F238E27FC236}">
                <a16:creationId xmlns:a16="http://schemas.microsoft.com/office/drawing/2014/main" id="{84B74D9E-C150-935A-8B0E-D17CD357FD25}"/>
              </a:ext>
            </a:extLst>
          </p:cNvPr>
          <p:cNvSpPr txBox="1"/>
          <p:nvPr/>
        </p:nvSpPr>
        <p:spPr>
          <a:xfrm>
            <a:off x="1734784" y="4517627"/>
            <a:ext cx="1382270" cy="542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lang="zh-CN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单击此处输入您的正文。文字是您思想的提炼，请尽量言简意赅的阐述观点。</a:t>
            </a:r>
            <a:endParaRPr lang="en-US" altLang="zh-CN" sz="8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lt"/>
            </a:endParaRPr>
          </a:p>
        </p:txBody>
      </p:sp>
      <p:sp>
        <p:nvSpPr>
          <p:cNvPr id="88" name="TextBox 184">
            <a:extLst>
              <a:ext uri="{FF2B5EF4-FFF2-40B4-BE49-F238E27FC236}">
                <a16:creationId xmlns:a16="http://schemas.microsoft.com/office/drawing/2014/main" id="{82C5377A-E954-C5D4-0F9A-08D27828CCD3}"/>
              </a:ext>
            </a:extLst>
          </p:cNvPr>
          <p:cNvSpPr txBox="1"/>
          <p:nvPr/>
        </p:nvSpPr>
        <p:spPr>
          <a:xfrm>
            <a:off x="1734784" y="5449159"/>
            <a:ext cx="1382270" cy="542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lang="zh-CN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单击此处输入您的正文。文字是您思想的提炼，请尽量言简意赅的阐述观点。</a:t>
            </a:r>
            <a:endParaRPr lang="en-US" altLang="zh-CN" sz="8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lt"/>
            </a:endParaRPr>
          </a:p>
        </p:txBody>
      </p:sp>
      <p:sp>
        <p:nvSpPr>
          <p:cNvPr id="110" name="文本框 127">
            <a:extLst>
              <a:ext uri="{FF2B5EF4-FFF2-40B4-BE49-F238E27FC236}">
                <a16:creationId xmlns:a16="http://schemas.microsoft.com/office/drawing/2014/main" id="{F7C5BE44-26C1-6FC9-BF3D-E0CBE317D2F4}"/>
              </a:ext>
            </a:extLst>
          </p:cNvPr>
          <p:cNvSpPr txBox="1"/>
          <p:nvPr/>
        </p:nvSpPr>
        <p:spPr>
          <a:xfrm>
            <a:off x="6883408" y="2647701"/>
            <a:ext cx="1209773" cy="280928"/>
          </a:xfrm>
          <a:prstGeom prst="roundRect">
            <a:avLst/>
          </a:prstGeom>
          <a:noFill/>
          <a:ln>
            <a:noFill/>
          </a:ln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标题内容</a:t>
            </a:r>
          </a:p>
        </p:txBody>
      </p: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7B047B7A-75F3-CEA7-D36F-D28F109E6E39}"/>
              </a:ext>
            </a:extLst>
          </p:cNvPr>
          <p:cNvSpPr/>
          <p:nvPr/>
        </p:nvSpPr>
        <p:spPr>
          <a:xfrm>
            <a:off x="5291275" y="4825511"/>
            <a:ext cx="538029" cy="1042477"/>
          </a:xfrm>
          <a:prstGeom prst="roundRect">
            <a:avLst>
              <a:gd name="adj" fmla="val 5832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2" name="文本框 127">
            <a:extLst>
              <a:ext uri="{FF2B5EF4-FFF2-40B4-BE49-F238E27FC236}">
                <a16:creationId xmlns:a16="http://schemas.microsoft.com/office/drawing/2014/main" id="{0583E692-385E-0514-01D6-74CD6C9CE8DE}"/>
              </a:ext>
            </a:extLst>
          </p:cNvPr>
          <p:cNvSpPr txBox="1"/>
          <p:nvPr/>
        </p:nvSpPr>
        <p:spPr>
          <a:xfrm>
            <a:off x="5328249" y="5141480"/>
            <a:ext cx="464078" cy="51315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标题内容</a:t>
            </a:r>
          </a:p>
        </p:txBody>
      </p:sp>
      <p:sp>
        <p:nvSpPr>
          <p:cNvPr id="116" name="TextBox 320">
            <a:extLst>
              <a:ext uri="{FF2B5EF4-FFF2-40B4-BE49-F238E27FC236}">
                <a16:creationId xmlns:a16="http://schemas.microsoft.com/office/drawing/2014/main" id="{FDBD7AAC-3485-59A1-DBBC-1548FCC78F74}"/>
              </a:ext>
            </a:extLst>
          </p:cNvPr>
          <p:cNvSpPr txBox="1"/>
          <p:nvPr/>
        </p:nvSpPr>
        <p:spPr>
          <a:xfrm>
            <a:off x="5226411" y="4084104"/>
            <a:ext cx="725020" cy="318992"/>
          </a:xfrm>
          <a:prstGeom prst="roundRect">
            <a:avLst/>
          </a:prstGeom>
          <a:noFill/>
        </p:spPr>
        <p:txBody>
          <a:bodyPr wrap="square" tIns="28800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小标题</a:t>
            </a:r>
          </a:p>
        </p:txBody>
      </p:sp>
      <p:sp>
        <p:nvSpPr>
          <p:cNvPr id="139" name="圆角矩形 337">
            <a:extLst>
              <a:ext uri="{FF2B5EF4-FFF2-40B4-BE49-F238E27FC236}">
                <a16:creationId xmlns:a16="http://schemas.microsoft.com/office/drawing/2014/main" id="{FC7A366E-613A-9CB9-C04B-33698D27FA53}"/>
              </a:ext>
            </a:extLst>
          </p:cNvPr>
          <p:cNvSpPr/>
          <p:nvPr/>
        </p:nvSpPr>
        <p:spPr>
          <a:xfrm>
            <a:off x="3678910" y="2048958"/>
            <a:ext cx="1209773" cy="269911"/>
          </a:xfrm>
          <a:prstGeom prst="roundRect">
            <a:avLst>
              <a:gd name="adj" fmla="val 10929"/>
            </a:avLst>
          </a:prstGeom>
          <a:solidFill>
            <a:schemeClr val="accent1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140" name="圆角矩形 337">
            <a:extLst>
              <a:ext uri="{FF2B5EF4-FFF2-40B4-BE49-F238E27FC236}">
                <a16:creationId xmlns:a16="http://schemas.microsoft.com/office/drawing/2014/main" id="{BA47AFBA-8CB5-1C0D-CD15-800CAF23C775}"/>
              </a:ext>
            </a:extLst>
          </p:cNvPr>
          <p:cNvSpPr/>
          <p:nvPr/>
        </p:nvSpPr>
        <p:spPr>
          <a:xfrm>
            <a:off x="3678910" y="2408586"/>
            <a:ext cx="1209773" cy="269911"/>
          </a:xfrm>
          <a:prstGeom prst="roundRect">
            <a:avLst>
              <a:gd name="adj" fmla="val 10929"/>
            </a:avLst>
          </a:prstGeom>
          <a:solidFill>
            <a:schemeClr val="accent1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141" name="圆角矩形 337">
            <a:extLst>
              <a:ext uri="{FF2B5EF4-FFF2-40B4-BE49-F238E27FC236}">
                <a16:creationId xmlns:a16="http://schemas.microsoft.com/office/drawing/2014/main" id="{7C6BB2ED-C0DD-2B48-D466-B539293A8C64}"/>
              </a:ext>
            </a:extLst>
          </p:cNvPr>
          <p:cNvSpPr/>
          <p:nvPr/>
        </p:nvSpPr>
        <p:spPr>
          <a:xfrm>
            <a:off x="3678910" y="2768214"/>
            <a:ext cx="1209773" cy="269911"/>
          </a:xfrm>
          <a:prstGeom prst="roundRect">
            <a:avLst>
              <a:gd name="adj" fmla="val 10929"/>
            </a:avLst>
          </a:prstGeom>
          <a:solidFill>
            <a:schemeClr val="accent1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142" name="圆角矩形 337">
            <a:extLst>
              <a:ext uri="{FF2B5EF4-FFF2-40B4-BE49-F238E27FC236}">
                <a16:creationId xmlns:a16="http://schemas.microsoft.com/office/drawing/2014/main" id="{C6BD934C-0C8B-514E-DA04-7D781B9BF082}"/>
              </a:ext>
            </a:extLst>
          </p:cNvPr>
          <p:cNvSpPr/>
          <p:nvPr/>
        </p:nvSpPr>
        <p:spPr>
          <a:xfrm>
            <a:off x="3678910" y="3127842"/>
            <a:ext cx="1209773" cy="269911"/>
          </a:xfrm>
          <a:prstGeom prst="roundRect">
            <a:avLst>
              <a:gd name="adj" fmla="val 10929"/>
            </a:avLst>
          </a:prstGeom>
          <a:solidFill>
            <a:schemeClr val="accent1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143" name="圆角矩形 337">
            <a:extLst>
              <a:ext uri="{FF2B5EF4-FFF2-40B4-BE49-F238E27FC236}">
                <a16:creationId xmlns:a16="http://schemas.microsoft.com/office/drawing/2014/main" id="{4FF75FC3-66D8-826E-BD1D-F9E4B8BF6969}"/>
              </a:ext>
            </a:extLst>
          </p:cNvPr>
          <p:cNvSpPr/>
          <p:nvPr/>
        </p:nvSpPr>
        <p:spPr>
          <a:xfrm>
            <a:off x="3678910" y="3487470"/>
            <a:ext cx="1209773" cy="269911"/>
          </a:xfrm>
          <a:prstGeom prst="roundRect">
            <a:avLst>
              <a:gd name="adj" fmla="val 10929"/>
            </a:avLst>
          </a:prstGeom>
          <a:solidFill>
            <a:schemeClr val="accent1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144" name="圆角矩形 337">
            <a:extLst>
              <a:ext uri="{FF2B5EF4-FFF2-40B4-BE49-F238E27FC236}">
                <a16:creationId xmlns:a16="http://schemas.microsoft.com/office/drawing/2014/main" id="{651515C8-D60B-2CE0-7D05-626D60CC0F0E}"/>
              </a:ext>
            </a:extLst>
          </p:cNvPr>
          <p:cNvSpPr/>
          <p:nvPr/>
        </p:nvSpPr>
        <p:spPr>
          <a:xfrm>
            <a:off x="3678910" y="3847098"/>
            <a:ext cx="1209773" cy="269911"/>
          </a:xfrm>
          <a:prstGeom prst="roundRect">
            <a:avLst>
              <a:gd name="adj" fmla="val 10929"/>
            </a:avLst>
          </a:prstGeom>
          <a:solidFill>
            <a:schemeClr val="accent1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145" name="圆角矩形 337">
            <a:extLst>
              <a:ext uri="{FF2B5EF4-FFF2-40B4-BE49-F238E27FC236}">
                <a16:creationId xmlns:a16="http://schemas.microsoft.com/office/drawing/2014/main" id="{531D445E-A9C2-B837-2956-855681B9E322}"/>
              </a:ext>
            </a:extLst>
          </p:cNvPr>
          <p:cNvSpPr/>
          <p:nvPr/>
        </p:nvSpPr>
        <p:spPr>
          <a:xfrm>
            <a:off x="3678910" y="4206726"/>
            <a:ext cx="1209773" cy="269911"/>
          </a:xfrm>
          <a:prstGeom prst="roundRect">
            <a:avLst>
              <a:gd name="adj" fmla="val 10929"/>
            </a:avLst>
          </a:prstGeom>
          <a:solidFill>
            <a:schemeClr val="accent1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146" name="圆角矩形 337">
            <a:extLst>
              <a:ext uri="{FF2B5EF4-FFF2-40B4-BE49-F238E27FC236}">
                <a16:creationId xmlns:a16="http://schemas.microsoft.com/office/drawing/2014/main" id="{0B047CB4-3188-706B-B148-C48584202DAD}"/>
              </a:ext>
            </a:extLst>
          </p:cNvPr>
          <p:cNvSpPr/>
          <p:nvPr/>
        </p:nvSpPr>
        <p:spPr>
          <a:xfrm>
            <a:off x="3678910" y="4566354"/>
            <a:ext cx="1209773" cy="269911"/>
          </a:xfrm>
          <a:prstGeom prst="roundRect">
            <a:avLst>
              <a:gd name="adj" fmla="val 10929"/>
            </a:avLst>
          </a:prstGeom>
          <a:solidFill>
            <a:schemeClr val="accent1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147" name="圆角矩形 337">
            <a:extLst>
              <a:ext uri="{FF2B5EF4-FFF2-40B4-BE49-F238E27FC236}">
                <a16:creationId xmlns:a16="http://schemas.microsoft.com/office/drawing/2014/main" id="{004D797C-E912-602C-8476-3AA41582FCE6}"/>
              </a:ext>
            </a:extLst>
          </p:cNvPr>
          <p:cNvSpPr/>
          <p:nvPr/>
        </p:nvSpPr>
        <p:spPr>
          <a:xfrm>
            <a:off x="3678910" y="4925982"/>
            <a:ext cx="1209773" cy="269911"/>
          </a:xfrm>
          <a:prstGeom prst="roundRect">
            <a:avLst>
              <a:gd name="adj" fmla="val 10929"/>
            </a:avLst>
          </a:prstGeom>
          <a:solidFill>
            <a:schemeClr val="accent1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148" name="圆角矩形 337">
            <a:extLst>
              <a:ext uri="{FF2B5EF4-FFF2-40B4-BE49-F238E27FC236}">
                <a16:creationId xmlns:a16="http://schemas.microsoft.com/office/drawing/2014/main" id="{2D6C3E21-1B2C-87F0-DDBC-8F0FA0173269}"/>
              </a:ext>
            </a:extLst>
          </p:cNvPr>
          <p:cNvSpPr/>
          <p:nvPr/>
        </p:nvSpPr>
        <p:spPr>
          <a:xfrm>
            <a:off x="3678910" y="5285610"/>
            <a:ext cx="1209773" cy="269911"/>
          </a:xfrm>
          <a:prstGeom prst="roundRect">
            <a:avLst>
              <a:gd name="adj" fmla="val 10929"/>
            </a:avLst>
          </a:prstGeom>
          <a:solidFill>
            <a:schemeClr val="accent1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149" name="圆角矩形 337">
            <a:extLst>
              <a:ext uri="{FF2B5EF4-FFF2-40B4-BE49-F238E27FC236}">
                <a16:creationId xmlns:a16="http://schemas.microsoft.com/office/drawing/2014/main" id="{6CDB9E6C-2C9A-2F0B-80C3-7545C169C63F}"/>
              </a:ext>
            </a:extLst>
          </p:cNvPr>
          <p:cNvSpPr/>
          <p:nvPr/>
        </p:nvSpPr>
        <p:spPr>
          <a:xfrm>
            <a:off x="3678910" y="5645240"/>
            <a:ext cx="1209773" cy="269911"/>
          </a:xfrm>
          <a:prstGeom prst="roundRect">
            <a:avLst>
              <a:gd name="adj" fmla="val 10929"/>
            </a:avLst>
          </a:prstGeom>
          <a:solidFill>
            <a:schemeClr val="accent1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内容内容内容</a:t>
            </a:r>
          </a:p>
        </p:txBody>
      </p:sp>
      <p:sp>
        <p:nvSpPr>
          <p:cNvPr id="150" name="圆角矩形 319">
            <a:extLst>
              <a:ext uri="{FF2B5EF4-FFF2-40B4-BE49-F238E27FC236}">
                <a16:creationId xmlns:a16="http://schemas.microsoft.com/office/drawing/2014/main" id="{B2AEB09C-801C-E6EF-4832-E268DFD81D63}"/>
              </a:ext>
            </a:extLst>
          </p:cNvPr>
          <p:cNvSpPr/>
          <p:nvPr/>
        </p:nvSpPr>
        <p:spPr>
          <a:xfrm>
            <a:off x="6932220" y="2976297"/>
            <a:ext cx="777711" cy="269911"/>
          </a:xfrm>
          <a:prstGeom prst="roundRect">
            <a:avLst>
              <a:gd name="adj" fmla="val 10929"/>
            </a:avLst>
          </a:prstGeom>
          <a:solidFill>
            <a:schemeClr val="accent3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51" name="圆角矩形 319">
            <a:extLst>
              <a:ext uri="{FF2B5EF4-FFF2-40B4-BE49-F238E27FC236}">
                <a16:creationId xmlns:a16="http://schemas.microsoft.com/office/drawing/2014/main" id="{1D137CC1-8405-1ED7-2E76-40623EBEEF37}"/>
              </a:ext>
            </a:extLst>
          </p:cNvPr>
          <p:cNvSpPr/>
          <p:nvPr/>
        </p:nvSpPr>
        <p:spPr>
          <a:xfrm>
            <a:off x="7869803" y="2976297"/>
            <a:ext cx="777711" cy="269911"/>
          </a:xfrm>
          <a:prstGeom prst="roundRect">
            <a:avLst>
              <a:gd name="adj" fmla="val 10929"/>
            </a:avLst>
          </a:prstGeom>
          <a:solidFill>
            <a:schemeClr val="accent3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52" name="圆角矩形 319">
            <a:extLst>
              <a:ext uri="{FF2B5EF4-FFF2-40B4-BE49-F238E27FC236}">
                <a16:creationId xmlns:a16="http://schemas.microsoft.com/office/drawing/2014/main" id="{04761C46-6E9E-E57F-0DB7-8D8B52344A4B}"/>
              </a:ext>
            </a:extLst>
          </p:cNvPr>
          <p:cNvSpPr/>
          <p:nvPr/>
        </p:nvSpPr>
        <p:spPr>
          <a:xfrm>
            <a:off x="8807386" y="2976297"/>
            <a:ext cx="777711" cy="269911"/>
          </a:xfrm>
          <a:prstGeom prst="roundRect">
            <a:avLst>
              <a:gd name="adj" fmla="val 10929"/>
            </a:avLst>
          </a:prstGeom>
          <a:solidFill>
            <a:schemeClr val="accent3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53" name="圆角矩形 319">
            <a:extLst>
              <a:ext uri="{FF2B5EF4-FFF2-40B4-BE49-F238E27FC236}">
                <a16:creationId xmlns:a16="http://schemas.microsoft.com/office/drawing/2014/main" id="{6F5B3807-1F76-1DB2-97CE-71719F8E7C25}"/>
              </a:ext>
            </a:extLst>
          </p:cNvPr>
          <p:cNvSpPr/>
          <p:nvPr/>
        </p:nvSpPr>
        <p:spPr>
          <a:xfrm>
            <a:off x="5994637" y="3353171"/>
            <a:ext cx="777711" cy="269911"/>
          </a:xfrm>
          <a:prstGeom prst="roundRect">
            <a:avLst>
              <a:gd name="adj" fmla="val 10929"/>
            </a:avLst>
          </a:prstGeom>
          <a:solidFill>
            <a:schemeClr val="accent3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54" name="圆角矩形 319">
            <a:extLst>
              <a:ext uri="{FF2B5EF4-FFF2-40B4-BE49-F238E27FC236}">
                <a16:creationId xmlns:a16="http://schemas.microsoft.com/office/drawing/2014/main" id="{0B844DD8-8203-A540-8878-636DDC4B3591}"/>
              </a:ext>
            </a:extLst>
          </p:cNvPr>
          <p:cNvSpPr/>
          <p:nvPr/>
        </p:nvSpPr>
        <p:spPr>
          <a:xfrm>
            <a:off x="6932220" y="3353171"/>
            <a:ext cx="777711" cy="269911"/>
          </a:xfrm>
          <a:prstGeom prst="roundRect">
            <a:avLst>
              <a:gd name="adj" fmla="val 10929"/>
            </a:avLst>
          </a:prstGeom>
          <a:solidFill>
            <a:schemeClr val="accent3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55" name="圆角矩形 319">
            <a:extLst>
              <a:ext uri="{FF2B5EF4-FFF2-40B4-BE49-F238E27FC236}">
                <a16:creationId xmlns:a16="http://schemas.microsoft.com/office/drawing/2014/main" id="{5B82086F-37E3-3661-9839-89CBCB375A02}"/>
              </a:ext>
            </a:extLst>
          </p:cNvPr>
          <p:cNvSpPr/>
          <p:nvPr/>
        </p:nvSpPr>
        <p:spPr>
          <a:xfrm>
            <a:off x="7869803" y="3353171"/>
            <a:ext cx="777711" cy="269911"/>
          </a:xfrm>
          <a:prstGeom prst="roundRect">
            <a:avLst>
              <a:gd name="adj" fmla="val 10929"/>
            </a:avLst>
          </a:prstGeom>
          <a:solidFill>
            <a:schemeClr val="accent3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56" name="圆角矩形 319">
            <a:extLst>
              <a:ext uri="{FF2B5EF4-FFF2-40B4-BE49-F238E27FC236}">
                <a16:creationId xmlns:a16="http://schemas.microsoft.com/office/drawing/2014/main" id="{25EF80D7-80A4-FF63-FF7D-39135512A27D}"/>
              </a:ext>
            </a:extLst>
          </p:cNvPr>
          <p:cNvSpPr/>
          <p:nvPr/>
        </p:nvSpPr>
        <p:spPr>
          <a:xfrm>
            <a:off x="8807386" y="3353171"/>
            <a:ext cx="777711" cy="269911"/>
          </a:xfrm>
          <a:prstGeom prst="roundRect">
            <a:avLst>
              <a:gd name="adj" fmla="val 10929"/>
            </a:avLst>
          </a:prstGeom>
          <a:solidFill>
            <a:schemeClr val="accent3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57" name="圆角矩形 319">
            <a:extLst>
              <a:ext uri="{FF2B5EF4-FFF2-40B4-BE49-F238E27FC236}">
                <a16:creationId xmlns:a16="http://schemas.microsoft.com/office/drawing/2014/main" id="{3A4DA58B-4F63-5867-479E-0FD0ED0F3BE0}"/>
              </a:ext>
            </a:extLst>
          </p:cNvPr>
          <p:cNvSpPr/>
          <p:nvPr/>
        </p:nvSpPr>
        <p:spPr>
          <a:xfrm>
            <a:off x="5994637" y="3730045"/>
            <a:ext cx="777711" cy="269911"/>
          </a:xfrm>
          <a:prstGeom prst="roundRect">
            <a:avLst>
              <a:gd name="adj" fmla="val 10929"/>
            </a:avLst>
          </a:prstGeom>
          <a:solidFill>
            <a:schemeClr val="accent3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58" name="圆角矩形 319">
            <a:extLst>
              <a:ext uri="{FF2B5EF4-FFF2-40B4-BE49-F238E27FC236}">
                <a16:creationId xmlns:a16="http://schemas.microsoft.com/office/drawing/2014/main" id="{EF63EB34-8096-6192-A355-1EDCF873DB95}"/>
              </a:ext>
            </a:extLst>
          </p:cNvPr>
          <p:cNvSpPr/>
          <p:nvPr/>
        </p:nvSpPr>
        <p:spPr>
          <a:xfrm>
            <a:off x="6932220" y="3730045"/>
            <a:ext cx="777711" cy="269911"/>
          </a:xfrm>
          <a:prstGeom prst="roundRect">
            <a:avLst>
              <a:gd name="adj" fmla="val 10929"/>
            </a:avLst>
          </a:prstGeom>
          <a:solidFill>
            <a:schemeClr val="accent3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59" name="圆角矩形 319">
            <a:extLst>
              <a:ext uri="{FF2B5EF4-FFF2-40B4-BE49-F238E27FC236}">
                <a16:creationId xmlns:a16="http://schemas.microsoft.com/office/drawing/2014/main" id="{290BBB6F-3377-B5DC-46DD-6CFB800A9FE1}"/>
              </a:ext>
            </a:extLst>
          </p:cNvPr>
          <p:cNvSpPr/>
          <p:nvPr/>
        </p:nvSpPr>
        <p:spPr>
          <a:xfrm>
            <a:off x="7869803" y="3730045"/>
            <a:ext cx="777711" cy="269911"/>
          </a:xfrm>
          <a:prstGeom prst="roundRect">
            <a:avLst>
              <a:gd name="adj" fmla="val 10929"/>
            </a:avLst>
          </a:prstGeom>
          <a:solidFill>
            <a:schemeClr val="accent3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60" name="圆角矩形 319">
            <a:extLst>
              <a:ext uri="{FF2B5EF4-FFF2-40B4-BE49-F238E27FC236}">
                <a16:creationId xmlns:a16="http://schemas.microsoft.com/office/drawing/2014/main" id="{AF8A1279-A888-183A-B2DC-280C6FFA6716}"/>
              </a:ext>
            </a:extLst>
          </p:cNvPr>
          <p:cNvSpPr/>
          <p:nvPr/>
        </p:nvSpPr>
        <p:spPr>
          <a:xfrm>
            <a:off x="8807386" y="3730045"/>
            <a:ext cx="777711" cy="269911"/>
          </a:xfrm>
          <a:prstGeom prst="roundRect">
            <a:avLst>
              <a:gd name="adj" fmla="val 10929"/>
            </a:avLst>
          </a:prstGeom>
          <a:solidFill>
            <a:schemeClr val="accent3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61" name="圆角矩形 319">
            <a:extLst>
              <a:ext uri="{FF2B5EF4-FFF2-40B4-BE49-F238E27FC236}">
                <a16:creationId xmlns:a16="http://schemas.microsoft.com/office/drawing/2014/main" id="{922E4723-3231-ED55-3595-8EA7BE50304E}"/>
              </a:ext>
            </a:extLst>
          </p:cNvPr>
          <p:cNvSpPr/>
          <p:nvPr/>
        </p:nvSpPr>
        <p:spPr>
          <a:xfrm>
            <a:off x="5994637" y="4106919"/>
            <a:ext cx="777711" cy="269911"/>
          </a:xfrm>
          <a:prstGeom prst="roundRect">
            <a:avLst>
              <a:gd name="adj" fmla="val 10929"/>
            </a:avLst>
          </a:prstGeom>
          <a:solidFill>
            <a:schemeClr val="accent3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62" name="圆角矩形 319">
            <a:extLst>
              <a:ext uri="{FF2B5EF4-FFF2-40B4-BE49-F238E27FC236}">
                <a16:creationId xmlns:a16="http://schemas.microsoft.com/office/drawing/2014/main" id="{E3EE0285-A6D1-8F84-1A44-44F4B8DC9790}"/>
              </a:ext>
            </a:extLst>
          </p:cNvPr>
          <p:cNvSpPr/>
          <p:nvPr/>
        </p:nvSpPr>
        <p:spPr>
          <a:xfrm>
            <a:off x="6932220" y="4106919"/>
            <a:ext cx="777711" cy="269911"/>
          </a:xfrm>
          <a:prstGeom prst="roundRect">
            <a:avLst>
              <a:gd name="adj" fmla="val 10929"/>
            </a:avLst>
          </a:prstGeom>
          <a:solidFill>
            <a:schemeClr val="accent3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63" name="圆角矩形 319">
            <a:extLst>
              <a:ext uri="{FF2B5EF4-FFF2-40B4-BE49-F238E27FC236}">
                <a16:creationId xmlns:a16="http://schemas.microsoft.com/office/drawing/2014/main" id="{D6C20EB8-3AC6-419C-3407-51F9DD7BBE2E}"/>
              </a:ext>
            </a:extLst>
          </p:cNvPr>
          <p:cNvSpPr/>
          <p:nvPr/>
        </p:nvSpPr>
        <p:spPr>
          <a:xfrm>
            <a:off x="7869803" y="4106919"/>
            <a:ext cx="777711" cy="269911"/>
          </a:xfrm>
          <a:prstGeom prst="roundRect">
            <a:avLst>
              <a:gd name="adj" fmla="val 10929"/>
            </a:avLst>
          </a:prstGeom>
          <a:solidFill>
            <a:schemeClr val="accent3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64" name="圆角矩形 319">
            <a:extLst>
              <a:ext uri="{FF2B5EF4-FFF2-40B4-BE49-F238E27FC236}">
                <a16:creationId xmlns:a16="http://schemas.microsoft.com/office/drawing/2014/main" id="{BF187A3A-C983-D93C-4343-A1F6E459A84B}"/>
              </a:ext>
            </a:extLst>
          </p:cNvPr>
          <p:cNvSpPr/>
          <p:nvPr/>
        </p:nvSpPr>
        <p:spPr>
          <a:xfrm>
            <a:off x="8807386" y="4106919"/>
            <a:ext cx="777711" cy="269911"/>
          </a:xfrm>
          <a:prstGeom prst="roundRect">
            <a:avLst>
              <a:gd name="adj" fmla="val 10929"/>
            </a:avLst>
          </a:prstGeom>
          <a:solidFill>
            <a:schemeClr val="accent3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65" name="TextBox 320">
            <a:extLst>
              <a:ext uri="{FF2B5EF4-FFF2-40B4-BE49-F238E27FC236}">
                <a16:creationId xmlns:a16="http://schemas.microsoft.com/office/drawing/2014/main" id="{1B7853F8-B0BA-8403-F876-64F9BAE9B6AD}"/>
              </a:ext>
            </a:extLst>
          </p:cNvPr>
          <p:cNvSpPr txBox="1"/>
          <p:nvPr/>
        </p:nvSpPr>
        <p:spPr>
          <a:xfrm>
            <a:off x="5226411" y="3702886"/>
            <a:ext cx="725020" cy="318992"/>
          </a:xfrm>
          <a:prstGeom prst="roundRect">
            <a:avLst/>
          </a:prstGeom>
          <a:noFill/>
        </p:spPr>
        <p:txBody>
          <a:bodyPr wrap="square" tIns="28800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小标题</a:t>
            </a:r>
          </a:p>
        </p:txBody>
      </p:sp>
      <p:sp>
        <p:nvSpPr>
          <p:cNvPr id="166" name="TextBox 320">
            <a:extLst>
              <a:ext uri="{FF2B5EF4-FFF2-40B4-BE49-F238E27FC236}">
                <a16:creationId xmlns:a16="http://schemas.microsoft.com/office/drawing/2014/main" id="{2CDB8A65-2256-5137-8738-112D366F85AA}"/>
              </a:ext>
            </a:extLst>
          </p:cNvPr>
          <p:cNvSpPr txBox="1"/>
          <p:nvPr/>
        </p:nvSpPr>
        <p:spPr>
          <a:xfrm>
            <a:off x="5226411" y="3321667"/>
            <a:ext cx="725020" cy="318992"/>
          </a:xfrm>
          <a:prstGeom prst="roundRect">
            <a:avLst/>
          </a:prstGeom>
          <a:noFill/>
        </p:spPr>
        <p:txBody>
          <a:bodyPr wrap="square" tIns="28800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小标题</a:t>
            </a:r>
          </a:p>
        </p:txBody>
      </p:sp>
      <p:sp>
        <p:nvSpPr>
          <p:cNvPr id="167" name="TextBox 320">
            <a:extLst>
              <a:ext uri="{FF2B5EF4-FFF2-40B4-BE49-F238E27FC236}">
                <a16:creationId xmlns:a16="http://schemas.microsoft.com/office/drawing/2014/main" id="{81285C77-35A6-42CF-0513-AC16A9481302}"/>
              </a:ext>
            </a:extLst>
          </p:cNvPr>
          <p:cNvSpPr txBox="1"/>
          <p:nvPr/>
        </p:nvSpPr>
        <p:spPr>
          <a:xfrm>
            <a:off x="5226411" y="2940448"/>
            <a:ext cx="725020" cy="318992"/>
          </a:xfrm>
          <a:prstGeom prst="roundRect">
            <a:avLst/>
          </a:prstGeom>
          <a:noFill/>
        </p:spPr>
        <p:txBody>
          <a:bodyPr wrap="square" tIns="28800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小标题</a:t>
            </a:r>
          </a:p>
        </p:txBody>
      </p:sp>
      <p:sp>
        <p:nvSpPr>
          <p:cNvPr id="168" name="圆角矩形 224">
            <a:extLst>
              <a:ext uri="{FF2B5EF4-FFF2-40B4-BE49-F238E27FC236}">
                <a16:creationId xmlns:a16="http://schemas.microsoft.com/office/drawing/2014/main" id="{F85A906B-D4D2-7D91-F67F-E8AF18C58A09}"/>
              </a:ext>
            </a:extLst>
          </p:cNvPr>
          <p:cNvSpPr/>
          <p:nvPr/>
        </p:nvSpPr>
        <p:spPr>
          <a:xfrm>
            <a:off x="10081386" y="2022849"/>
            <a:ext cx="948111" cy="269911"/>
          </a:xfrm>
          <a:prstGeom prst="roundRect">
            <a:avLst>
              <a:gd name="adj" fmla="val 10929"/>
            </a:avLst>
          </a:prstGeom>
          <a:solidFill>
            <a:schemeClr val="accent2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69" name="圆角矩形 224">
            <a:extLst>
              <a:ext uri="{FF2B5EF4-FFF2-40B4-BE49-F238E27FC236}">
                <a16:creationId xmlns:a16="http://schemas.microsoft.com/office/drawing/2014/main" id="{73EDF9B8-2BE7-5D47-C60F-8DAC4AF17E09}"/>
              </a:ext>
            </a:extLst>
          </p:cNvPr>
          <p:cNvSpPr/>
          <p:nvPr/>
        </p:nvSpPr>
        <p:spPr>
          <a:xfrm>
            <a:off x="10081386" y="2344586"/>
            <a:ext cx="948111" cy="269911"/>
          </a:xfrm>
          <a:prstGeom prst="roundRect">
            <a:avLst>
              <a:gd name="adj" fmla="val 10929"/>
            </a:avLst>
          </a:prstGeom>
          <a:solidFill>
            <a:schemeClr val="accent2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70" name="圆角矩形 224">
            <a:extLst>
              <a:ext uri="{FF2B5EF4-FFF2-40B4-BE49-F238E27FC236}">
                <a16:creationId xmlns:a16="http://schemas.microsoft.com/office/drawing/2014/main" id="{56EEA13F-0780-3892-79E2-46A9E34431DF}"/>
              </a:ext>
            </a:extLst>
          </p:cNvPr>
          <p:cNvSpPr/>
          <p:nvPr/>
        </p:nvSpPr>
        <p:spPr>
          <a:xfrm>
            <a:off x="10081386" y="2666322"/>
            <a:ext cx="948111" cy="269911"/>
          </a:xfrm>
          <a:prstGeom prst="roundRect">
            <a:avLst>
              <a:gd name="adj" fmla="val 10929"/>
            </a:avLst>
          </a:prstGeom>
          <a:solidFill>
            <a:schemeClr val="accent2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71" name="圆角矩形 224">
            <a:extLst>
              <a:ext uri="{FF2B5EF4-FFF2-40B4-BE49-F238E27FC236}">
                <a16:creationId xmlns:a16="http://schemas.microsoft.com/office/drawing/2014/main" id="{A0CBFE46-1151-B5D1-3E6C-B9BDE8DA36F4}"/>
              </a:ext>
            </a:extLst>
          </p:cNvPr>
          <p:cNvSpPr/>
          <p:nvPr/>
        </p:nvSpPr>
        <p:spPr>
          <a:xfrm>
            <a:off x="10081386" y="3509178"/>
            <a:ext cx="948111" cy="269911"/>
          </a:xfrm>
          <a:prstGeom prst="roundRect">
            <a:avLst>
              <a:gd name="adj" fmla="val 10929"/>
            </a:avLst>
          </a:prstGeom>
          <a:solidFill>
            <a:schemeClr val="accent2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72" name="TextBox 228">
            <a:extLst>
              <a:ext uri="{FF2B5EF4-FFF2-40B4-BE49-F238E27FC236}">
                <a16:creationId xmlns:a16="http://schemas.microsoft.com/office/drawing/2014/main" id="{E529CCFF-9B79-B132-F830-FBB6EB1178B9}"/>
              </a:ext>
            </a:extLst>
          </p:cNvPr>
          <p:cNvSpPr txBox="1"/>
          <p:nvPr/>
        </p:nvSpPr>
        <p:spPr>
          <a:xfrm>
            <a:off x="10170275" y="3126687"/>
            <a:ext cx="773463" cy="318992"/>
          </a:xfrm>
          <a:prstGeom prst="roundRect">
            <a:avLst/>
          </a:prstGeom>
          <a:noFill/>
        </p:spPr>
        <p:txBody>
          <a:bodyPr wrap="square" tIns="28800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小标题</a:t>
            </a:r>
          </a:p>
        </p:txBody>
      </p:sp>
      <p:sp>
        <p:nvSpPr>
          <p:cNvPr id="173" name="圆角矩形 224">
            <a:extLst>
              <a:ext uri="{FF2B5EF4-FFF2-40B4-BE49-F238E27FC236}">
                <a16:creationId xmlns:a16="http://schemas.microsoft.com/office/drawing/2014/main" id="{164463F8-59B6-32C0-9AD2-860032DABD1B}"/>
              </a:ext>
            </a:extLst>
          </p:cNvPr>
          <p:cNvSpPr/>
          <p:nvPr/>
        </p:nvSpPr>
        <p:spPr>
          <a:xfrm>
            <a:off x="10081386" y="3830915"/>
            <a:ext cx="948111" cy="269911"/>
          </a:xfrm>
          <a:prstGeom prst="roundRect">
            <a:avLst>
              <a:gd name="adj" fmla="val 10929"/>
            </a:avLst>
          </a:prstGeom>
          <a:solidFill>
            <a:schemeClr val="accent2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76" name="圆角矩形 224">
            <a:extLst>
              <a:ext uri="{FF2B5EF4-FFF2-40B4-BE49-F238E27FC236}">
                <a16:creationId xmlns:a16="http://schemas.microsoft.com/office/drawing/2014/main" id="{D2012183-9450-5AE7-A9EF-97A8D3FAE075}"/>
              </a:ext>
            </a:extLst>
          </p:cNvPr>
          <p:cNvSpPr/>
          <p:nvPr/>
        </p:nvSpPr>
        <p:spPr>
          <a:xfrm>
            <a:off x="10081386" y="4685851"/>
            <a:ext cx="948111" cy="269911"/>
          </a:xfrm>
          <a:prstGeom prst="roundRect">
            <a:avLst>
              <a:gd name="adj" fmla="val 10929"/>
            </a:avLst>
          </a:prstGeom>
          <a:solidFill>
            <a:schemeClr val="accent2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77" name="TextBox 228">
            <a:extLst>
              <a:ext uri="{FF2B5EF4-FFF2-40B4-BE49-F238E27FC236}">
                <a16:creationId xmlns:a16="http://schemas.microsoft.com/office/drawing/2014/main" id="{EE50B551-39C0-D26E-AF90-5F681D554E23}"/>
              </a:ext>
            </a:extLst>
          </p:cNvPr>
          <p:cNvSpPr txBox="1"/>
          <p:nvPr/>
        </p:nvSpPr>
        <p:spPr>
          <a:xfrm>
            <a:off x="10170275" y="4303360"/>
            <a:ext cx="773463" cy="318992"/>
          </a:xfrm>
          <a:prstGeom prst="roundRect">
            <a:avLst/>
          </a:prstGeom>
          <a:noFill/>
        </p:spPr>
        <p:txBody>
          <a:bodyPr wrap="square" tIns="28800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小标题</a:t>
            </a:r>
          </a:p>
        </p:txBody>
      </p:sp>
      <p:sp>
        <p:nvSpPr>
          <p:cNvPr id="178" name="圆角矩形 224">
            <a:extLst>
              <a:ext uri="{FF2B5EF4-FFF2-40B4-BE49-F238E27FC236}">
                <a16:creationId xmlns:a16="http://schemas.microsoft.com/office/drawing/2014/main" id="{1731C676-533C-625D-8840-7D3215901869}"/>
              </a:ext>
            </a:extLst>
          </p:cNvPr>
          <p:cNvSpPr/>
          <p:nvPr/>
        </p:nvSpPr>
        <p:spPr>
          <a:xfrm>
            <a:off x="10081386" y="5007588"/>
            <a:ext cx="948111" cy="269911"/>
          </a:xfrm>
          <a:prstGeom prst="roundRect">
            <a:avLst>
              <a:gd name="adj" fmla="val 10929"/>
            </a:avLst>
          </a:prstGeom>
          <a:solidFill>
            <a:schemeClr val="accent2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79" name="圆角矩形 224">
            <a:extLst>
              <a:ext uri="{FF2B5EF4-FFF2-40B4-BE49-F238E27FC236}">
                <a16:creationId xmlns:a16="http://schemas.microsoft.com/office/drawing/2014/main" id="{BD1B3437-8863-8683-41E2-1B2E347E1D5B}"/>
              </a:ext>
            </a:extLst>
          </p:cNvPr>
          <p:cNvSpPr/>
          <p:nvPr/>
        </p:nvSpPr>
        <p:spPr>
          <a:xfrm>
            <a:off x="10081386" y="5329325"/>
            <a:ext cx="948111" cy="269911"/>
          </a:xfrm>
          <a:prstGeom prst="roundRect">
            <a:avLst>
              <a:gd name="adj" fmla="val 10929"/>
            </a:avLst>
          </a:prstGeom>
          <a:solidFill>
            <a:schemeClr val="accent2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80" name="圆角矩形 224">
            <a:extLst>
              <a:ext uri="{FF2B5EF4-FFF2-40B4-BE49-F238E27FC236}">
                <a16:creationId xmlns:a16="http://schemas.microsoft.com/office/drawing/2014/main" id="{AD24A6AB-B60D-F766-45D9-8CD73DCF3A35}"/>
              </a:ext>
            </a:extLst>
          </p:cNvPr>
          <p:cNvSpPr/>
          <p:nvPr/>
        </p:nvSpPr>
        <p:spPr>
          <a:xfrm>
            <a:off x="10081386" y="5651061"/>
            <a:ext cx="948111" cy="269911"/>
          </a:xfrm>
          <a:prstGeom prst="roundRect">
            <a:avLst>
              <a:gd name="adj" fmla="val 10929"/>
            </a:avLst>
          </a:prstGeom>
          <a:solidFill>
            <a:schemeClr val="accent2"/>
          </a:solidFill>
          <a:ln>
            <a:noFill/>
          </a:ln>
        </p:spPr>
        <p:txBody>
          <a:bodyPr wrap="square" tIns="28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81" name="圆角矩形 279">
            <a:extLst>
              <a:ext uri="{FF2B5EF4-FFF2-40B4-BE49-F238E27FC236}">
                <a16:creationId xmlns:a16="http://schemas.microsoft.com/office/drawing/2014/main" id="{041E2EF0-2F70-7940-CE32-A7B3671987A6}"/>
              </a:ext>
            </a:extLst>
          </p:cNvPr>
          <p:cNvSpPr/>
          <p:nvPr/>
        </p:nvSpPr>
        <p:spPr>
          <a:xfrm>
            <a:off x="7218362" y="4829685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82" name="圆角矩形 279">
            <a:extLst>
              <a:ext uri="{FF2B5EF4-FFF2-40B4-BE49-F238E27FC236}">
                <a16:creationId xmlns:a16="http://schemas.microsoft.com/office/drawing/2014/main" id="{41C74915-5242-BB69-4A55-AA5AE85B512C}"/>
              </a:ext>
            </a:extLst>
          </p:cNvPr>
          <p:cNvSpPr/>
          <p:nvPr/>
        </p:nvSpPr>
        <p:spPr>
          <a:xfrm>
            <a:off x="8451911" y="4829685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83" name="圆角矩形 279">
            <a:extLst>
              <a:ext uri="{FF2B5EF4-FFF2-40B4-BE49-F238E27FC236}">
                <a16:creationId xmlns:a16="http://schemas.microsoft.com/office/drawing/2014/main" id="{91BF7A85-6B39-F4AB-F1E9-8B4BA2AACDE7}"/>
              </a:ext>
            </a:extLst>
          </p:cNvPr>
          <p:cNvSpPr/>
          <p:nvPr/>
        </p:nvSpPr>
        <p:spPr>
          <a:xfrm>
            <a:off x="5984812" y="5204579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84" name="圆角矩形 279">
            <a:extLst>
              <a:ext uri="{FF2B5EF4-FFF2-40B4-BE49-F238E27FC236}">
                <a16:creationId xmlns:a16="http://schemas.microsoft.com/office/drawing/2014/main" id="{700E1296-ADDD-D423-635B-F231B3A3A4F3}"/>
              </a:ext>
            </a:extLst>
          </p:cNvPr>
          <p:cNvSpPr/>
          <p:nvPr/>
        </p:nvSpPr>
        <p:spPr>
          <a:xfrm>
            <a:off x="7218362" y="5204579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85" name="圆角矩形 279">
            <a:extLst>
              <a:ext uri="{FF2B5EF4-FFF2-40B4-BE49-F238E27FC236}">
                <a16:creationId xmlns:a16="http://schemas.microsoft.com/office/drawing/2014/main" id="{46353816-21D3-4730-9D29-1BDA3F4F4D76}"/>
              </a:ext>
            </a:extLst>
          </p:cNvPr>
          <p:cNvSpPr/>
          <p:nvPr/>
        </p:nvSpPr>
        <p:spPr>
          <a:xfrm>
            <a:off x="8451911" y="5204579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86" name="圆角矩形 279">
            <a:extLst>
              <a:ext uri="{FF2B5EF4-FFF2-40B4-BE49-F238E27FC236}">
                <a16:creationId xmlns:a16="http://schemas.microsoft.com/office/drawing/2014/main" id="{D69CD023-A0CF-9A78-ECEB-64B508796295}"/>
              </a:ext>
            </a:extLst>
          </p:cNvPr>
          <p:cNvSpPr/>
          <p:nvPr/>
        </p:nvSpPr>
        <p:spPr>
          <a:xfrm>
            <a:off x="5984812" y="5579473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87" name="圆角矩形 279">
            <a:extLst>
              <a:ext uri="{FF2B5EF4-FFF2-40B4-BE49-F238E27FC236}">
                <a16:creationId xmlns:a16="http://schemas.microsoft.com/office/drawing/2014/main" id="{00F7897A-FF71-2B8C-C399-67727DC69442}"/>
              </a:ext>
            </a:extLst>
          </p:cNvPr>
          <p:cNvSpPr/>
          <p:nvPr/>
        </p:nvSpPr>
        <p:spPr>
          <a:xfrm>
            <a:off x="7218362" y="5579473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  <p:sp>
        <p:nvSpPr>
          <p:cNvPr id="188" name="圆角矩形 279">
            <a:extLst>
              <a:ext uri="{FF2B5EF4-FFF2-40B4-BE49-F238E27FC236}">
                <a16:creationId xmlns:a16="http://schemas.microsoft.com/office/drawing/2014/main" id="{686549CE-2A18-7553-06DC-E9F365156EF5}"/>
              </a:ext>
            </a:extLst>
          </p:cNvPr>
          <p:cNvSpPr/>
          <p:nvPr/>
        </p:nvSpPr>
        <p:spPr>
          <a:xfrm>
            <a:off x="8451911" y="5579473"/>
            <a:ext cx="1123361" cy="288515"/>
          </a:xfrm>
          <a:prstGeom prst="roundRect">
            <a:avLst>
              <a:gd name="adj" fmla="val 10929"/>
            </a:avLst>
          </a:pr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lt"/>
              </a:rPr>
              <a:t>内容内容</a:t>
            </a:r>
          </a:p>
        </p:txBody>
      </p:sp>
    </p:spTree>
    <p:extLst>
      <p:ext uri="{BB962C8B-B14F-4D97-AF65-F5344CB8AC3E}">
        <p14:creationId xmlns:p14="http://schemas.microsoft.com/office/powerpoint/2010/main" val="506331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1FB96-D99D-50D2-7781-CC5B607C5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8E625517-7504-F7E7-172A-CF21CBD1BB9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713961" y="1460453"/>
            <a:ext cx="3589818" cy="4494643"/>
          </a:xfrm>
          <a:prstGeom prst="roundRect">
            <a:avLst>
              <a:gd name="adj" fmla="val 2012"/>
            </a:avLst>
          </a:pr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33" tIns="34267" rIns="68533" bIns="34267" anchor="ctr"/>
          <a:lstStyle/>
          <a:p>
            <a:pPr algn="ctr" defTabSz="771525">
              <a:defRPr/>
            </a:pPr>
            <a:endParaRPr lang="zh-CN" altLang="en-US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8A94DC69-226E-72C0-5227-0C829D49D43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88221" y="1416465"/>
            <a:ext cx="2684126" cy="4535413"/>
          </a:xfrm>
          <a:prstGeom prst="roundRect">
            <a:avLst>
              <a:gd name="adj" fmla="val 2200"/>
            </a:avLst>
          </a:prstGeom>
          <a:solidFill>
            <a:schemeClr val="accent1">
              <a:alpha val="14000"/>
            </a:schemeClr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226CAE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5E017091-31EB-19EE-DE03-FA7CF21FC8D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24335" y="1416465"/>
            <a:ext cx="3065564" cy="4535413"/>
          </a:xfrm>
          <a:prstGeom prst="roundRect">
            <a:avLst>
              <a:gd name="adj" fmla="val 1957"/>
            </a:avLst>
          </a:prstGeom>
          <a:solidFill>
            <a:schemeClr val="accent2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33" tIns="34267" rIns="68533" bIns="34267" anchor="ctr"/>
          <a:lstStyle/>
          <a:p>
            <a:pPr algn="ctr" defTabSz="771525">
              <a:defRPr/>
            </a:pPr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B8E0481-E019-ED24-70C3-784F22A69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思源黑体 CN Regular" panose="020B0500000000000000" pitchFamily="34" charset="-122"/>
              </a:rPr>
              <a:t>2.3 </a:t>
            </a:r>
            <a:r>
              <a:rPr lang="zh-CN" altLang="en-US" dirty="0">
                <a:cs typeface="+mn-ea"/>
                <a:sym typeface="思源黑体 CN Regular" panose="020B0500000000000000" pitchFamily="34" charset="-122"/>
              </a:rPr>
              <a:t>点标题样式</a:t>
            </a:r>
            <a:endParaRPr lang="zh-CN" altLang="en-US" dirty="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6C16901-3363-717E-3C84-BF0E8B580F9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7713313" y="1190488"/>
            <a:ext cx="3589818" cy="448819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思源黑体 CN Regular" panose="020B0500000000000000" pitchFamily="34" charset="-122"/>
              </a:rPr>
              <a:t>大标题</a:t>
            </a:r>
          </a:p>
        </p:txBody>
      </p:sp>
      <p:sp>
        <p:nvSpPr>
          <p:cNvPr id="32" name="矩形 90">
            <a:extLst>
              <a:ext uri="{FF2B5EF4-FFF2-40B4-BE49-F238E27FC236}">
                <a16:creationId xmlns:a16="http://schemas.microsoft.com/office/drawing/2014/main" id="{B734A5F3-5B3F-16DB-8767-AC6FCC41632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881723" y="1756607"/>
            <a:ext cx="3238485" cy="582358"/>
          </a:xfrm>
          <a:prstGeom prst="roundRect">
            <a:avLst>
              <a:gd name="adj" fmla="val 5314"/>
            </a:avLst>
          </a:prstGeom>
          <a:noFill/>
          <a:ln w="6350" cap="flat" cmpd="sng">
            <a:solidFill>
              <a:schemeClr val="accent4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noAutofit/>
          </a:bodyPr>
          <a:lstStyle/>
          <a:p>
            <a:pPr algn="just" hangingPunct="0">
              <a:lnSpc>
                <a:spcPct val="150000"/>
              </a:lnSpc>
            </a:pPr>
            <a:endParaRPr lang="zh-CN" altLang="en-US" sz="100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34" name="矩形 90">
            <a:extLst>
              <a:ext uri="{FF2B5EF4-FFF2-40B4-BE49-F238E27FC236}">
                <a16:creationId xmlns:a16="http://schemas.microsoft.com/office/drawing/2014/main" id="{71979404-E7F5-EE4F-791B-192FB9EE32D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888979" y="2497993"/>
            <a:ext cx="3238485" cy="1195977"/>
          </a:xfrm>
          <a:prstGeom prst="roundRect">
            <a:avLst>
              <a:gd name="adj" fmla="val 2403"/>
            </a:avLst>
          </a:prstGeom>
          <a:noFill/>
          <a:ln w="6350" cap="flat" cmpd="sng">
            <a:solidFill>
              <a:schemeClr val="accent4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noAutofit/>
          </a:bodyPr>
          <a:lstStyle/>
          <a:p>
            <a:pPr algn="just" hangingPunct="0">
              <a:lnSpc>
                <a:spcPct val="150000"/>
              </a:lnSpc>
            </a:pPr>
            <a:endParaRPr lang="zh-CN" altLang="en-US" sz="100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415551BA-0C65-B945-6995-C2E17E68AED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888221" y="1201205"/>
            <a:ext cx="2684126" cy="45223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思源黑体 CN Regular" panose="020B0500000000000000" pitchFamily="34" charset="-122"/>
              </a:rPr>
              <a:t>大标题</a:t>
            </a:r>
            <a:endParaRPr kumimoji="1" lang="zh-CN" dirty="0">
              <a:latin typeface="思源黑体 CN Bold" panose="020B0800000000000000" pitchFamily="34" charset="-122"/>
              <a:ea typeface="思源黑体 CN Bold" panose="020B08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66" name="矩形 90">
            <a:extLst>
              <a:ext uri="{FF2B5EF4-FFF2-40B4-BE49-F238E27FC236}">
                <a16:creationId xmlns:a16="http://schemas.microsoft.com/office/drawing/2014/main" id="{0D0C4E7F-7CC5-0427-12D4-E16F7EDA0C7E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03284" y="1777625"/>
            <a:ext cx="2401987" cy="359421"/>
          </a:xfrm>
          <a:prstGeom prst="rect">
            <a:avLst/>
          </a:prstGeom>
          <a:noFill/>
          <a:ln w="2857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Regular" panose="020B0500000000000000" pitchFamily="34" charset="-122"/>
              </a:rPr>
              <a:t>点标题：</a:t>
            </a:r>
            <a:r>
              <a:rPr lang="en-US" altLang="zh-CN" sz="1200" dirty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Regular" panose="020B0500000000000000" pitchFamily="34" charset="-122"/>
              </a:rPr>
              <a:t>                 </a:t>
            </a:r>
          </a:p>
        </p:txBody>
      </p:sp>
      <p:sp>
        <p:nvSpPr>
          <p:cNvPr id="70" name="圆角矩形 79">
            <a:extLst>
              <a:ext uri="{FF2B5EF4-FFF2-40B4-BE49-F238E27FC236}">
                <a16:creationId xmlns:a16="http://schemas.microsoft.com/office/drawing/2014/main" id="{D0D32E7B-9596-36D4-1973-93D40EC0A0C5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76359" y="4633329"/>
            <a:ext cx="1083898" cy="288940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360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内容内容内容</a:t>
            </a:r>
            <a:endParaRPr lang="zh-CN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76" name="左箭头 101">
            <a:extLst>
              <a:ext uri="{FF2B5EF4-FFF2-40B4-BE49-F238E27FC236}">
                <a16:creationId xmlns:a16="http://schemas.microsoft.com/office/drawing/2014/main" id="{E8F8A74C-54B6-0C38-58BB-534D0B97C7F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 flipH="1">
            <a:off x="3667302" y="3351496"/>
            <a:ext cx="304473" cy="450091"/>
          </a:xfrm>
          <a:prstGeom prst="leftArrow">
            <a:avLst>
              <a:gd name="adj1" fmla="val 50000"/>
              <a:gd name="adj2" fmla="val 50185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 w="9525">
            <a:noFill/>
          </a:ln>
        </p:spPr>
        <p:txBody>
          <a:bodyPr lIns="71323" tIns="35662" rIns="71323" bIns="35662"/>
          <a:lstStyle/>
          <a:p>
            <a:pPr defTabSz="713105"/>
            <a:endParaRPr lang="zh-CN" altLang="en-US" sz="14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092508D6-0470-D96D-9DD3-FF34C1FE2399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124334" y="1204658"/>
            <a:ext cx="3064895" cy="45223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思源黑体 CN Regular" panose="020B0500000000000000" pitchFamily="34" charset="-122"/>
              </a:rPr>
              <a:t>大标题</a:t>
            </a:r>
          </a:p>
        </p:txBody>
      </p:sp>
      <p:sp>
        <p:nvSpPr>
          <p:cNvPr id="97" name="左箭头 159">
            <a:extLst>
              <a:ext uri="{FF2B5EF4-FFF2-40B4-BE49-F238E27FC236}">
                <a16:creationId xmlns:a16="http://schemas.microsoft.com/office/drawing/2014/main" id="{2469CB3B-B34E-04B1-C301-5D6BF530314E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 flipH="1">
            <a:off x="7317258" y="3351496"/>
            <a:ext cx="332100" cy="450091"/>
          </a:xfrm>
          <a:prstGeom prst="leftArrow">
            <a:avLst>
              <a:gd name="adj1" fmla="val 50000"/>
              <a:gd name="adj2" fmla="val 50185"/>
            </a:avLst>
          </a:prstGeom>
          <a:gradFill>
            <a:gsLst>
              <a:gs pos="0">
                <a:schemeClr val="accent4"/>
              </a:gs>
              <a:gs pos="100000">
                <a:schemeClr val="accent4">
                  <a:alpha val="0"/>
                </a:schemeClr>
              </a:gs>
            </a:gsLst>
            <a:lin ang="0" scaled="1"/>
          </a:gradFill>
          <a:ln w="9525">
            <a:noFill/>
          </a:ln>
        </p:spPr>
        <p:txBody>
          <a:bodyPr lIns="71323" tIns="35662" rIns="71323" bIns="35662"/>
          <a:lstStyle/>
          <a:p>
            <a:pPr defTabSz="713105"/>
            <a:endParaRPr lang="zh-CN" altLang="en-US" sz="14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25FA9FA1-04B5-0E54-1E0A-DF34BA1C4AD2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>
          <a:xfrm flipV="1">
            <a:off x="952875" y="4404558"/>
            <a:ext cx="2516364" cy="2878"/>
          </a:xfrm>
          <a:prstGeom prst="line">
            <a:avLst/>
          </a:prstGeom>
          <a:ln w="12700" cap="flat" cmpd="sng" algn="ctr">
            <a:solidFill>
              <a:schemeClr val="accent1">
                <a:alpha val="2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9" name="圆角矩形 20">
            <a:extLst>
              <a:ext uri="{FF2B5EF4-FFF2-40B4-BE49-F238E27FC236}">
                <a16:creationId xmlns:a16="http://schemas.microsoft.com/office/drawing/2014/main" id="{1F591B7B-F164-7BCE-9CF9-8A39AA6C3792}"/>
              </a:ext>
            </a:extLst>
          </p:cNvPr>
          <p:cNvSpPr/>
          <p:nvPr/>
        </p:nvSpPr>
        <p:spPr>
          <a:xfrm>
            <a:off x="4312243" y="1858573"/>
            <a:ext cx="1080000" cy="258235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+mn-lt"/>
              </a:rPr>
              <a:t>点标题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44B4E157-9E28-3B09-EC44-A1721C88DFDB}"/>
              </a:ext>
            </a:extLst>
          </p:cNvPr>
          <p:cNvSpPr txBox="1"/>
          <p:nvPr/>
        </p:nvSpPr>
        <p:spPr>
          <a:xfrm>
            <a:off x="4237787" y="2196042"/>
            <a:ext cx="2749485" cy="846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25000"/>
              </a:lnSpc>
              <a:spcAft>
                <a:spcPts val="500"/>
              </a:spcAft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单击此处输入您的正文。文字是您思想的提炼，为了最终演示发布的良好效果，请尽量言简意赅的阐述观点</a:t>
            </a:r>
            <a:r>
              <a:rPr lang="en-US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;</a:t>
            </a: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 根据需要可酌情增减文字，以使观者可以准确理解您所传达的信息。</a:t>
            </a:r>
            <a:endParaRPr lang="en-US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111" name="圆角矩形 20">
            <a:extLst>
              <a:ext uri="{FF2B5EF4-FFF2-40B4-BE49-F238E27FC236}">
                <a16:creationId xmlns:a16="http://schemas.microsoft.com/office/drawing/2014/main" id="{8487418D-9066-0CF2-019E-3A7D10D865C2}"/>
              </a:ext>
            </a:extLst>
          </p:cNvPr>
          <p:cNvSpPr/>
          <p:nvPr/>
        </p:nvSpPr>
        <p:spPr>
          <a:xfrm>
            <a:off x="4312243" y="3316305"/>
            <a:ext cx="1080000" cy="258235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+mn-lt"/>
              </a:rPr>
              <a:t>点标题</a:t>
            </a: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FF18BCCC-04A2-349D-379B-16BED526454D}"/>
              </a:ext>
            </a:extLst>
          </p:cNvPr>
          <p:cNvSpPr txBox="1"/>
          <p:nvPr/>
        </p:nvSpPr>
        <p:spPr>
          <a:xfrm>
            <a:off x="4237787" y="3653774"/>
            <a:ext cx="2749485" cy="6546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25000"/>
              </a:lnSpc>
              <a:spcAft>
                <a:spcPts val="500"/>
              </a:spcAft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单击此处输入您的正文。文字是您思想的提炼，为了最终演示发布的良好效果，请尽量言简意赅的阐述观点。</a:t>
            </a:r>
            <a:endParaRPr lang="en-US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3" name="圆角矩形 20">
            <a:extLst>
              <a:ext uri="{FF2B5EF4-FFF2-40B4-BE49-F238E27FC236}">
                <a16:creationId xmlns:a16="http://schemas.microsoft.com/office/drawing/2014/main" id="{6DCBB6F5-486E-FE7E-51E4-CC37FA04AB7C}"/>
              </a:ext>
            </a:extLst>
          </p:cNvPr>
          <p:cNvSpPr/>
          <p:nvPr/>
        </p:nvSpPr>
        <p:spPr>
          <a:xfrm>
            <a:off x="4312243" y="4586092"/>
            <a:ext cx="1080000" cy="258235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accent2">
                <a:alpha val="50000"/>
              </a:schemeClr>
            </a:solidFill>
            <a:prstDash val="solid"/>
            <a:miter lim="800000"/>
          </a:ln>
          <a:effectLst/>
        </p:spPr>
        <p:txBody>
          <a:bodyPr lIns="71323" tIns="28800" rIns="71323" bIns="46800" anchor="ctr"/>
          <a:lstStyle/>
          <a:p>
            <a:pPr algn="ctr" defTabSz="713105">
              <a:lnSpc>
                <a:spcPct val="125000"/>
              </a:lnSpc>
            </a:pPr>
            <a:r>
              <a:rPr lang="zh-CN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+mn-lt"/>
              </a:rPr>
              <a:t>点标题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89C4EE6-75A1-5475-9668-BCF53ADF2DEE}"/>
              </a:ext>
            </a:extLst>
          </p:cNvPr>
          <p:cNvSpPr txBox="1"/>
          <p:nvPr/>
        </p:nvSpPr>
        <p:spPr>
          <a:xfrm>
            <a:off x="4237787" y="4923561"/>
            <a:ext cx="2749485" cy="6546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25000"/>
              </a:lnSpc>
              <a:spcAft>
                <a:spcPts val="500"/>
              </a:spcAft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单击此处输入您的正文。文字是您思想的提炼，为了最终演示发布的良好效果，请尽量言简意赅的阐述观点。</a:t>
            </a:r>
            <a:endParaRPr lang="en-US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E8BCF41-76DF-3CAA-9A15-B02FCEC4FE7F}"/>
              </a:ext>
            </a:extLst>
          </p:cNvPr>
          <p:cNvSpPr txBox="1"/>
          <p:nvPr/>
        </p:nvSpPr>
        <p:spPr>
          <a:xfrm>
            <a:off x="7932794" y="2594023"/>
            <a:ext cx="3137161" cy="1027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25000"/>
              </a:lnSpc>
              <a:spcAft>
                <a:spcPts val="500"/>
              </a:spcAft>
              <a:buFont typeface="+mj-lt"/>
              <a:buAutoNum type="arabicPeriod"/>
            </a:pPr>
            <a:r>
              <a:rPr lang="zh-CN" altLang="en-US" sz="1200" dirty="0">
                <a:solidFill>
                  <a:schemeClr val="accent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Regular" panose="020B0500000000000000" pitchFamily="34" charset="-122"/>
              </a:rPr>
              <a:t>点标题</a:t>
            </a:r>
            <a:r>
              <a:rPr lang="zh-CN" altLang="en-US" sz="1200" dirty="0">
                <a:solidFill>
                  <a:schemeClr val="accent4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：</a:t>
            </a: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单击此处输入您的正文。请尽量言简意赅的阐述观点。</a:t>
            </a:r>
            <a:endParaRPr lang="en-US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  <a:p>
            <a:pPr marL="228600" indent="-228600">
              <a:lnSpc>
                <a:spcPct val="125000"/>
              </a:lnSpc>
              <a:spcAft>
                <a:spcPts val="500"/>
              </a:spcAft>
              <a:buFont typeface="+mj-lt"/>
              <a:buAutoNum type="arabicPeriod"/>
            </a:pPr>
            <a:r>
              <a:rPr lang="zh-CN" altLang="en-US" sz="1200" dirty="0">
                <a:solidFill>
                  <a:schemeClr val="accent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Regular" panose="020B0500000000000000" pitchFamily="34" charset="-122"/>
              </a:rPr>
              <a:t>点标题</a:t>
            </a:r>
            <a:r>
              <a:rPr lang="zh-CN" altLang="en-US" sz="1200" dirty="0">
                <a:solidFill>
                  <a:schemeClr val="accent4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：</a:t>
            </a: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单击此处输入您的正文。请尽量言简意赅的阐述观点。</a:t>
            </a:r>
            <a:endParaRPr lang="zh-CN" altLang="en-US" sz="10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6AE2167-54A1-B9DB-B552-FF41B45D862F}"/>
              </a:ext>
            </a:extLst>
          </p:cNvPr>
          <p:cNvSpPr txBox="1"/>
          <p:nvPr/>
        </p:nvSpPr>
        <p:spPr>
          <a:xfrm>
            <a:off x="7932794" y="1778852"/>
            <a:ext cx="3137161" cy="500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2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zh-CN" altLang="en-US" sz="1200" dirty="0">
                <a:solidFill>
                  <a:schemeClr val="accent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Regular" panose="020B0500000000000000" pitchFamily="34" charset="-122"/>
              </a:rPr>
              <a:t>点标题</a:t>
            </a:r>
            <a:r>
              <a:rPr lang="zh-CN" altLang="en-US" sz="1200" dirty="0">
                <a:solidFill>
                  <a:schemeClr val="accent4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：</a:t>
            </a: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单击此处输入您的正文。请尽量言简意赅的阐述观点。</a:t>
            </a:r>
            <a:endParaRPr lang="en-US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12" name="圆角矩形 79">
            <a:extLst>
              <a:ext uri="{FF2B5EF4-FFF2-40B4-BE49-F238E27FC236}">
                <a16:creationId xmlns:a16="http://schemas.microsoft.com/office/drawing/2014/main" id="{19FEF707-A4FC-3E62-4ACB-17E2EFD09EF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2299167" y="4633329"/>
            <a:ext cx="1083898" cy="332991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360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内容内容内容</a:t>
            </a:r>
            <a:endParaRPr lang="zh-CN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13" name="圆角矩形 79">
            <a:extLst>
              <a:ext uri="{FF2B5EF4-FFF2-40B4-BE49-F238E27FC236}">
                <a16:creationId xmlns:a16="http://schemas.microsoft.com/office/drawing/2014/main" id="{15082E84-0F68-BA8E-A2C6-4139AE4BE49F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1076359" y="5073854"/>
            <a:ext cx="1083898" cy="332991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360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内容内容内容</a:t>
            </a:r>
            <a:endParaRPr lang="zh-CN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14" name="圆角矩形 79">
            <a:extLst>
              <a:ext uri="{FF2B5EF4-FFF2-40B4-BE49-F238E27FC236}">
                <a16:creationId xmlns:a16="http://schemas.microsoft.com/office/drawing/2014/main" id="{09163EEF-4B1F-B7A8-6DAC-B6D90753FCB6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2299167" y="5073854"/>
            <a:ext cx="1083898" cy="332991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360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内容内容内容</a:t>
            </a:r>
            <a:endParaRPr lang="zh-CN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16" name="圆角矩形 79">
            <a:extLst>
              <a:ext uri="{FF2B5EF4-FFF2-40B4-BE49-F238E27FC236}">
                <a16:creationId xmlns:a16="http://schemas.microsoft.com/office/drawing/2014/main" id="{A9FAED12-92B4-64AA-81AE-6D24192E11DA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1076359" y="5496194"/>
            <a:ext cx="1083898" cy="332991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360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内容内容内容</a:t>
            </a:r>
            <a:endParaRPr lang="zh-CN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17" name="圆角矩形 79">
            <a:extLst>
              <a:ext uri="{FF2B5EF4-FFF2-40B4-BE49-F238E27FC236}">
                <a16:creationId xmlns:a16="http://schemas.microsoft.com/office/drawing/2014/main" id="{AD1F270D-4B5D-C0FD-FE8D-2D2F217C88B1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2299167" y="5496194"/>
            <a:ext cx="1083898" cy="332991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tIns="36000" bIns="4680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内容内容内容</a:t>
            </a:r>
            <a:endParaRPr lang="zh-CN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18" name="矩形 90">
            <a:extLst>
              <a:ext uri="{FF2B5EF4-FFF2-40B4-BE49-F238E27FC236}">
                <a16:creationId xmlns:a16="http://schemas.microsoft.com/office/drawing/2014/main" id="{5EDE89CB-C835-C652-0CC5-49F91643BBC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881723" y="4917071"/>
            <a:ext cx="3238485" cy="892032"/>
          </a:xfrm>
          <a:prstGeom prst="roundRect">
            <a:avLst>
              <a:gd name="adj" fmla="val 5314"/>
            </a:avLst>
          </a:prstGeom>
          <a:noFill/>
          <a:ln w="6350" cap="flat" cmpd="sng">
            <a:solidFill>
              <a:schemeClr val="accent4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noAutofit/>
          </a:bodyPr>
          <a:lstStyle/>
          <a:p>
            <a:pPr algn="just" hangingPunct="0">
              <a:lnSpc>
                <a:spcPct val="150000"/>
              </a:lnSpc>
            </a:pPr>
            <a:endParaRPr lang="zh-CN" altLang="en-US" sz="100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B2D346C-F9C9-20D4-9669-908BE7550734}"/>
              </a:ext>
            </a:extLst>
          </p:cNvPr>
          <p:cNvSpPr txBox="1"/>
          <p:nvPr/>
        </p:nvSpPr>
        <p:spPr>
          <a:xfrm>
            <a:off x="7932794" y="4952016"/>
            <a:ext cx="3137161" cy="792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25000"/>
              </a:lnSpc>
              <a:spcAft>
                <a:spcPts val="500"/>
              </a:spcAft>
              <a:buFont typeface="+mj-lt"/>
              <a:buAutoNum type="arabicPeriod"/>
            </a:pPr>
            <a:r>
              <a:rPr lang="zh-CN" altLang="en-US" sz="1200" dirty="0">
                <a:solidFill>
                  <a:schemeClr val="accent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Regular" panose="020B0500000000000000" pitchFamily="34" charset="-122"/>
              </a:rPr>
              <a:t>点标题</a:t>
            </a:r>
            <a:r>
              <a:rPr lang="zh-CN" altLang="en-US" sz="1200" dirty="0">
                <a:solidFill>
                  <a:schemeClr val="accent4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：</a:t>
            </a: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单击此处输入您的正文。请尽量言简意赅的阐述观点。</a:t>
            </a:r>
            <a:endParaRPr lang="en-US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  <a:p>
            <a:pPr marL="228600" indent="-228600">
              <a:lnSpc>
                <a:spcPct val="125000"/>
              </a:lnSpc>
              <a:spcAft>
                <a:spcPts val="500"/>
              </a:spcAft>
              <a:buFont typeface="+mj-lt"/>
              <a:buAutoNum type="arabicPeriod"/>
            </a:pPr>
            <a:r>
              <a:rPr lang="zh-CN" altLang="en-US" sz="1200" dirty="0">
                <a:solidFill>
                  <a:schemeClr val="accent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Regular" panose="020B0500000000000000" pitchFamily="34" charset="-122"/>
              </a:rPr>
              <a:t>点标题</a:t>
            </a:r>
            <a:r>
              <a:rPr lang="zh-CN" altLang="en-US" sz="1200" dirty="0">
                <a:solidFill>
                  <a:schemeClr val="accent4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：</a:t>
            </a: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单击此处输入您的正文。</a:t>
            </a:r>
            <a:endParaRPr lang="en-US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21" name="矩形 90">
            <a:extLst>
              <a:ext uri="{FF2B5EF4-FFF2-40B4-BE49-F238E27FC236}">
                <a16:creationId xmlns:a16="http://schemas.microsoft.com/office/drawing/2014/main" id="{D4EA793B-22DA-13A1-7509-A77F024FB55C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7881723" y="3854025"/>
            <a:ext cx="3238485" cy="895330"/>
          </a:xfrm>
          <a:prstGeom prst="roundRect">
            <a:avLst>
              <a:gd name="adj" fmla="val 5314"/>
            </a:avLst>
          </a:prstGeom>
          <a:noFill/>
          <a:ln w="6350" cap="flat" cmpd="sng">
            <a:solidFill>
              <a:schemeClr val="accent4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noAutofit/>
          </a:bodyPr>
          <a:lstStyle/>
          <a:p>
            <a:pPr algn="just" hangingPunct="0">
              <a:lnSpc>
                <a:spcPct val="150000"/>
              </a:lnSpc>
            </a:pPr>
            <a:endParaRPr lang="zh-CN" altLang="en-US" sz="100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2E480BF-F362-93A7-67A5-4DEAD9DF6351}"/>
              </a:ext>
            </a:extLst>
          </p:cNvPr>
          <p:cNvSpPr txBox="1"/>
          <p:nvPr/>
        </p:nvSpPr>
        <p:spPr>
          <a:xfrm>
            <a:off x="7932794" y="3882620"/>
            <a:ext cx="3137161" cy="792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25000"/>
              </a:lnSpc>
              <a:spcAft>
                <a:spcPts val="500"/>
              </a:spcAft>
              <a:buFont typeface="+mj-lt"/>
              <a:buAutoNum type="arabicPeriod"/>
            </a:pPr>
            <a:r>
              <a:rPr lang="zh-CN" altLang="en-US" sz="1200" dirty="0">
                <a:solidFill>
                  <a:schemeClr val="accent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Regular" panose="020B0500000000000000" pitchFamily="34" charset="-122"/>
              </a:rPr>
              <a:t>点标题</a:t>
            </a:r>
            <a:r>
              <a:rPr lang="zh-CN" altLang="en-US" sz="1200" dirty="0">
                <a:solidFill>
                  <a:schemeClr val="accent4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：</a:t>
            </a: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单击此处输入您的正文。请尽量言简意赅的阐述观点。</a:t>
            </a:r>
            <a:endParaRPr lang="en-US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  <a:p>
            <a:pPr marL="228600" indent="-228600">
              <a:lnSpc>
                <a:spcPct val="125000"/>
              </a:lnSpc>
              <a:spcAft>
                <a:spcPts val="500"/>
              </a:spcAft>
              <a:buFont typeface="+mj-lt"/>
              <a:buAutoNum type="arabicPeriod"/>
            </a:pPr>
            <a:r>
              <a:rPr lang="zh-CN" altLang="en-US" sz="1200" dirty="0">
                <a:solidFill>
                  <a:schemeClr val="accent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Regular" panose="020B0500000000000000" pitchFamily="34" charset="-122"/>
              </a:rPr>
              <a:t>点标题</a:t>
            </a:r>
            <a:r>
              <a:rPr lang="zh-CN" altLang="en-US" sz="1200" dirty="0">
                <a:solidFill>
                  <a:schemeClr val="accent4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：</a:t>
            </a: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单击此处输入您的正文。</a:t>
            </a:r>
            <a:endParaRPr lang="en-US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6BB5FF1-E84A-829D-1150-1DD620FB821A}"/>
              </a:ext>
            </a:extLst>
          </p:cNvPr>
          <p:cNvSpPr txBox="1"/>
          <p:nvPr/>
        </p:nvSpPr>
        <p:spPr>
          <a:xfrm>
            <a:off x="1011861" y="2063372"/>
            <a:ext cx="2296791" cy="269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hangingPunct="0">
              <a:lnSpc>
                <a:spcPct val="125000"/>
              </a:lnSpc>
              <a:spcAft>
                <a:spcPts val="500"/>
              </a:spcAft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单击此处输入您的内容。</a:t>
            </a:r>
            <a:endParaRPr lang="en-US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59" name="矩形 90">
            <a:extLst>
              <a:ext uri="{FF2B5EF4-FFF2-40B4-BE49-F238E27FC236}">
                <a16:creationId xmlns:a16="http://schemas.microsoft.com/office/drawing/2014/main" id="{1E0A628D-771E-A292-C3F9-449AFA2AA154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1003284" y="2411272"/>
            <a:ext cx="2401987" cy="359421"/>
          </a:xfrm>
          <a:prstGeom prst="rect">
            <a:avLst/>
          </a:prstGeom>
          <a:noFill/>
          <a:ln w="2857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Regular" panose="020B0500000000000000" pitchFamily="34" charset="-122"/>
              </a:rPr>
              <a:t>点标题：</a:t>
            </a:r>
            <a:r>
              <a:rPr lang="en-US" altLang="zh-CN" sz="1200" dirty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Regular" panose="020B0500000000000000" pitchFamily="34" charset="-122"/>
              </a:rPr>
              <a:t>                 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7605D69-7910-1DA8-97D1-75EC73116CC0}"/>
              </a:ext>
            </a:extLst>
          </p:cNvPr>
          <p:cNvSpPr txBox="1"/>
          <p:nvPr/>
        </p:nvSpPr>
        <p:spPr>
          <a:xfrm>
            <a:off x="1011861" y="2697019"/>
            <a:ext cx="2296791" cy="269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hangingPunct="0">
              <a:lnSpc>
                <a:spcPct val="125000"/>
              </a:lnSpc>
              <a:spcAft>
                <a:spcPts val="500"/>
              </a:spcAft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单击此处输入您的内容。</a:t>
            </a:r>
            <a:endParaRPr lang="en-US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61" name="矩形 90">
            <a:extLst>
              <a:ext uri="{FF2B5EF4-FFF2-40B4-BE49-F238E27FC236}">
                <a16:creationId xmlns:a16="http://schemas.microsoft.com/office/drawing/2014/main" id="{0270CE27-33DB-844D-4081-173F11A26697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1003284" y="3044919"/>
            <a:ext cx="2401987" cy="359421"/>
          </a:xfrm>
          <a:prstGeom prst="rect">
            <a:avLst/>
          </a:prstGeom>
          <a:noFill/>
          <a:ln w="2857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Regular" panose="020B0500000000000000" pitchFamily="34" charset="-122"/>
              </a:rPr>
              <a:t>点标题：</a:t>
            </a:r>
            <a:r>
              <a:rPr lang="en-US" altLang="zh-CN" sz="1200" dirty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Regular" panose="020B0500000000000000" pitchFamily="34" charset="-122"/>
              </a:rPr>
              <a:t>                 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D25BBDB6-F058-337B-EEC9-F12680B38769}"/>
              </a:ext>
            </a:extLst>
          </p:cNvPr>
          <p:cNvSpPr txBox="1"/>
          <p:nvPr/>
        </p:nvSpPr>
        <p:spPr>
          <a:xfrm>
            <a:off x="1011861" y="3330666"/>
            <a:ext cx="2296791" cy="269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hangingPunct="0">
              <a:lnSpc>
                <a:spcPct val="125000"/>
              </a:lnSpc>
              <a:spcAft>
                <a:spcPts val="500"/>
              </a:spcAft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单击此处输入您的内容。</a:t>
            </a:r>
            <a:endParaRPr lang="en-US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63" name="矩形 90">
            <a:extLst>
              <a:ext uri="{FF2B5EF4-FFF2-40B4-BE49-F238E27FC236}">
                <a16:creationId xmlns:a16="http://schemas.microsoft.com/office/drawing/2014/main" id="{26AC4A33-E30C-88EC-72BC-A9EBEEC08D7E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1003284" y="3678566"/>
            <a:ext cx="2401987" cy="359421"/>
          </a:xfrm>
          <a:prstGeom prst="rect">
            <a:avLst/>
          </a:prstGeom>
          <a:noFill/>
          <a:ln w="2857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Regular" panose="020B0500000000000000" pitchFamily="34" charset="-122"/>
              </a:rPr>
              <a:t>点标题：</a:t>
            </a:r>
            <a:r>
              <a:rPr lang="en-US" altLang="zh-CN" sz="1200" dirty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Regular" panose="020B0500000000000000" pitchFamily="34" charset="-122"/>
              </a:rPr>
              <a:t>                 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0677233D-1F49-47B8-BD8F-6BDFC1E56F28}"/>
              </a:ext>
            </a:extLst>
          </p:cNvPr>
          <p:cNvSpPr txBox="1"/>
          <p:nvPr/>
        </p:nvSpPr>
        <p:spPr>
          <a:xfrm>
            <a:off x="1011861" y="3964313"/>
            <a:ext cx="2296791" cy="269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hangingPunct="0">
              <a:lnSpc>
                <a:spcPct val="125000"/>
              </a:lnSpc>
              <a:spcAft>
                <a:spcPts val="500"/>
              </a:spcAft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单击此处输入您的内容。</a:t>
            </a:r>
            <a:endParaRPr lang="en-US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0226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06D99AF-7EC6-9FBD-2CA8-F5F00F075487}"/>
              </a:ext>
            </a:extLst>
          </p:cNvPr>
          <p:cNvGrpSpPr/>
          <p:nvPr/>
        </p:nvGrpSpPr>
        <p:grpSpPr>
          <a:xfrm>
            <a:off x="3733562" y="2416835"/>
            <a:ext cx="4724876" cy="2024331"/>
            <a:chOff x="3325495" y="1954579"/>
            <a:chExt cx="4724876" cy="2024331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7E571B91-46D5-E34B-A737-7DD4AB114263}"/>
                </a:ext>
              </a:extLst>
            </p:cNvPr>
            <p:cNvSpPr txBox="1"/>
            <p:nvPr/>
          </p:nvSpPr>
          <p:spPr>
            <a:xfrm>
              <a:off x="3325495" y="1954579"/>
              <a:ext cx="2037080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0" dirty="0">
                  <a:solidFill>
                    <a:schemeClr val="tx2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03</a:t>
              </a:r>
              <a:endParaRPr lang="zh-CN" altLang="en-US" sz="10000" dirty="0">
                <a:solidFill>
                  <a:schemeClr val="tx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7E6E281-279F-1BC9-916E-F869CFE464AA}"/>
                </a:ext>
              </a:extLst>
            </p:cNvPr>
            <p:cNvSpPr txBox="1"/>
            <p:nvPr/>
          </p:nvSpPr>
          <p:spPr>
            <a:xfrm>
              <a:off x="4761865" y="2347694"/>
              <a:ext cx="2037080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0" dirty="0">
                  <a:solidFill>
                    <a:schemeClr val="tx2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/</a:t>
              </a:r>
              <a:endParaRPr lang="zh-CN" altLang="en-US" sz="10000" dirty="0">
                <a:solidFill>
                  <a:schemeClr val="tx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33858EE-23AD-39BA-B2A9-C783052660A5}"/>
                </a:ext>
              </a:extLst>
            </p:cNvPr>
            <p:cNvSpPr txBox="1"/>
            <p:nvPr/>
          </p:nvSpPr>
          <p:spPr>
            <a:xfrm>
              <a:off x="5362574" y="2997143"/>
              <a:ext cx="268779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2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图表模板样式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0020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6BADE3DC-9E9E-C086-FEFD-8A992D1DC6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3628539"/>
              </p:ext>
            </p:extLst>
          </p:nvPr>
        </p:nvGraphicFramePr>
        <p:xfrm>
          <a:off x="1218603" y="1015794"/>
          <a:ext cx="3944222" cy="2528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9DE9B40-4A52-6346-5678-A9E0D03CE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+mn-lt"/>
              </a:rPr>
              <a:t>2.1 </a:t>
            </a:r>
            <a:r>
              <a:rPr lang="zh-CN" altLang="en-US" dirty="0">
                <a:cs typeface="+mn-ea"/>
                <a:sym typeface="+mn-lt"/>
              </a:rPr>
              <a:t>正式场合使用</a:t>
            </a:r>
            <a:endParaRPr lang="zh-CN" altLang="en-US" dirty="0"/>
          </a:p>
        </p:txBody>
      </p:sp>
      <p:graphicFrame>
        <p:nvGraphicFramePr>
          <p:cNvPr id="15" name="图表 14">
            <a:extLst>
              <a:ext uri="{FF2B5EF4-FFF2-40B4-BE49-F238E27FC236}">
                <a16:creationId xmlns:a16="http://schemas.microsoft.com/office/drawing/2014/main" id="{A763426D-938A-4D0C-1197-C48BC92F6B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9075919"/>
              </p:ext>
            </p:extLst>
          </p:nvPr>
        </p:nvGraphicFramePr>
        <p:xfrm>
          <a:off x="6915907" y="825501"/>
          <a:ext cx="3944223" cy="267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图表 20">
            <a:extLst>
              <a:ext uri="{FF2B5EF4-FFF2-40B4-BE49-F238E27FC236}">
                <a16:creationId xmlns:a16="http://schemas.microsoft.com/office/drawing/2014/main" id="{47279555-D91D-EC63-6549-FC9AD88B97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8757271"/>
              </p:ext>
            </p:extLst>
          </p:nvPr>
        </p:nvGraphicFramePr>
        <p:xfrm>
          <a:off x="1218603" y="3544362"/>
          <a:ext cx="4181685" cy="27068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3" name="图表 22">
            <a:extLst>
              <a:ext uri="{FF2B5EF4-FFF2-40B4-BE49-F238E27FC236}">
                <a16:creationId xmlns:a16="http://schemas.microsoft.com/office/drawing/2014/main" id="{6656892D-15F1-58AC-0302-03612DF8A0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6774458"/>
              </p:ext>
            </p:extLst>
          </p:nvPr>
        </p:nvGraphicFramePr>
        <p:xfrm>
          <a:off x="6915907" y="3784600"/>
          <a:ext cx="3787985" cy="24520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3948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6BADE3DC-9E9E-C086-FEFD-8A992D1DC6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0435159"/>
              </p:ext>
            </p:extLst>
          </p:nvPr>
        </p:nvGraphicFramePr>
        <p:xfrm>
          <a:off x="1218603" y="1015794"/>
          <a:ext cx="3944222" cy="2528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9DE9B40-4A52-6346-5678-A9E0D03CE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+mn-lt"/>
              </a:rPr>
              <a:t>2.2 </a:t>
            </a:r>
            <a:r>
              <a:rPr lang="zh-CN" altLang="en-US" dirty="0">
                <a:cs typeface="+mn-ea"/>
                <a:sym typeface="+mn-lt"/>
              </a:rPr>
              <a:t>活泼型展示</a:t>
            </a:r>
            <a:endParaRPr lang="zh-CN" altLang="en-US" dirty="0"/>
          </a:p>
        </p:txBody>
      </p:sp>
      <p:graphicFrame>
        <p:nvGraphicFramePr>
          <p:cNvPr id="15" name="图表 14">
            <a:extLst>
              <a:ext uri="{FF2B5EF4-FFF2-40B4-BE49-F238E27FC236}">
                <a16:creationId xmlns:a16="http://schemas.microsoft.com/office/drawing/2014/main" id="{A763426D-938A-4D0C-1197-C48BC92F6B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3618530"/>
              </p:ext>
            </p:extLst>
          </p:nvPr>
        </p:nvGraphicFramePr>
        <p:xfrm>
          <a:off x="6915907" y="825501"/>
          <a:ext cx="3944223" cy="267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图表 20">
            <a:extLst>
              <a:ext uri="{FF2B5EF4-FFF2-40B4-BE49-F238E27FC236}">
                <a16:creationId xmlns:a16="http://schemas.microsoft.com/office/drawing/2014/main" id="{47279555-D91D-EC63-6549-FC9AD88B97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3636782"/>
              </p:ext>
            </p:extLst>
          </p:nvPr>
        </p:nvGraphicFramePr>
        <p:xfrm>
          <a:off x="1218603" y="3544362"/>
          <a:ext cx="4181685" cy="27068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3" name="图表 22">
            <a:extLst>
              <a:ext uri="{FF2B5EF4-FFF2-40B4-BE49-F238E27FC236}">
                <a16:creationId xmlns:a16="http://schemas.microsoft.com/office/drawing/2014/main" id="{6656892D-15F1-58AC-0302-03612DF8A0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4469692"/>
              </p:ext>
            </p:extLst>
          </p:nvPr>
        </p:nvGraphicFramePr>
        <p:xfrm>
          <a:off x="6915907" y="3784600"/>
          <a:ext cx="3787985" cy="24520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988278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901058-9C05-EE7A-9D0C-95BC7BA06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+mn-lt"/>
              </a:rPr>
              <a:t>2.3 </a:t>
            </a:r>
            <a:r>
              <a:rPr lang="zh-CN" altLang="en-US" dirty="0">
                <a:cs typeface="+mn-ea"/>
                <a:sym typeface="+mn-lt"/>
              </a:rPr>
              <a:t>表格样式</a:t>
            </a:r>
            <a:endParaRPr lang="zh-CN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8E26CF3-7D21-7067-57C5-8276DBF6CA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02766"/>
              </p:ext>
            </p:extLst>
          </p:nvPr>
        </p:nvGraphicFramePr>
        <p:xfrm>
          <a:off x="695324" y="1258958"/>
          <a:ext cx="10801352" cy="473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0169">
                  <a:extLst>
                    <a:ext uri="{9D8B030D-6E8A-4147-A177-3AD203B41FA5}">
                      <a16:colId xmlns:a16="http://schemas.microsoft.com/office/drawing/2014/main" val="3835506363"/>
                    </a:ext>
                  </a:extLst>
                </a:gridCol>
                <a:gridCol w="1350169">
                  <a:extLst>
                    <a:ext uri="{9D8B030D-6E8A-4147-A177-3AD203B41FA5}">
                      <a16:colId xmlns:a16="http://schemas.microsoft.com/office/drawing/2014/main" val="4111096450"/>
                    </a:ext>
                  </a:extLst>
                </a:gridCol>
                <a:gridCol w="1350169">
                  <a:extLst>
                    <a:ext uri="{9D8B030D-6E8A-4147-A177-3AD203B41FA5}">
                      <a16:colId xmlns:a16="http://schemas.microsoft.com/office/drawing/2014/main" val="977615247"/>
                    </a:ext>
                  </a:extLst>
                </a:gridCol>
                <a:gridCol w="1350169">
                  <a:extLst>
                    <a:ext uri="{9D8B030D-6E8A-4147-A177-3AD203B41FA5}">
                      <a16:colId xmlns:a16="http://schemas.microsoft.com/office/drawing/2014/main" val="2426849828"/>
                    </a:ext>
                  </a:extLst>
                </a:gridCol>
                <a:gridCol w="1350169">
                  <a:extLst>
                    <a:ext uri="{9D8B030D-6E8A-4147-A177-3AD203B41FA5}">
                      <a16:colId xmlns:a16="http://schemas.microsoft.com/office/drawing/2014/main" val="436311085"/>
                    </a:ext>
                  </a:extLst>
                </a:gridCol>
                <a:gridCol w="1350169">
                  <a:extLst>
                    <a:ext uri="{9D8B030D-6E8A-4147-A177-3AD203B41FA5}">
                      <a16:colId xmlns:a16="http://schemas.microsoft.com/office/drawing/2014/main" val="2631276617"/>
                    </a:ext>
                  </a:extLst>
                </a:gridCol>
                <a:gridCol w="1350169">
                  <a:extLst>
                    <a:ext uri="{9D8B030D-6E8A-4147-A177-3AD203B41FA5}">
                      <a16:colId xmlns:a16="http://schemas.microsoft.com/office/drawing/2014/main" val="907894214"/>
                    </a:ext>
                  </a:extLst>
                </a:gridCol>
                <a:gridCol w="1350169">
                  <a:extLst>
                    <a:ext uri="{9D8B030D-6E8A-4147-A177-3AD203B41FA5}">
                      <a16:colId xmlns:a16="http://schemas.microsoft.com/office/drawing/2014/main" val="1080718174"/>
                    </a:ext>
                  </a:extLst>
                </a:gridCol>
              </a:tblGrid>
              <a:tr h="5261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</a:rPr>
                        <a:t>表格项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表格项</a:t>
                      </a:r>
                    </a:p>
                  </a:txBody>
                  <a:tcPr marL="124249" marR="124249" marT="62124" marB="6212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表格项</a:t>
                      </a:r>
                    </a:p>
                  </a:txBody>
                  <a:tcPr marL="124249" marR="124249" marT="62124" marB="6212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表格项</a:t>
                      </a:r>
                    </a:p>
                  </a:txBody>
                  <a:tcPr marL="124249" marR="124249" marT="62124" marB="6212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表格项</a:t>
                      </a:r>
                    </a:p>
                  </a:txBody>
                  <a:tcPr marL="124249" marR="124249" marT="62124" marB="6212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表格项</a:t>
                      </a:r>
                    </a:p>
                  </a:txBody>
                  <a:tcPr marL="124249" marR="124249" marT="62124" marB="6212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表格项</a:t>
                      </a:r>
                    </a:p>
                  </a:txBody>
                  <a:tcPr marL="124249" marR="124249" marT="62124" marB="6212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表格项</a:t>
                      </a:r>
                    </a:p>
                  </a:txBody>
                  <a:tcPr marL="124249" marR="124249" marT="62124" marB="6212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515926"/>
                  </a:ext>
                </a:extLst>
              </a:tr>
              <a:tr h="5261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794232"/>
                  </a:ext>
                </a:extLst>
              </a:tr>
              <a:tr h="5261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838673"/>
                  </a:ext>
                </a:extLst>
              </a:tr>
              <a:tr h="5261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848259"/>
                  </a:ext>
                </a:extLst>
              </a:tr>
              <a:tr h="5261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思源黑体 CN Regular" panose="020B0500000000000000" pitchFamily="34" charset="-122"/>
                        <a:ea typeface="思源黑体 CN Regular" panose="020B0500000000000000" pitchFamily="34" charset="-122"/>
                        <a:cs typeface="+mn-cs"/>
                      </a:endParaRP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思源黑体 CN Regular" panose="020B0500000000000000" pitchFamily="34" charset="-122"/>
                        <a:ea typeface="思源黑体 CN Regular" panose="020B0500000000000000" pitchFamily="34" charset="-122"/>
                        <a:cs typeface="+mn-cs"/>
                      </a:endParaRP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57203"/>
                  </a:ext>
                </a:extLst>
              </a:tr>
              <a:tr h="5261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思源黑体 CN Regular" panose="020B0500000000000000" pitchFamily="34" charset="-122"/>
                        <a:ea typeface="思源黑体 CN Regular" panose="020B0500000000000000" pitchFamily="34" charset="-122"/>
                        <a:cs typeface="+mn-cs"/>
                      </a:endParaRP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思源黑体 CN Regular" panose="020B0500000000000000" pitchFamily="34" charset="-122"/>
                        <a:ea typeface="思源黑体 CN Regular" panose="020B0500000000000000" pitchFamily="34" charset="-122"/>
                        <a:cs typeface="+mn-cs"/>
                      </a:endParaRP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387427"/>
                  </a:ext>
                </a:extLst>
              </a:tr>
              <a:tr h="5261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思源黑体 CN Regular" panose="020B0500000000000000" pitchFamily="34" charset="-122"/>
                        <a:ea typeface="思源黑体 CN Regular" panose="020B0500000000000000" pitchFamily="34" charset="-122"/>
                        <a:cs typeface="+mn-cs"/>
                      </a:endParaRP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思源黑体 CN Regular" panose="020B0500000000000000" pitchFamily="34" charset="-122"/>
                        <a:ea typeface="思源黑体 CN Regular" panose="020B0500000000000000" pitchFamily="34" charset="-122"/>
                        <a:cs typeface="+mn-cs"/>
                      </a:endParaRP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思源黑体 CN Regular" panose="020B0500000000000000" pitchFamily="34" charset="-122"/>
                        <a:ea typeface="思源黑体 CN Regular" panose="020B0500000000000000" pitchFamily="34" charset="-122"/>
                        <a:cs typeface="+mn-cs"/>
                      </a:endParaRP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思源黑体 CN Regular" panose="020B0500000000000000" pitchFamily="34" charset="-122"/>
                        <a:ea typeface="思源黑体 CN Regular" panose="020B0500000000000000" pitchFamily="34" charset="-122"/>
                        <a:cs typeface="+mn-cs"/>
                      </a:endParaRP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851962"/>
                  </a:ext>
                </a:extLst>
              </a:tr>
              <a:tr h="5261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思源黑体 CN Regular" panose="020B0500000000000000" pitchFamily="34" charset="-122"/>
                        <a:ea typeface="思源黑体 CN Regular" panose="020B0500000000000000" pitchFamily="34" charset="-122"/>
                        <a:cs typeface="+mn-cs"/>
                      </a:endParaRP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思源黑体 CN Regular" panose="020B0500000000000000" pitchFamily="34" charset="-122"/>
                        <a:ea typeface="思源黑体 CN Regular" panose="020B0500000000000000" pitchFamily="34" charset="-122"/>
                        <a:cs typeface="+mn-cs"/>
                      </a:endParaRP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476609"/>
                  </a:ext>
                </a:extLst>
              </a:tr>
              <a:tr h="5261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DA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思源黑体 CN Regular" panose="020B0500000000000000" pitchFamily="34" charset="-122"/>
                        <a:ea typeface="思源黑体 CN Regular" panose="020B0500000000000000" pitchFamily="34" charset="-122"/>
                        <a:cs typeface="+mn-cs"/>
                      </a:endParaRP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DA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思源黑体 CN Regular" panose="020B0500000000000000" pitchFamily="34" charset="-122"/>
                        <a:ea typeface="思源黑体 CN Regular" panose="020B0500000000000000" pitchFamily="34" charset="-122"/>
                        <a:cs typeface="+mn-cs"/>
                      </a:endParaRP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DA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思源黑体 CN Regular" panose="020B0500000000000000" pitchFamily="34" charset="-122"/>
                        <a:ea typeface="思源黑体 CN Regular" panose="020B0500000000000000" pitchFamily="34" charset="-122"/>
                        <a:cs typeface="+mn-cs"/>
                      </a:endParaRP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DA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DA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思源黑体 CN Regular" panose="020B0500000000000000" pitchFamily="34" charset="-122"/>
                        <a:ea typeface="思源黑体 CN Regular" panose="020B0500000000000000" pitchFamily="34" charset="-122"/>
                        <a:cs typeface="+mn-cs"/>
                      </a:endParaRP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DA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DA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124249" marR="124249" marT="62124" marB="621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DA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09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6127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ED938208-18E7-82A3-EEEE-B4538EE8EB64}"/>
              </a:ext>
            </a:extLst>
          </p:cNvPr>
          <p:cNvGrpSpPr/>
          <p:nvPr/>
        </p:nvGrpSpPr>
        <p:grpSpPr>
          <a:xfrm>
            <a:off x="3733562" y="2416835"/>
            <a:ext cx="4724876" cy="2024331"/>
            <a:chOff x="3325495" y="1954579"/>
            <a:chExt cx="4724876" cy="2024331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57378FD-215C-B967-200D-A323D0FD2F28}"/>
                </a:ext>
              </a:extLst>
            </p:cNvPr>
            <p:cNvSpPr txBox="1"/>
            <p:nvPr/>
          </p:nvSpPr>
          <p:spPr>
            <a:xfrm>
              <a:off x="3325495" y="1954579"/>
              <a:ext cx="2037080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0" dirty="0">
                  <a:solidFill>
                    <a:schemeClr val="tx2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04</a:t>
              </a:r>
              <a:endParaRPr lang="zh-CN" altLang="en-US" sz="10000" dirty="0">
                <a:solidFill>
                  <a:schemeClr val="tx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4C97631F-2F31-92A0-E436-0BC86FC018AB}"/>
                </a:ext>
              </a:extLst>
            </p:cNvPr>
            <p:cNvSpPr txBox="1"/>
            <p:nvPr/>
          </p:nvSpPr>
          <p:spPr>
            <a:xfrm>
              <a:off x="4761865" y="2347694"/>
              <a:ext cx="2037080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0" dirty="0">
                  <a:solidFill>
                    <a:schemeClr val="tx2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/</a:t>
              </a:r>
              <a:endParaRPr lang="zh-CN" altLang="en-US" sz="10000" dirty="0">
                <a:solidFill>
                  <a:schemeClr val="tx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66B0D5B-B193-7BD7-E1C8-30315C3CF1BC}"/>
                </a:ext>
              </a:extLst>
            </p:cNvPr>
            <p:cNvSpPr txBox="1"/>
            <p:nvPr/>
          </p:nvSpPr>
          <p:spPr>
            <a:xfrm>
              <a:off x="5362574" y="2997143"/>
              <a:ext cx="268779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2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图片模板样式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0150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84AA5-E932-288A-1D45-EF87D82F5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5962D2-D558-F233-8979-E0F104DF1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+mn-lt"/>
              </a:rPr>
              <a:t>4.1 </a:t>
            </a:r>
            <a:r>
              <a:rPr lang="zh-CN" altLang="en-US" dirty="0">
                <a:cs typeface="+mn-ea"/>
                <a:sym typeface="+mn-lt"/>
              </a:rPr>
              <a:t>图片</a:t>
            </a:r>
            <a:r>
              <a:rPr lang="en-US" altLang="zh-CN" dirty="0">
                <a:cs typeface="+mn-ea"/>
                <a:sym typeface="+mn-lt"/>
              </a:rPr>
              <a:t>+</a:t>
            </a:r>
            <a:r>
              <a:rPr lang="zh-CN" altLang="en-US" dirty="0">
                <a:cs typeface="+mn-ea"/>
                <a:sym typeface="+mn-lt"/>
              </a:rPr>
              <a:t>内容</a:t>
            </a:r>
            <a:endParaRPr lang="zh-CN" altLang="en-US" dirty="0"/>
          </a:p>
        </p:txBody>
      </p:sp>
      <p:sp>
        <p:nvSpPr>
          <p:cNvPr id="4" name="矩形: 圆角 839">
            <a:extLst>
              <a:ext uri="{FF2B5EF4-FFF2-40B4-BE49-F238E27FC236}">
                <a16:creationId xmlns:a16="http://schemas.microsoft.com/office/drawing/2014/main" id="{1EF860DE-F017-92EF-DC56-C1F73EF03970}"/>
              </a:ext>
            </a:extLst>
          </p:cNvPr>
          <p:cNvSpPr/>
          <p:nvPr/>
        </p:nvSpPr>
        <p:spPr>
          <a:xfrm>
            <a:off x="922229" y="1470036"/>
            <a:ext cx="4966234" cy="2412947"/>
          </a:xfrm>
          <a:prstGeom prst="roundRect">
            <a:avLst>
              <a:gd name="adj" fmla="val 3320"/>
            </a:avLst>
          </a:prstGeom>
          <a:solidFill>
            <a:schemeClr val="accent1">
              <a:alpha val="14000"/>
            </a:schemeClr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rgbClr val="226CAE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522404E-2677-ABA7-AC91-369464F135EF}"/>
              </a:ext>
            </a:extLst>
          </p:cNvPr>
          <p:cNvSpPr txBox="1"/>
          <p:nvPr/>
        </p:nvSpPr>
        <p:spPr>
          <a:xfrm>
            <a:off x="1274915" y="1686838"/>
            <a:ext cx="4420563" cy="1995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hangingPunct="0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文字是您思想的提炼。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为了最终演示发布的良好效果，请尽量言简意赅的阐述观点。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  <a:p>
            <a:pPr marL="342900" indent="-342900" algn="just" hangingPunct="0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文字是您思想的提炼。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为了最终演示发布的良好效果，请尽量言简意赅的阐述观点。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  <a:p>
            <a:pPr marL="342900" indent="-342900" algn="just" hangingPunct="0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文字是您思想的提炼。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为了最终演示发布的良好效果，请尽量言简意赅的阐述观点。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B636902-F941-5A6C-22D1-F8662E99267D}"/>
              </a:ext>
            </a:extLst>
          </p:cNvPr>
          <p:cNvSpPr/>
          <p:nvPr/>
        </p:nvSpPr>
        <p:spPr>
          <a:xfrm>
            <a:off x="709470" y="1761619"/>
            <a:ext cx="383454" cy="1775460"/>
          </a:xfrm>
          <a:prstGeom prst="roundRect">
            <a:avLst>
              <a:gd name="adj" fmla="val 1356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388DC"/>
              </a:solidFill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17828F4-403A-5004-8995-F09641532AB9}"/>
              </a:ext>
            </a:extLst>
          </p:cNvPr>
          <p:cNvSpPr txBox="1"/>
          <p:nvPr/>
        </p:nvSpPr>
        <p:spPr>
          <a:xfrm>
            <a:off x="672351" y="2141518"/>
            <a:ext cx="461665" cy="101566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标题内容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D69C64-7B83-6B8C-E4E2-A3C6C6EE0296}"/>
              </a:ext>
            </a:extLst>
          </p:cNvPr>
          <p:cNvSpPr/>
          <p:nvPr/>
        </p:nvSpPr>
        <p:spPr>
          <a:xfrm>
            <a:off x="6080728" y="1448366"/>
            <a:ext cx="5428648" cy="435387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4E7A89-4D6B-D262-CE3B-22DFCE374C11}"/>
              </a:ext>
            </a:extLst>
          </p:cNvPr>
          <p:cNvSpPr/>
          <p:nvPr/>
        </p:nvSpPr>
        <p:spPr>
          <a:xfrm>
            <a:off x="6080727" y="1456232"/>
            <a:ext cx="5391529" cy="4346008"/>
          </a:xfrm>
          <a:prstGeom prst="rect">
            <a:avLst/>
          </a:prstGeom>
          <a:solidFill>
            <a:schemeClr val="tx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       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834D7E-A604-6629-E284-E367457327A1}"/>
              </a:ext>
            </a:extLst>
          </p:cNvPr>
          <p:cNvSpPr txBox="1"/>
          <p:nvPr/>
        </p:nvSpPr>
        <p:spPr>
          <a:xfrm>
            <a:off x="7844563" y="3359763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图片占位</a:t>
            </a:r>
          </a:p>
        </p:txBody>
      </p:sp>
      <p:sp>
        <p:nvSpPr>
          <p:cNvPr id="14" name="矩形: 圆角 839">
            <a:extLst>
              <a:ext uri="{FF2B5EF4-FFF2-40B4-BE49-F238E27FC236}">
                <a16:creationId xmlns:a16="http://schemas.microsoft.com/office/drawing/2014/main" id="{64883678-51C7-02F6-D016-D6239D3CFAEE}"/>
              </a:ext>
            </a:extLst>
          </p:cNvPr>
          <p:cNvSpPr/>
          <p:nvPr/>
        </p:nvSpPr>
        <p:spPr>
          <a:xfrm>
            <a:off x="922229" y="4181231"/>
            <a:ext cx="4966234" cy="1614003"/>
          </a:xfrm>
          <a:prstGeom prst="roundRect">
            <a:avLst>
              <a:gd name="adj" fmla="val 3320"/>
            </a:avLst>
          </a:prstGeom>
          <a:solidFill>
            <a:schemeClr val="accent2">
              <a:alpha val="18000"/>
            </a:schemeClr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rgbClr val="226CAE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10673CC-43C4-00CF-BBC0-7000535F09D5}"/>
              </a:ext>
            </a:extLst>
          </p:cNvPr>
          <p:cNvSpPr txBox="1"/>
          <p:nvPr/>
        </p:nvSpPr>
        <p:spPr>
          <a:xfrm>
            <a:off x="1274915" y="4316640"/>
            <a:ext cx="4420563" cy="1302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hangingPunct="0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文字是您思想的提炼。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为了最终演示发布的良好效果，请尽量言简意赅的阐述观点。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  <a:p>
            <a:pPr marL="342900" indent="-342900" algn="just" hangingPunct="0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文字是您思想的提炼。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为了最终演示发布的良好效果，请尽量言简意赅的阐述观点。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2209E9C-4791-A451-E5F2-AA2547AA14D9}"/>
              </a:ext>
            </a:extLst>
          </p:cNvPr>
          <p:cNvSpPr/>
          <p:nvPr/>
        </p:nvSpPr>
        <p:spPr>
          <a:xfrm>
            <a:off x="709470" y="4362418"/>
            <a:ext cx="383454" cy="1302664"/>
          </a:xfrm>
          <a:prstGeom prst="roundRect">
            <a:avLst>
              <a:gd name="adj" fmla="val 1356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388DC"/>
              </a:solidFill>
              <a:cs typeface="+mn-ea"/>
              <a:sym typeface="+mn-lt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B914930-06CB-A679-F6F3-1CD1FA9D8131}"/>
              </a:ext>
            </a:extLst>
          </p:cNvPr>
          <p:cNvSpPr txBox="1"/>
          <p:nvPr/>
        </p:nvSpPr>
        <p:spPr>
          <a:xfrm>
            <a:off x="672351" y="4460140"/>
            <a:ext cx="461665" cy="101566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标题内容</a:t>
            </a:r>
          </a:p>
        </p:txBody>
      </p:sp>
    </p:spTree>
    <p:extLst>
      <p:ext uri="{BB962C8B-B14F-4D97-AF65-F5344CB8AC3E}">
        <p14:creationId xmlns:p14="http://schemas.microsoft.com/office/powerpoint/2010/main" val="18334794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4EED8-A9B4-0B70-FFD7-2F0EFA6C0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743BD3CA-4DB4-7FB3-B28E-6FFCF89320FA}"/>
              </a:ext>
            </a:extLst>
          </p:cNvPr>
          <p:cNvSpPr/>
          <p:nvPr/>
        </p:nvSpPr>
        <p:spPr>
          <a:xfrm>
            <a:off x="0" y="5295901"/>
            <a:ext cx="12192000" cy="1562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C39BDFDA-8205-E66D-F271-132BADECB217}"/>
              </a:ext>
            </a:extLst>
          </p:cNvPr>
          <p:cNvSpPr/>
          <p:nvPr/>
        </p:nvSpPr>
        <p:spPr>
          <a:xfrm>
            <a:off x="5668051" y="1436402"/>
            <a:ext cx="1426016" cy="33058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BCFB9C0-3272-E74D-46FB-E5C959257E00}"/>
              </a:ext>
            </a:extLst>
          </p:cNvPr>
          <p:cNvSpPr/>
          <p:nvPr/>
        </p:nvSpPr>
        <p:spPr>
          <a:xfrm>
            <a:off x="718866" y="1206993"/>
            <a:ext cx="3800475" cy="4805362"/>
          </a:xfrm>
          <a:prstGeom prst="roundRect">
            <a:avLst>
              <a:gd name="adj" fmla="val 4637"/>
            </a:avLst>
          </a:prstGeom>
          <a:blipFill dpi="0" rotWithShape="1">
            <a:blip r:embed="rId14"/>
            <a:srcRect/>
            <a:stretch>
              <a:fillRect/>
            </a:stretch>
          </a:blip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标题 31">
            <a:extLst>
              <a:ext uri="{FF2B5EF4-FFF2-40B4-BE49-F238E27FC236}">
                <a16:creationId xmlns:a16="http://schemas.microsoft.com/office/drawing/2014/main" id="{B74C4749-55E1-44EF-A6CC-A4CA09500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+mn-lt"/>
              </a:rPr>
              <a:t>4.2 </a:t>
            </a:r>
            <a:r>
              <a:rPr lang="zh-CN" altLang="en-US" dirty="0">
                <a:cs typeface="+mn-ea"/>
                <a:sym typeface="+mn-lt"/>
              </a:rPr>
              <a:t>图片</a:t>
            </a:r>
            <a:r>
              <a:rPr lang="en-US" altLang="zh-CN" dirty="0">
                <a:cs typeface="+mn-ea"/>
                <a:sym typeface="+mn-lt"/>
              </a:rPr>
              <a:t>+</a:t>
            </a:r>
            <a:r>
              <a:rPr lang="zh-CN" altLang="en-US" dirty="0">
                <a:cs typeface="+mn-ea"/>
                <a:sym typeface="+mn-lt"/>
              </a:rPr>
              <a:t>总结</a:t>
            </a:r>
            <a:r>
              <a:rPr lang="en-US" altLang="zh-CN" dirty="0">
                <a:cs typeface="+mn-ea"/>
                <a:sym typeface="+mn-lt"/>
              </a:rPr>
              <a:t>+</a:t>
            </a:r>
            <a:r>
              <a:rPr lang="zh-CN" altLang="en-US" dirty="0">
                <a:cs typeface="+mn-ea"/>
                <a:sym typeface="+mn-lt"/>
              </a:rPr>
              <a:t>内容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E879623-9ACE-CCE6-DEA1-E8497270FC7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825117" y="1432418"/>
            <a:ext cx="11118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zh-CN" altLang="en-US" sz="1600" kern="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Regular" panose="020B0500000000000000" pitchFamily="34" charset="-122"/>
              </a:rPr>
              <a:t>标题</a:t>
            </a:r>
            <a:endParaRPr kumimoji="0" lang="en-US" altLang="zh-CN" sz="1600" b="0" i="0" u="none" strike="noStrike" kern="0" cap="none" spc="0" normalizeH="0" baseline="0" noProof="0" dirty="0">
              <a:solidFill>
                <a:schemeClr val="bg1"/>
              </a:solidFill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7D32D2A6-66C9-3443-785E-B23F5BA294F9}"/>
              </a:ext>
            </a:extLst>
          </p:cNvPr>
          <p:cNvSpPr/>
          <p:nvPr/>
        </p:nvSpPr>
        <p:spPr>
          <a:xfrm>
            <a:off x="5145972" y="1455682"/>
            <a:ext cx="330587" cy="330587"/>
          </a:xfrm>
          <a:prstGeom prst="ellipse">
            <a:avLst/>
          </a:prstGeom>
          <a:solidFill>
            <a:schemeClr val="accent1"/>
          </a:solidFill>
          <a:ln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8" name="female-call-center-agent_18188">
            <a:extLst>
              <a:ext uri="{FF2B5EF4-FFF2-40B4-BE49-F238E27FC236}">
                <a16:creationId xmlns:a16="http://schemas.microsoft.com/office/drawing/2014/main" id="{BFFB5E45-FCB7-A94F-E2F0-DCB7B3128303}"/>
              </a:ext>
            </a:extLst>
          </p:cNvPr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5231871" y="1528624"/>
            <a:ext cx="158789" cy="184702"/>
          </a:xfrm>
          <a:custGeom>
            <a:avLst/>
            <a:gdLst>
              <a:gd name="txL" fmla="*/ 0 w 473070"/>
              <a:gd name="txT" fmla="*/ 0 h 608839"/>
              <a:gd name="txR" fmla="*/ 473070 w 473070"/>
              <a:gd name="txB" fmla="*/ 608839 h 608839"/>
            </a:gdLst>
            <a:ahLst/>
            <a:cxnLst>
              <a:cxn ang="0">
                <a:pos x="260947" y="700132"/>
              </a:cxn>
              <a:cxn ang="0">
                <a:pos x="507732" y="700132"/>
              </a:cxn>
              <a:cxn ang="0">
                <a:pos x="685190" y="834120"/>
              </a:cxn>
              <a:cxn ang="0">
                <a:pos x="71861" y="991585"/>
              </a:cxn>
              <a:cxn ang="0">
                <a:pos x="222286" y="700132"/>
              </a:cxn>
              <a:cxn ang="0">
                <a:pos x="487466" y="406611"/>
              </a:cxn>
              <a:cxn ang="0">
                <a:pos x="431281" y="406611"/>
              </a:cxn>
              <a:cxn ang="0">
                <a:pos x="309415" y="378453"/>
              </a:cxn>
              <a:cxn ang="0">
                <a:pos x="309415" y="434768"/>
              </a:cxn>
              <a:cxn ang="0">
                <a:pos x="309415" y="378453"/>
              </a:cxn>
              <a:cxn ang="0">
                <a:pos x="582946" y="392980"/>
              </a:cxn>
              <a:cxn ang="0">
                <a:pos x="543124" y="249712"/>
              </a:cxn>
              <a:cxn ang="0">
                <a:pos x="184581" y="370975"/>
              </a:cxn>
              <a:cxn ang="0">
                <a:pos x="393428" y="304074"/>
              </a:cxn>
              <a:cxn ang="0">
                <a:pos x="384418" y="170575"/>
              </a:cxn>
              <a:cxn ang="0">
                <a:pos x="615791" y="370975"/>
              </a:cxn>
              <a:cxn ang="0">
                <a:pos x="664333" y="648181"/>
              </a:cxn>
              <a:cxn ang="0">
                <a:pos x="695727" y="542515"/>
              </a:cxn>
              <a:cxn ang="0">
                <a:pos x="464062" y="588571"/>
              </a:cxn>
              <a:cxn ang="0">
                <a:pos x="308263" y="589881"/>
              </a:cxn>
              <a:cxn ang="0">
                <a:pos x="77468" y="545284"/>
              </a:cxn>
              <a:cxn ang="0">
                <a:pos x="109006" y="648181"/>
              </a:cxn>
              <a:cxn ang="0">
                <a:pos x="337620" y="579388"/>
              </a:cxn>
              <a:cxn ang="0">
                <a:pos x="440226" y="563358"/>
              </a:cxn>
              <a:cxn ang="0">
                <a:pos x="509262" y="293291"/>
              </a:cxn>
              <a:cxn ang="0">
                <a:pos x="193446" y="429563"/>
              </a:cxn>
              <a:cxn ang="0">
                <a:pos x="181531" y="482322"/>
              </a:cxn>
              <a:cxn ang="0">
                <a:pos x="384418" y="138946"/>
              </a:cxn>
              <a:cxn ang="0">
                <a:pos x="453858" y="65016"/>
              </a:cxn>
              <a:cxn ang="0">
                <a:pos x="637149" y="250103"/>
              </a:cxn>
              <a:cxn ang="0">
                <a:pos x="328711" y="95330"/>
              </a:cxn>
              <a:cxn ang="0">
                <a:pos x="132196" y="249956"/>
              </a:cxn>
              <a:cxn ang="0">
                <a:pos x="319264" y="65016"/>
              </a:cxn>
              <a:cxn ang="0">
                <a:pos x="382765" y="0"/>
              </a:cxn>
              <a:cxn ang="0">
                <a:pos x="384364" y="0"/>
              </a:cxn>
              <a:cxn ang="0">
                <a:pos x="751144" y="339032"/>
              </a:cxn>
              <a:cxn ang="0">
                <a:pos x="634454" y="541634"/>
              </a:cxn>
              <a:cxn ang="0">
                <a:pos x="711761" y="293119"/>
              </a:cxn>
              <a:cxn ang="0">
                <a:pos x="55367" y="293119"/>
              </a:cxn>
              <a:cxn ang="0">
                <a:pos x="132675" y="465989"/>
              </a:cxn>
              <a:cxn ang="0">
                <a:pos x="383781" y="513359"/>
              </a:cxn>
              <a:cxn ang="0">
                <a:pos x="383781" y="582446"/>
              </a:cxn>
              <a:cxn ang="0">
                <a:pos x="132675" y="508258"/>
              </a:cxn>
              <a:cxn ang="0">
                <a:pos x="0" y="403749"/>
              </a:cxn>
              <a:cxn ang="0">
                <a:pos x="365762" y="438"/>
              </a:cxn>
            </a:cxnLst>
            <a:rect l="txL" t="txT" r="txR" b="txB"/>
            <a:pathLst>
              <a:path w="473070" h="608839">
                <a:moveTo>
                  <a:pt x="137079" y="429885"/>
                </a:moveTo>
                <a:lnTo>
                  <a:pt x="160920" y="429885"/>
                </a:lnTo>
                <a:lnTo>
                  <a:pt x="238626" y="519854"/>
                </a:lnTo>
                <a:lnTo>
                  <a:pt x="313106" y="429885"/>
                </a:lnTo>
                <a:lnTo>
                  <a:pt x="340174" y="429885"/>
                </a:lnTo>
                <a:cubicBezTo>
                  <a:pt x="385615" y="429885"/>
                  <a:pt x="422541" y="466678"/>
                  <a:pt x="422541" y="512155"/>
                </a:cubicBezTo>
                <a:lnTo>
                  <a:pt x="432848" y="608839"/>
                </a:lnTo>
                <a:lnTo>
                  <a:pt x="44315" y="608839"/>
                </a:lnTo>
                <a:lnTo>
                  <a:pt x="54712" y="512155"/>
                </a:lnTo>
                <a:cubicBezTo>
                  <a:pt x="54712" y="466768"/>
                  <a:pt x="91548" y="429885"/>
                  <a:pt x="137079" y="429885"/>
                </a:cubicBezTo>
                <a:close/>
                <a:moveTo>
                  <a:pt x="283285" y="232372"/>
                </a:moveTo>
                <a:cubicBezTo>
                  <a:pt x="292853" y="232372"/>
                  <a:pt x="300609" y="240113"/>
                  <a:pt x="300609" y="249661"/>
                </a:cubicBezTo>
                <a:cubicBezTo>
                  <a:pt x="300609" y="259209"/>
                  <a:pt x="292853" y="266950"/>
                  <a:pt x="283285" y="266950"/>
                </a:cubicBezTo>
                <a:cubicBezTo>
                  <a:pt x="273717" y="266950"/>
                  <a:pt x="265961" y="259209"/>
                  <a:pt x="265961" y="249661"/>
                </a:cubicBezTo>
                <a:cubicBezTo>
                  <a:pt x="265961" y="240113"/>
                  <a:pt x="273717" y="232372"/>
                  <a:pt x="283285" y="232372"/>
                </a:cubicBezTo>
                <a:close/>
                <a:moveTo>
                  <a:pt x="190809" y="232372"/>
                </a:moveTo>
                <a:cubicBezTo>
                  <a:pt x="200357" y="232372"/>
                  <a:pt x="208098" y="240113"/>
                  <a:pt x="208098" y="249661"/>
                </a:cubicBezTo>
                <a:cubicBezTo>
                  <a:pt x="208098" y="259209"/>
                  <a:pt x="200357" y="266950"/>
                  <a:pt x="190809" y="266950"/>
                </a:cubicBezTo>
                <a:cubicBezTo>
                  <a:pt x="181261" y="266950"/>
                  <a:pt x="173520" y="259209"/>
                  <a:pt x="173520" y="249661"/>
                </a:cubicBezTo>
                <a:cubicBezTo>
                  <a:pt x="173520" y="240113"/>
                  <a:pt x="181261" y="232372"/>
                  <a:pt x="190809" y="232372"/>
                </a:cubicBezTo>
                <a:close/>
                <a:moveTo>
                  <a:pt x="334932" y="153325"/>
                </a:moveTo>
                <a:cubicBezTo>
                  <a:pt x="331526" y="173192"/>
                  <a:pt x="329196" y="214267"/>
                  <a:pt x="359489" y="241292"/>
                </a:cubicBezTo>
                <a:cubicBezTo>
                  <a:pt x="359937" y="236818"/>
                  <a:pt x="360296" y="232344"/>
                  <a:pt x="360296" y="227780"/>
                </a:cubicBezTo>
                <a:cubicBezTo>
                  <a:pt x="360296" y="199770"/>
                  <a:pt x="350795" y="173997"/>
                  <a:pt x="334932" y="153325"/>
                </a:cubicBezTo>
                <a:close/>
                <a:moveTo>
                  <a:pt x="237061" y="104733"/>
                </a:moveTo>
                <a:cubicBezTo>
                  <a:pt x="169125" y="104733"/>
                  <a:pt x="113827" y="159947"/>
                  <a:pt x="113827" y="227780"/>
                </a:cubicBezTo>
                <a:cubicBezTo>
                  <a:pt x="113827" y="229480"/>
                  <a:pt x="114006" y="231180"/>
                  <a:pt x="114006" y="232881"/>
                </a:cubicBezTo>
                <a:cubicBezTo>
                  <a:pt x="138742" y="195922"/>
                  <a:pt x="175937" y="183483"/>
                  <a:pt x="242618" y="186704"/>
                </a:cubicBezTo>
                <a:cubicBezTo>
                  <a:pt x="300068" y="189658"/>
                  <a:pt x="314945" y="147151"/>
                  <a:pt x="317993" y="135159"/>
                </a:cubicBezTo>
                <a:cubicBezTo>
                  <a:pt x="296303" y="116277"/>
                  <a:pt x="268071" y="104733"/>
                  <a:pt x="237061" y="104733"/>
                </a:cubicBezTo>
                <a:close/>
                <a:moveTo>
                  <a:pt x="237061" y="85314"/>
                </a:moveTo>
                <a:cubicBezTo>
                  <a:pt x="315842" y="85314"/>
                  <a:pt x="379744" y="149119"/>
                  <a:pt x="379744" y="227780"/>
                </a:cubicBezTo>
                <a:cubicBezTo>
                  <a:pt x="379744" y="282010"/>
                  <a:pt x="349361" y="329170"/>
                  <a:pt x="304638" y="353243"/>
                </a:cubicBezTo>
                <a:cubicBezTo>
                  <a:pt x="326507" y="378031"/>
                  <a:pt x="376697" y="391991"/>
                  <a:pt x="409679" y="397987"/>
                </a:cubicBezTo>
                <a:lnTo>
                  <a:pt x="409679" y="339909"/>
                </a:lnTo>
                <a:cubicBezTo>
                  <a:pt x="416491" y="338388"/>
                  <a:pt x="422944" y="336061"/>
                  <a:pt x="429038" y="333108"/>
                </a:cubicBezTo>
                <a:lnTo>
                  <a:pt x="429038" y="420359"/>
                </a:lnTo>
                <a:cubicBezTo>
                  <a:pt x="429038" y="420359"/>
                  <a:pt x="322295" y="409978"/>
                  <a:pt x="286176" y="361386"/>
                </a:cubicBezTo>
                <a:cubicBezTo>
                  <a:pt x="270850" y="367024"/>
                  <a:pt x="254359" y="370245"/>
                  <a:pt x="237061" y="370245"/>
                </a:cubicBezTo>
                <a:cubicBezTo>
                  <a:pt x="220570" y="370245"/>
                  <a:pt x="204886" y="367292"/>
                  <a:pt x="190098" y="362191"/>
                </a:cubicBezTo>
                <a:cubicBezTo>
                  <a:pt x="153441" y="410068"/>
                  <a:pt x="47773" y="420359"/>
                  <a:pt x="47773" y="420359"/>
                </a:cubicBezTo>
                <a:lnTo>
                  <a:pt x="47773" y="334808"/>
                </a:lnTo>
                <a:cubicBezTo>
                  <a:pt x="53957" y="337403"/>
                  <a:pt x="60500" y="339372"/>
                  <a:pt x="67222" y="340625"/>
                </a:cubicBezTo>
                <a:lnTo>
                  <a:pt x="67222" y="397987"/>
                </a:lnTo>
                <a:cubicBezTo>
                  <a:pt x="99845" y="392081"/>
                  <a:pt x="149229" y="378389"/>
                  <a:pt x="171456" y="354137"/>
                </a:cubicBezTo>
                <a:cubicBezTo>
                  <a:pt x="185616" y="355748"/>
                  <a:pt x="196909" y="356196"/>
                  <a:pt x="208202" y="355748"/>
                </a:cubicBezTo>
                <a:cubicBezTo>
                  <a:pt x="215103" y="362997"/>
                  <a:pt x="225500" y="367382"/>
                  <a:pt x="236792" y="367382"/>
                </a:cubicBezTo>
                <a:cubicBezTo>
                  <a:pt x="253014" y="367382"/>
                  <a:pt x="266727" y="358254"/>
                  <a:pt x="271477" y="345905"/>
                </a:cubicBezTo>
                <a:cubicBezTo>
                  <a:pt x="311540" y="334182"/>
                  <a:pt x="343177" y="302682"/>
                  <a:pt x="355097" y="262770"/>
                </a:cubicBezTo>
                <a:cubicBezTo>
                  <a:pt x="323370" y="240308"/>
                  <a:pt x="314856" y="206929"/>
                  <a:pt x="314049" y="180082"/>
                </a:cubicBezTo>
                <a:cubicBezTo>
                  <a:pt x="299619" y="195116"/>
                  <a:pt x="277034" y="207824"/>
                  <a:pt x="241632" y="206123"/>
                </a:cubicBezTo>
                <a:cubicBezTo>
                  <a:pt x="170918" y="202633"/>
                  <a:pt x="140356" y="216773"/>
                  <a:pt x="119294" y="263754"/>
                </a:cubicBezTo>
                <a:cubicBezTo>
                  <a:pt x="124492" y="280488"/>
                  <a:pt x="133096" y="295701"/>
                  <a:pt x="144389" y="308588"/>
                </a:cubicBezTo>
                <a:cubicBezTo>
                  <a:pt x="131214" y="305098"/>
                  <a:pt x="120549" y="300713"/>
                  <a:pt x="111945" y="296149"/>
                </a:cubicBezTo>
                <a:cubicBezTo>
                  <a:pt x="100831" y="275835"/>
                  <a:pt x="94378" y="252568"/>
                  <a:pt x="94378" y="227780"/>
                </a:cubicBezTo>
                <a:cubicBezTo>
                  <a:pt x="94378" y="149119"/>
                  <a:pt x="158281" y="85314"/>
                  <a:pt x="237061" y="85314"/>
                </a:cubicBezTo>
                <a:close/>
                <a:moveTo>
                  <a:pt x="236501" y="36341"/>
                </a:moveTo>
                <a:cubicBezTo>
                  <a:pt x="258641" y="36341"/>
                  <a:pt x="279884" y="39920"/>
                  <a:pt x="279884" y="39920"/>
                </a:cubicBezTo>
                <a:cubicBezTo>
                  <a:pt x="342181" y="54059"/>
                  <a:pt x="392824" y="98711"/>
                  <a:pt x="415771" y="157502"/>
                </a:cubicBezTo>
                <a:cubicBezTo>
                  <a:pt x="408421" y="155265"/>
                  <a:pt x="400712" y="153923"/>
                  <a:pt x="392914" y="153565"/>
                </a:cubicBezTo>
                <a:cubicBezTo>
                  <a:pt x="370326" y="105780"/>
                  <a:pt x="326674" y="70076"/>
                  <a:pt x="274148" y="58533"/>
                </a:cubicBezTo>
                <a:cubicBezTo>
                  <a:pt x="262047" y="55848"/>
                  <a:pt x="230764" y="52269"/>
                  <a:pt x="202708" y="58533"/>
                </a:cubicBezTo>
                <a:cubicBezTo>
                  <a:pt x="150272" y="70166"/>
                  <a:pt x="106620" y="105780"/>
                  <a:pt x="84031" y="153386"/>
                </a:cubicBezTo>
                <a:lnTo>
                  <a:pt x="81522" y="153475"/>
                </a:lnTo>
                <a:cubicBezTo>
                  <a:pt x="74709" y="153654"/>
                  <a:pt x="67987" y="154728"/>
                  <a:pt x="61533" y="156428"/>
                </a:cubicBezTo>
                <a:cubicBezTo>
                  <a:pt x="84659" y="98174"/>
                  <a:pt x="135034" y="53969"/>
                  <a:pt x="196882" y="39920"/>
                </a:cubicBezTo>
                <a:cubicBezTo>
                  <a:pt x="196882" y="39920"/>
                  <a:pt x="217319" y="36341"/>
                  <a:pt x="236501" y="36341"/>
                </a:cubicBezTo>
                <a:close/>
                <a:moveTo>
                  <a:pt x="236042" y="0"/>
                </a:moveTo>
                <a:cubicBezTo>
                  <a:pt x="236221" y="0"/>
                  <a:pt x="236401" y="0"/>
                  <a:pt x="236490" y="0"/>
                </a:cubicBezTo>
                <a:cubicBezTo>
                  <a:pt x="236669" y="0"/>
                  <a:pt x="236849" y="0"/>
                  <a:pt x="237028" y="0"/>
                </a:cubicBezTo>
                <a:cubicBezTo>
                  <a:pt x="240523" y="0"/>
                  <a:pt x="244018" y="89"/>
                  <a:pt x="247513" y="268"/>
                </a:cubicBezTo>
                <a:cubicBezTo>
                  <a:pt x="361591" y="5907"/>
                  <a:pt x="453534" y="95313"/>
                  <a:pt x="463213" y="208168"/>
                </a:cubicBezTo>
                <a:cubicBezTo>
                  <a:pt x="469486" y="219981"/>
                  <a:pt x="473070" y="233495"/>
                  <a:pt x="473070" y="247904"/>
                </a:cubicBezTo>
                <a:cubicBezTo>
                  <a:pt x="473070" y="293726"/>
                  <a:pt x="436687" y="330956"/>
                  <a:pt x="391253" y="332567"/>
                </a:cubicBezTo>
                <a:lnTo>
                  <a:pt x="391253" y="163151"/>
                </a:lnTo>
                <a:cubicBezTo>
                  <a:pt x="409086" y="163778"/>
                  <a:pt x="425485" y="169953"/>
                  <a:pt x="438927" y="179976"/>
                </a:cubicBezTo>
                <a:cubicBezTo>
                  <a:pt x="417330" y="88243"/>
                  <a:pt x="334886" y="19600"/>
                  <a:pt x="236490" y="19421"/>
                </a:cubicBezTo>
                <a:cubicBezTo>
                  <a:pt x="138184" y="19689"/>
                  <a:pt x="55740" y="88243"/>
                  <a:pt x="34143" y="179976"/>
                </a:cubicBezTo>
                <a:cubicBezTo>
                  <a:pt x="47585" y="170042"/>
                  <a:pt x="63984" y="163778"/>
                  <a:pt x="81817" y="163151"/>
                </a:cubicBezTo>
                <a:lnTo>
                  <a:pt x="81817" y="286119"/>
                </a:lnTo>
                <a:cubicBezTo>
                  <a:pt x="98485" y="303391"/>
                  <a:pt x="135048" y="325944"/>
                  <a:pt x="212922" y="326660"/>
                </a:cubicBezTo>
                <a:cubicBezTo>
                  <a:pt x="217403" y="319948"/>
                  <a:pt x="226274" y="315205"/>
                  <a:pt x="236669" y="315205"/>
                </a:cubicBezTo>
                <a:cubicBezTo>
                  <a:pt x="251545" y="315205"/>
                  <a:pt x="263643" y="324691"/>
                  <a:pt x="263643" y="336415"/>
                </a:cubicBezTo>
                <a:cubicBezTo>
                  <a:pt x="263643" y="348139"/>
                  <a:pt x="251545" y="357626"/>
                  <a:pt x="236669" y="357626"/>
                </a:cubicBezTo>
                <a:cubicBezTo>
                  <a:pt x="226274" y="357626"/>
                  <a:pt x="217313" y="352883"/>
                  <a:pt x="212832" y="346081"/>
                </a:cubicBezTo>
                <a:cubicBezTo>
                  <a:pt x="145174" y="345544"/>
                  <a:pt x="105206" y="329256"/>
                  <a:pt x="81817" y="312073"/>
                </a:cubicBezTo>
                <a:lnTo>
                  <a:pt x="81817" y="332567"/>
                </a:lnTo>
                <a:cubicBezTo>
                  <a:pt x="36383" y="330956"/>
                  <a:pt x="0" y="293726"/>
                  <a:pt x="0" y="247904"/>
                </a:cubicBezTo>
                <a:cubicBezTo>
                  <a:pt x="0" y="233495"/>
                  <a:pt x="3585" y="219981"/>
                  <a:pt x="9858" y="208168"/>
                </a:cubicBezTo>
                <a:cubicBezTo>
                  <a:pt x="19536" y="95313"/>
                  <a:pt x="111479" y="5907"/>
                  <a:pt x="225557" y="268"/>
                </a:cubicBezTo>
                <a:cubicBezTo>
                  <a:pt x="229052" y="89"/>
                  <a:pt x="232547" y="0"/>
                  <a:pt x="236042" y="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21" name="矩形 90">
            <a:extLst>
              <a:ext uri="{FF2B5EF4-FFF2-40B4-BE49-F238E27FC236}">
                <a16:creationId xmlns:a16="http://schemas.microsoft.com/office/drawing/2014/main" id="{AA7909E1-B6E4-FD4B-1860-B665F46CCA8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636152" y="1848357"/>
            <a:ext cx="2492550" cy="1259279"/>
          </a:xfrm>
          <a:prstGeom prst="rect">
            <a:avLst/>
          </a:prstGeom>
          <a:noFill/>
          <a:ln w="28575" cap="flat" cmpd="sng">
            <a:noFill/>
            <a:prstDash val="solid"/>
            <a:miter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>
            <a:noAutofit/>
          </a:bodyPr>
          <a:lstStyle/>
          <a:p>
            <a:pPr hangingPunct="0">
              <a:lnSpc>
                <a:spcPct val="125000"/>
              </a:lnSpc>
              <a:spcAft>
                <a:spcPts val="500"/>
              </a:spcAft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单击此处输入您的正文。文字是您思想的提炼，为了最终演示发布的良好效果，请尽量言简意赅的阐述观点</a:t>
            </a:r>
            <a:r>
              <a:rPr lang="en-US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;</a:t>
            </a: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 根据需要可酌情增减文字，以使观者可以准确理解您所传达的信息。</a:t>
            </a:r>
            <a:endParaRPr lang="en-US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90D7E9B-4546-A095-F217-84388228B8BF}"/>
              </a:ext>
            </a:extLst>
          </p:cNvPr>
          <p:cNvSpPr txBox="1"/>
          <p:nvPr/>
        </p:nvSpPr>
        <p:spPr>
          <a:xfrm>
            <a:off x="5179117" y="5564850"/>
            <a:ext cx="6317558" cy="37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hangingPunct="0">
              <a:lnSpc>
                <a:spcPct val="125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单击此处输入关键性总结。</a:t>
            </a:r>
            <a:endParaRPr lang="en-US" altLang="zh-CN" sz="16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CDEF774C-CBD5-3264-8684-FF859C7B5745}"/>
              </a:ext>
            </a:extLst>
          </p:cNvPr>
          <p:cNvSpPr/>
          <p:nvPr/>
        </p:nvSpPr>
        <p:spPr>
          <a:xfrm>
            <a:off x="9034498" y="1436402"/>
            <a:ext cx="1426016" cy="33058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EAE3B06-3304-F3BD-5E02-939E2C7412D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9191564" y="1432418"/>
            <a:ext cx="11118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zh-CN" altLang="en-US" sz="1600" kern="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Regular" panose="020B0500000000000000" pitchFamily="34" charset="-122"/>
              </a:rPr>
              <a:t>标题</a:t>
            </a:r>
            <a:endParaRPr kumimoji="0" lang="en-US" altLang="zh-CN" sz="1600" b="0" i="0" u="none" strike="noStrike" kern="0" cap="none" spc="0" normalizeH="0" baseline="0" noProof="0" dirty="0">
              <a:solidFill>
                <a:schemeClr val="bg1"/>
              </a:solidFill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16D58040-4025-A409-D07A-79FC40971E1E}"/>
              </a:ext>
            </a:extLst>
          </p:cNvPr>
          <p:cNvSpPr/>
          <p:nvPr/>
        </p:nvSpPr>
        <p:spPr>
          <a:xfrm>
            <a:off x="8512419" y="1455682"/>
            <a:ext cx="330587" cy="330587"/>
          </a:xfrm>
          <a:prstGeom prst="ellipse">
            <a:avLst/>
          </a:prstGeom>
          <a:solidFill>
            <a:schemeClr val="accent2"/>
          </a:solidFill>
          <a:ln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3" name="矩形 90">
            <a:extLst>
              <a:ext uri="{FF2B5EF4-FFF2-40B4-BE49-F238E27FC236}">
                <a16:creationId xmlns:a16="http://schemas.microsoft.com/office/drawing/2014/main" id="{884CE9BA-E162-691D-C11C-CF080F23AAD6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9002599" y="1848357"/>
            <a:ext cx="2492550" cy="1259279"/>
          </a:xfrm>
          <a:prstGeom prst="rect">
            <a:avLst/>
          </a:prstGeom>
          <a:noFill/>
          <a:ln w="28575" cap="flat" cmpd="sng">
            <a:noFill/>
            <a:prstDash val="solid"/>
            <a:miter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>
            <a:noAutofit/>
          </a:bodyPr>
          <a:lstStyle/>
          <a:p>
            <a:pPr hangingPunct="0">
              <a:lnSpc>
                <a:spcPct val="125000"/>
              </a:lnSpc>
              <a:spcAft>
                <a:spcPts val="500"/>
              </a:spcAft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单击此处输入您的正文。文字是您思想的提炼，为了最终演示发布的良好效果，请尽量言简意赅的阐述观点</a:t>
            </a:r>
            <a:r>
              <a:rPr lang="en-US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;</a:t>
            </a: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 根据需要可酌情增减文字，以使观者可以准确理解您所传达的信息。</a:t>
            </a:r>
            <a:endParaRPr lang="en-US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54" name="Freeform 17">
            <a:extLst>
              <a:ext uri="{FF2B5EF4-FFF2-40B4-BE49-F238E27FC236}">
                <a16:creationId xmlns:a16="http://schemas.microsoft.com/office/drawing/2014/main" id="{60A6B047-AB6C-AA59-FA46-A73D48C518C2}"/>
              </a:ext>
            </a:extLst>
          </p:cNvPr>
          <p:cNvSpPr>
            <a:spLocks noEditPoints="1"/>
          </p:cNvSpPr>
          <p:nvPr>
            <p:custDataLst>
              <p:tags r:id="rId6"/>
            </p:custDataLst>
          </p:nvPr>
        </p:nvSpPr>
        <p:spPr bwMode="auto">
          <a:xfrm>
            <a:off x="8576895" y="1535733"/>
            <a:ext cx="201635" cy="170485"/>
          </a:xfrm>
          <a:custGeom>
            <a:avLst/>
            <a:gdLst>
              <a:gd name="T0" fmla="*/ 70 w 72"/>
              <a:gd name="T1" fmla="*/ 16 h 61"/>
              <a:gd name="T2" fmla="*/ 56 w 72"/>
              <a:gd name="T3" fmla="*/ 18 h 61"/>
              <a:gd name="T4" fmla="*/ 43 w 72"/>
              <a:gd name="T5" fmla="*/ 46 h 61"/>
              <a:gd name="T6" fmla="*/ 12 w 72"/>
              <a:gd name="T7" fmla="*/ 46 h 61"/>
              <a:gd name="T8" fmla="*/ 13 w 72"/>
              <a:gd name="T9" fmla="*/ 49 h 61"/>
              <a:gd name="T10" fmla="*/ 48 w 72"/>
              <a:gd name="T11" fmla="*/ 51 h 61"/>
              <a:gd name="T12" fmla="*/ 13 w 72"/>
              <a:gd name="T13" fmla="*/ 52 h 61"/>
              <a:gd name="T14" fmla="*/ 9 w 72"/>
              <a:gd name="T15" fmla="*/ 45 h 61"/>
              <a:gd name="T16" fmla="*/ 7 w 72"/>
              <a:gd name="T17" fmla="*/ 42 h 61"/>
              <a:gd name="T18" fmla="*/ 1 w 72"/>
              <a:gd name="T19" fmla="*/ 23 h 61"/>
              <a:gd name="T20" fmla="*/ 10 w 72"/>
              <a:gd name="T21" fmla="*/ 41 h 61"/>
              <a:gd name="T22" fmla="*/ 43 w 72"/>
              <a:gd name="T23" fmla="*/ 43 h 61"/>
              <a:gd name="T24" fmla="*/ 54 w 72"/>
              <a:gd name="T25" fmla="*/ 17 h 61"/>
              <a:gd name="T26" fmla="*/ 70 w 72"/>
              <a:gd name="T27" fmla="*/ 13 h 61"/>
              <a:gd name="T28" fmla="*/ 18 w 72"/>
              <a:gd name="T29" fmla="*/ 57 h 61"/>
              <a:gd name="T30" fmla="*/ 11 w 72"/>
              <a:gd name="T31" fmla="*/ 57 h 61"/>
              <a:gd name="T32" fmla="*/ 18 w 72"/>
              <a:gd name="T33" fmla="*/ 57 h 61"/>
              <a:gd name="T34" fmla="*/ 14 w 72"/>
              <a:gd name="T35" fmla="*/ 55 h 61"/>
              <a:gd name="T36" fmla="*/ 14 w 72"/>
              <a:gd name="T37" fmla="*/ 59 h 61"/>
              <a:gd name="T38" fmla="*/ 45 w 72"/>
              <a:gd name="T39" fmla="*/ 57 h 61"/>
              <a:gd name="T40" fmla="*/ 38 w 72"/>
              <a:gd name="T41" fmla="*/ 57 h 61"/>
              <a:gd name="T42" fmla="*/ 45 w 72"/>
              <a:gd name="T43" fmla="*/ 57 h 61"/>
              <a:gd name="T44" fmla="*/ 41 w 72"/>
              <a:gd name="T45" fmla="*/ 55 h 61"/>
              <a:gd name="T46" fmla="*/ 41 w 72"/>
              <a:gd name="T47" fmla="*/ 59 h 61"/>
              <a:gd name="T48" fmla="*/ 12 w 72"/>
              <a:gd name="T49" fmla="*/ 37 h 61"/>
              <a:gd name="T50" fmla="*/ 45 w 72"/>
              <a:gd name="T51" fmla="*/ 36 h 61"/>
              <a:gd name="T52" fmla="*/ 12 w 72"/>
              <a:gd name="T53" fmla="*/ 35 h 61"/>
              <a:gd name="T54" fmla="*/ 12 w 72"/>
              <a:gd name="T55" fmla="*/ 37 h 61"/>
              <a:gd name="T56" fmla="*/ 12 w 72"/>
              <a:gd name="T57" fmla="*/ 40 h 61"/>
              <a:gd name="T58" fmla="*/ 43 w 72"/>
              <a:gd name="T59" fmla="*/ 41 h 61"/>
              <a:gd name="T60" fmla="*/ 43 w 72"/>
              <a:gd name="T61" fmla="*/ 39 h 61"/>
              <a:gd name="T62" fmla="*/ 37 w 72"/>
              <a:gd name="T63" fmla="*/ 31 h 61"/>
              <a:gd name="T64" fmla="*/ 44 w 72"/>
              <a:gd name="T65" fmla="*/ 30 h 61"/>
              <a:gd name="T66" fmla="*/ 43 w 72"/>
              <a:gd name="T67" fmla="*/ 0 h 61"/>
              <a:gd name="T68" fmla="*/ 36 w 72"/>
              <a:gd name="T69" fmla="*/ 0 h 61"/>
              <a:gd name="T70" fmla="*/ 37 w 72"/>
              <a:gd name="T71" fmla="*/ 31 h 61"/>
              <a:gd name="T72" fmla="*/ 31 w 72"/>
              <a:gd name="T73" fmla="*/ 31 h 61"/>
              <a:gd name="T74" fmla="*/ 32 w 72"/>
              <a:gd name="T75" fmla="*/ 8 h 61"/>
              <a:gd name="T76" fmla="*/ 25 w 72"/>
              <a:gd name="T77" fmla="*/ 8 h 61"/>
              <a:gd name="T78" fmla="*/ 24 w 72"/>
              <a:gd name="T79" fmla="*/ 30 h 61"/>
              <a:gd name="T80" fmla="*/ 13 w 72"/>
              <a:gd name="T81" fmla="*/ 31 h 61"/>
              <a:gd name="T82" fmla="*/ 20 w 72"/>
              <a:gd name="T83" fmla="*/ 30 h 61"/>
              <a:gd name="T84" fmla="*/ 20 w 72"/>
              <a:gd name="T85" fmla="*/ 16 h 61"/>
              <a:gd name="T86" fmla="*/ 13 w 72"/>
              <a:gd name="T87" fmla="*/ 16 h 61"/>
              <a:gd name="T88" fmla="*/ 13 w 72"/>
              <a:gd name="T89" fmla="*/ 31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72" h="61">
                <a:moveTo>
                  <a:pt x="72" y="14"/>
                </a:moveTo>
                <a:cubicBezTo>
                  <a:pt x="72" y="15"/>
                  <a:pt x="71" y="16"/>
                  <a:pt x="70" y="16"/>
                </a:cubicBezTo>
                <a:cubicBezTo>
                  <a:pt x="59" y="16"/>
                  <a:pt x="59" y="16"/>
                  <a:pt x="59" y="16"/>
                </a:cubicBezTo>
                <a:cubicBezTo>
                  <a:pt x="58" y="16"/>
                  <a:pt x="57" y="17"/>
                  <a:pt x="56" y="18"/>
                </a:cubicBezTo>
                <a:cubicBezTo>
                  <a:pt x="49" y="42"/>
                  <a:pt x="49" y="42"/>
                  <a:pt x="49" y="42"/>
                </a:cubicBezTo>
                <a:cubicBezTo>
                  <a:pt x="48" y="44"/>
                  <a:pt x="46" y="46"/>
                  <a:pt x="43" y="46"/>
                </a:cubicBezTo>
                <a:cubicBezTo>
                  <a:pt x="13" y="46"/>
                  <a:pt x="13" y="46"/>
                  <a:pt x="13" y="46"/>
                </a:cubicBezTo>
                <a:cubicBezTo>
                  <a:pt x="13" y="46"/>
                  <a:pt x="12" y="46"/>
                  <a:pt x="12" y="46"/>
                </a:cubicBezTo>
                <a:cubicBezTo>
                  <a:pt x="12" y="48"/>
                  <a:pt x="12" y="48"/>
                  <a:pt x="12" y="48"/>
                </a:cubicBezTo>
                <a:cubicBezTo>
                  <a:pt x="12" y="49"/>
                  <a:pt x="12" y="49"/>
                  <a:pt x="13" y="49"/>
                </a:cubicBezTo>
                <a:cubicBezTo>
                  <a:pt x="47" y="49"/>
                  <a:pt x="47" y="49"/>
                  <a:pt x="47" y="49"/>
                </a:cubicBezTo>
                <a:cubicBezTo>
                  <a:pt x="47" y="49"/>
                  <a:pt x="48" y="50"/>
                  <a:pt x="48" y="51"/>
                </a:cubicBezTo>
                <a:cubicBezTo>
                  <a:pt x="48" y="52"/>
                  <a:pt x="47" y="52"/>
                  <a:pt x="47" y="52"/>
                </a:cubicBezTo>
                <a:cubicBezTo>
                  <a:pt x="13" y="52"/>
                  <a:pt x="13" y="52"/>
                  <a:pt x="13" y="52"/>
                </a:cubicBezTo>
                <a:cubicBezTo>
                  <a:pt x="11" y="52"/>
                  <a:pt x="9" y="50"/>
                  <a:pt x="9" y="48"/>
                </a:cubicBezTo>
                <a:cubicBezTo>
                  <a:pt x="9" y="45"/>
                  <a:pt x="9" y="45"/>
                  <a:pt x="9" y="45"/>
                </a:cubicBezTo>
                <a:cubicBezTo>
                  <a:pt x="9" y="45"/>
                  <a:pt x="9" y="44"/>
                  <a:pt x="9" y="44"/>
                </a:cubicBezTo>
                <a:cubicBezTo>
                  <a:pt x="8" y="44"/>
                  <a:pt x="8" y="43"/>
                  <a:pt x="7" y="42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4"/>
                  <a:pt x="0" y="23"/>
                  <a:pt x="1" y="23"/>
                </a:cubicBezTo>
                <a:cubicBezTo>
                  <a:pt x="1" y="22"/>
                  <a:pt x="2" y="23"/>
                  <a:pt x="3" y="24"/>
                </a:cubicBezTo>
                <a:cubicBezTo>
                  <a:pt x="10" y="41"/>
                  <a:pt x="10" y="41"/>
                  <a:pt x="10" y="41"/>
                </a:cubicBezTo>
                <a:cubicBezTo>
                  <a:pt x="11" y="42"/>
                  <a:pt x="12" y="43"/>
                  <a:pt x="13" y="43"/>
                </a:cubicBezTo>
                <a:cubicBezTo>
                  <a:pt x="43" y="43"/>
                  <a:pt x="43" y="43"/>
                  <a:pt x="43" y="43"/>
                </a:cubicBezTo>
                <a:cubicBezTo>
                  <a:pt x="44" y="43"/>
                  <a:pt x="46" y="42"/>
                  <a:pt x="46" y="41"/>
                </a:cubicBezTo>
                <a:cubicBezTo>
                  <a:pt x="54" y="17"/>
                  <a:pt x="54" y="17"/>
                  <a:pt x="54" y="17"/>
                </a:cubicBezTo>
                <a:cubicBezTo>
                  <a:pt x="54" y="15"/>
                  <a:pt x="57" y="13"/>
                  <a:pt x="59" y="13"/>
                </a:cubicBezTo>
                <a:cubicBezTo>
                  <a:pt x="70" y="13"/>
                  <a:pt x="70" y="13"/>
                  <a:pt x="70" y="13"/>
                </a:cubicBezTo>
                <a:cubicBezTo>
                  <a:pt x="71" y="13"/>
                  <a:pt x="72" y="13"/>
                  <a:pt x="72" y="14"/>
                </a:cubicBezTo>
                <a:close/>
                <a:moveTo>
                  <a:pt x="18" y="57"/>
                </a:moveTo>
                <a:cubicBezTo>
                  <a:pt x="18" y="59"/>
                  <a:pt x="16" y="61"/>
                  <a:pt x="14" y="61"/>
                </a:cubicBezTo>
                <a:cubicBezTo>
                  <a:pt x="12" y="61"/>
                  <a:pt x="11" y="59"/>
                  <a:pt x="11" y="57"/>
                </a:cubicBezTo>
                <a:cubicBezTo>
                  <a:pt x="11" y="55"/>
                  <a:pt x="12" y="53"/>
                  <a:pt x="14" y="53"/>
                </a:cubicBezTo>
                <a:cubicBezTo>
                  <a:pt x="16" y="53"/>
                  <a:pt x="18" y="55"/>
                  <a:pt x="18" y="57"/>
                </a:cubicBezTo>
                <a:close/>
                <a:moveTo>
                  <a:pt x="16" y="57"/>
                </a:moveTo>
                <a:cubicBezTo>
                  <a:pt x="16" y="56"/>
                  <a:pt x="15" y="55"/>
                  <a:pt x="14" y="55"/>
                </a:cubicBezTo>
                <a:cubicBezTo>
                  <a:pt x="14" y="55"/>
                  <a:pt x="13" y="56"/>
                  <a:pt x="13" y="57"/>
                </a:cubicBezTo>
                <a:cubicBezTo>
                  <a:pt x="13" y="58"/>
                  <a:pt x="14" y="59"/>
                  <a:pt x="14" y="59"/>
                </a:cubicBezTo>
                <a:cubicBezTo>
                  <a:pt x="15" y="59"/>
                  <a:pt x="16" y="58"/>
                  <a:pt x="16" y="57"/>
                </a:cubicBezTo>
                <a:close/>
                <a:moveTo>
                  <a:pt x="45" y="57"/>
                </a:moveTo>
                <a:cubicBezTo>
                  <a:pt x="45" y="59"/>
                  <a:pt x="43" y="61"/>
                  <a:pt x="41" y="61"/>
                </a:cubicBezTo>
                <a:cubicBezTo>
                  <a:pt x="39" y="61"/>
                  <a:pt x="38" y="59"/>
                  <a:pt x="38" y="57"/>
                </a:cubicBezTo>
                <a:cubicBezTo>
                  <a:pt x="38" y="55"/>
                  <a:pt x="39" y="53"/>
                  <a:pt x="41" y="53"/>
                </a:cubicBezTo>
                <a:cubicBezTo>
                  <a:pt x="43" y="53"/>
                  <a:pt x="45" y="55"/>
                  <a:pt x="45" y="57"/>
                </a:cubicBezTo>
                <a:close/>
                <a:moveTo>
                  <a:pt x="43" y="57"/>
                </a:moveTo>
                <a:cubicBezTo>
                  <a:pt x="43" y="56"/>
                  <a:pt x="42" y="55"/>
                  <a:pt x="41" y="55"/>
                </a:cubicBezTo>
                <a:cubicBezTo>
                  <a:pt x="40" y="55"/>
                  <a:pt x="40" y="56"/>
                  <a:pt x="40" y="57"/>
                </a:cubicBezTo>
                <a:cubicBezTo>
                  <a:pt x="40" y="58"/>
                  <a:pt x="40" y="59"/>
                  <a:pt x="41" y="59"/>
                </a:cubicBezTo>
                <a:cubicBezTo>
                  <a:pt x="42" y="59"/>
                  <a:pt x="43" y="58"/>
                  <a:pt x="43" y="57"/>
                </a:cubicBezTo>
                <a:close/>
                <a:moveTo>
                  <a:pt x="12" y="37"/>
                </a:moveTo>
                <a:cubicBezTo>
                  <a:pt x="44" y="37"/>
                  <a:pt x="44" y="37"/>
                  <a:pt x="44" y="37"/>
                </a:cubicBezTo>
                <a:cubicBezTo>
                  <a:pt x="45" y="37"/>
                  <a:pt x="45" y="36"/>
                  <a:pt x="45" y="36"/>
                </a:cubicBezTo>
                <a:cubicBezTo>
                  <a:pt x="45" y="35"/>
                  <a:pt x="45" y="35"/>
                  <a:pt x="44" y="35"/>
                </a:cubicBezTo>
                <a:cubicBezTo>
                  <a:pt x="12" y="35"/>
                  <a:pt x="12" y="35"/>
                  <a:pt x="12" y="35"/>
                </a:cubicBezTo>
                <a:cubicBezTo>
                  <a:pt x="11" y="35"/>
                  <a:pt x="11" y="35"/>
                  <a:pt x="11" y="36"/>
                </a:cubicBezTo>
                <a:cubicBezTo>
                  <a:pt x="11" y="36"/>
                  <a:pt x="11" y="37"/>
                  <a:pt x="12" y="37"/>
                </a:cubicBezTo>
                <a:close/>
                <a:moveTo>
                  <a:pt x="13" y="39"/>
                </a:moveTo>
                <a:cubicBezTo>
                  <a:pt x="13" y="39"/>
                  <a:pt x="12" y="40"/>
                  <a:pt x="12" y="40"/>
                </a:cubicBezTo>
                <a:cubicBezTo>
                  <a:pt x="12" y="41"/>
                  <a:pt x="13" y="41"/>
                  <a:pt x="13" y="41"/>
                </a:cubicBezTo>
                <a:cubicBezTo>
                  <a:pt x="43" y="41"/>
                  <a:pt x="43" y="41"/>
                  <a:pt x="43" y="41"/>
                </a:cubicBezTo>
                <a:cubicBezTo>
                  <a:pt x="44" y="41"/>
                  <a:pt x="44" y="41"/>
                  <a:pt x="44" y="40"/>
                </a:cubicBezTo>
                <a:cubicBezTo>
                  <a:pt x="44" y="40"/>
                  <a:pt x="44" y="39"/>
                  <a:pt x="43" y="39"/>
                </a:cubicBezTo>
                <a:lnTo>
                  <a:pt x="13" y="39"/>
                </a:lnTo>
                <a:close/>
                <a:moveTo>
                  <a:pt x="37" y="31"/>
                </a:moveTo>
                <a:cubicBezTo>
                  <a:pt x="43" y="31"/>
                  <a:pt x="43" y="31"/>
                  <a:pt x="43" y="31"/>
                </a:cubicBezTo>
                <a:cubicBezTo>
                  <a:pt x="43" y="31"/>
                  <a:pt x="44" y="30"/>
                  <a:pt x="44" y="30"/>
                </a:cubicBezTo>
                <a:cubicBezTo>
                  <a:pt x="44" y="0"/>
                  <a:pt x="44" y="0"/>
                  <a:pt x="44" y="0"/>
                </a:cubicBezTo>
                <a:cubicBezTo>
                  <a:pt x="44" y="0"/>
                  <a:pt x="43" y="0"/>
                  <a:pt x="43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6" y="30"/>
                  <a:pt x="36" y="30"/>
                  <a:pt x="36" y="30"/>
                </a:cubicBezTo>
                <a:cubicBezTo>
                  <a:pt x="36" y="30"/>
                  <a:pt x="36" y="31"/>
                  <a:pt x="37" y="31"/>
                </a:cubicBezTo>
                <a:close/>
                <a:moveTo>
                  <a:pt x="25" y="31"/>
                </a:moveTo>
                <a:cubicBezTo>
                  <a:pt x="31" y="31"/>
                  <a:pt x="31" y="31"/>
                  <a:pt x="31" y="31"/>
                </a:cubicBezTo>
                <a:cubicBezTo>
                  <a:pt x="32" y="31"/>
                  <a:pt x="32" y="30"/>
                  <a:pt x="32" y="30"/>
                </a:cubicBezTo>
                <a:cubicBezTo>
                  <a:pt x="32" y="8"/>
                  <a:pt x="32" y="8"/>
                  <a:pt x="32" y="8"/>
                </a:cubicBezTo>
                <a:cubicBezTo>
                  <a:pt x="32" y="8"/>
                  <a:pt x="32" y="8"/>
                  <a:pt x="31" y="8"/>
                </a:cubicBezTo>
                <a:cubicBezTo>
                  <a:pt x="25" y="8"/>
                  <a:pt x="25" y="8"/>
                  <a:pt x="25" y="8"/>
                </a:cubicBezTo>
                <a:cubicBezTo>
                  <a:pt x="25" y="8"/>
                  <a:pt x="24" y="8"/>
                  <a:pt x="24" y="8"/>
                </a:cubicBezTo>
                <a:cubicBezTo>
                  <a:pt x="24" y="30"/>
                  <a:pt x="24" y="30"/>
                  <a:pt x="24" y="30"/>
                </a:cubicBezTo>
                <a:cubicBezTo>
                  <a:pt x="24" y="30"/>
                  <a:pt x="25" y="31"/>
                  <a:pt x="25" y="31"/>
                </a:cubicBezTo>
                <a:close/>
                <a:moveTo>
                  <a:pt x="13" y="31"/>
                </a:moveTo>
                <a:cubicBezTo>
                  <a:pt x="20" y="31"/>
                  <a:pt x="20" y="31"/>
                  <a:pt x="20" y="31"/>
                </a:cubicBezTo>
                <a:cubicBezTo>
                  <a:pt x="20" y="31"/>
                  <a:pt x="20" y="30"/>
                  <a:pt x="20" y="30"/>
                </a:cubicBezTo>
                <a:cubicBezTo>
                  <a:pt x="20" y="16"/>
                  <a:pt x="20" y="16"/>
                  <a:pt x="20" y="16"/>
                </a:cubicBezTo>
                <a:cubicBezTo>
                  <a:pt x="20" y="16"/>
                  <a:pt x="20" y="16"/>
                  <a:pt x="20" y="16"/>
                </a:cubicBezTo>
                <a:cubicBezTo>
                  <a:pt x="13" y="16"/>
                  <a:pt x="13" y="16"/>
                  <a:pt x="13" y="16"/>
                </a:cubicBezTo>
                <a:cubicBezTo>
                  <a:pt x="13" y="16"/>
                  <a:pt x="13" y="16"/>
                  <a:pt x="13" y="16"/>
                </a:cubicBezTo>
                <a:cubicBezTo>
                  <a:pt x="13" y="30"/>
                  <a:pt x="13" y="30"/>
                  <a:pt x="13" y="30"/>
                </a:cubicBezTo>
                <a:cubicBezTo>
                  <a:pt x="13" y="30"/>
                  <a:pt x="13" y="31"/>
                  <a:pt x="13" y="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90740" tIns="45373" rIns="90740" bIns="45373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785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BA01C702-6122-E3A8-5956-77A41C226296}"/>
              </a:ext>
            </a:extLst>
          </p:cNvPr>
          <p:cNvSpPr/>
          <p:nvPr/>
        </p:nvSpPr>
        <p:spPr>
          <a:xfrm>
            <a:off x="5668051" y="3438212"/>
            <a:ext cx="1426016" cy="33058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0C71C90-9942-9945-0CAF-E5C8DD6E2708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825117" y="3434228"/>
            <a:ext cx="11118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zh-CN" altLang="en-US" sz="1600" kern="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Regular" panose="020B0500000000000000" pitchFamily="34" charset="-122"/>
              </a:rPr>
              <a:t>标题</a:t>
            </a:r>
            <a:endParaRPr kumimoji="0" lang="en-US" altLang="zh-CN" sz="1600" b="0" i="0" u="none" strike="noStrike" kern="0" cap="none" spc="0" normalizeH="0" baseline="0" noProof="0" dirty="0">
              <a:solidFill>
                <a:schemeClr val="bg1"/>
              </a:solidFill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2FF0494F-4F84-5346-6CC2-6CE66EA4E91A}"/>
              </a:ext>
            </a:extLst>
          </p:cNvPr>
          <p:cNvSpPr/>
          <p:nvPr/>
        </p:nvSpPr>
        <p:spPr>
          <a:xfrm>
            <a:off x="5145972" y="3457492"/>
            <a:ext cx="330587" cy="330587"/>
          </a:xfrm>
          <a:prstGeom prst="ellipse">
            <a:avLst/>
          </a:prstGeom>
          <a:solidFill>
            <a:schemeClr val="accent1"/>
          </a:solidFill>
          <a:ln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9" name="矩形 90">
            <a:extLst>
              <a:ext uri="{FF2B5EF4-FFF2-40B4-BE49-F238E27FC236}">
                <a16:creationId xmlns:a16="http://schemas.microsoft.com/office/drawing/2014/main" id="{9F881AD1-7791-8BF8-B2C5-FAB7CFD2DC27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636152" y="3850167"/>
            <a:ext cx="2492550" cy="1259279"/>
          </a:xfrm>
          <a:prstGeom prst="rect">
            <a:avLst/>
          </a:prstGeom>
          <a:noFill/>
          <a:ln w="28575" cap="flat" cmpd="sng">
            <a:noFill/>
            <a:prstDash val="solid"/>
            <a:miter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>
            <a:noAutofit/>
          </a:bodyPr>
          <a:lstStyle/>
          <a:p>
            <a:pPr hangingPunct="0">
              <a:lnSpc>
                <a:spcPct val="125000"/>
              </a:lnSpc>
              <a:spcAft>
                <a:spcPts val="500"/>
              </a:spcAft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单击此处输入您的正文。文字是您思想的提炼，为了最终演示发布的良好效果，请尽量言简意赅的阐述观点</a:t>
            </a:r>
            <a:r>
              <a:rPr lang="en-US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;</a:t>
            </a: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 根据需要可酌情增减文字，以使观者可以准确理解您所传达的信息。</a:t>
            </a:r>
            <a:endParaRPr lang="en-US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8ACB657D-20B7-1D80-1640-BA27DFF11C02}"/>
              </a:ext>
            </a:extLst>
          </p:cNvPr>
          <p:cNvSpPr/>
          <p:nvPr/>
        </p:nvSpPr>
        <p:spPr>
          <a:xfrm>
            <a:off x="9034498" y="3438212"/>
            <a:ext cx="1426016" cy="33058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563D970-475D-F120-CD6E-F7BB612A0DA7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191564" y="3434228"/>
            <a:ext cx="11118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zh-CN" altLang="en-US" sz="1600" kern="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Regular" panose="020B0500000000000000" pitchFamily="34" charset="-122"/>
              </a:rPr>
              <a:t>标题</a:t>
            </a:r>
            <a:endParaRPr kumimoji="0" lang="en-US" altLang="zh-CN" sz="1600" b="0" i="0" u="none" strike="noStrike" kern="0" cap="none" spc="0" normalizeH="0" baseline="0" noProof="0" dirty="0">
              <a:solidFill>
                <a:schemeClr val="bg1"/>
              </a:solidFill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2DFB9A9B-A181-6758-A957-8DD15EEA9343}"/>
              </a:ext>
            </a:extLst>
          </p:cNvPr>
          <p:cNvSpPr/>
          <p:nvPr/>
        </p:nvSpPr>
        <p:spPr>
          <a:xfrm>
            <a:off x="8512419" y="3457492"/>
            <a:ext cx="330587" cy="330587"/>
          </a:xfrm>
          <a:prstGeom prst="ellipse">
            <a:avLst/>
          </a:prstGeom>
          <a:solidFill>
            <a:schemeClr val="accent2"/>
          </a:solidFill>
          <a:ln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3" name="矩形 90">
            <a:extLst>
              <a:ext uri="{FF2B5EF4-FFF2-40B4-BE49-F238E27FC236}">
                <a16:creationId xmlns:a16="http://schemas.microsoft.com/office/drawing/2014/main" id="{87EF9246-5040-908D-80C5-D2A4A144F779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9002599" y="3850167"/>
            <a:ext cx="2492550" cy="1259279"/>
          </a:xfrm>
          <a:prstGeom prst="rect">
            <a:avLst/>
          </a:prstGeom>
          <a:noFill/>
          <a:ln w="28575" cap="flat" cmpd="sng">
            <a:noFill/>
            <a:prstDash val="solid"/>
            <a:miter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>
            <a:noAutofit/>
          </a:bodyPr>
          <a:lstStyle/>
          <a:p>
            <a:pPr hangingPunct="0">
              <a:lnSpc>
                <a:spcPct val="125000"/>
              </a:lnSpc>
              <a:spcAft>
                <a:spcPts val="500"/>
              </a:spcAft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单击此处输入您的正文。文字是您思想的提炼，为了最终演示发布的良好效果，请尽量言简意赅的阐述观点</a:t>
            </a:r>
            <a:r>
              <a:rPr lang="en-US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;</a:t>
            </a: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 根据需要可酌情增减文字，以使观者可以准确理解您所传达的信息。</a:t>
            </a:r>
            <a:endParaRPr lang="en-US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65" name="íṥḷïḋé">
            <a:extLst>
              <a:ext uri="{FF2B5EF4-FFF2-40B4-BE49-F238E27FC236}">
                <a16:creationId xmlns:a16="http://schemas.microsoft.com/office/drawing/2014/main" id="{E01D992D-D20D-E4E5-5AE3-BDA5ACBEF830}"/>
              </a:ext>
            </a:extLst>
          </p:cNvPr>
          <p:cNvSpPr/>
          <p:nvPr/>
        </p:nvSpPr>
        <p:spPr>
          <a:xfrm>
            <a:off x="5230290" y="3538603"/>
            <a:ext cx="161950" cy="168364"/>
          </a:xfrm>
          <a:custGeom>
            <a:avLst/>
            <a:gdLst>
              <a:gd name="connsiteX0" fmla="*/ 466115 w 584423"/>
              <a:gd name="connsiteY0" fmla="*/ 268189 h 607568"/>
              <a:gd name="connsiteX1" fmla="*/ 479022 w 584423"/>
              <a:gd name="connsiteY1" fmla="*/ 270337 h 607568"/>
              <a:gd name="connsiteX2" fmla="*/ 502991 w 584423"/>
              <a:gd name="connsiteY2" fmla="*/ 288288 h 607568"/>
              <a:gd name="connsiteX3" fmla="*/ 527113 w 584423"/>
              <a:gd name="connsiteY3" fmla="*/ 270337 h 607568"/>
              <a:gd name="connsiteX4" fmla="*/ 539866 w 584423"/>
              <a:gd name="connsiteY4" fmla="*/ 268189 h 607568"/>
              <a:gd name="connsiteX5" fmla="*/ 552004 w 584423"/>
              <a:gd name="connsiteY5" fmla="*/ 271871 h 607568"/>
              <a:gd name="connsiteX6" fmla="*/ 584423 w 584423"/>
              <a:gd name="connsiteY6" fmla="*/ 316826 h 607568"/>
              <a:gd name="connsiteX7" fmla="*/ 584423 w 584423"/>
              <a:gd name="connsiteY7" fmla="*/ 389092 h 607568"/>
              <a:gd name="connsiteX8" fmla="*/ 582118 w 584423"/>
              <a:gd name="connsiteY8" fmla="*/ 396917 h 607568"/>
              <a:gd name="connsiteX9" fmla="*/ 557842 w 584423"/>
              <a:gd name="connsiteY9" fmla="*/ 433894 h 607568"/>
              <a:gd name="connsiteX10" fmla="*/ 557842 w 584423"/>
              <a:gd name="connsiteY10" fmla="*/ 530708 h 607568"/>
              <a:gd name="connsiteX11" fmla="*/ 543553 w 584423"/>
              <a:gd name="connsiteY11" fmla="*/ 544977 h 607568"/>
              <a:gd name="connsiteX12" fmla="*/ 462428 w 584423"/>
              <a:gd name="connsiteY12" fmla="*/ 544977 h 607568"/>
              <a:gd name="connsiteX13" fmla="*/ 448139 w 584423"/>
              <a:gd name="connsiteY13" fmla="*/ 530708 h 607568"/>
              <a:gd name="connsiteX14" fmla="*/ 448139 w 584423"/>
              <a:gd name="connsiteY14" fmla="*/ 433894 h 607568"/>
              <a:gd name="connsiteX15" fmla="*/ 423863 w 584423"/>
              <a:gd name="connsiteY15" fmla="*/ 396917 h 607568"/>
              <a:gd name="connsiteX16" fmla="*/ 421558 w 584423"/>
              <a:gd name="connsiteY16" fmla="*/ 389092 h 607568"/>
              <a:gd name="connsiteX17" fmla="*/ 421558 w 584423"/>
              <a:gd name="connsiteY17" fmla="*/ 316826 h 607568"/>
              <a:gd name="connsiteX18" fmla="*/ 453977 w 584423"/>
              <a:gd name="connsiteY18" fmla="*/ 271871 h 607568"/>
              <a:gd name="connsiteX19" fmla="*/ 466115 w 584423"/>
              <a:gd name="connsiteY19" fmla="*/ 268189 h 607568"/>
              <a:gd name="connsiteX20" fmla="*/ 44557 w 584423"/>
              <a:gd name="connsiteY20" fmla="*/ 268189 h 607568"/>
              <a:gd name="connsiteX21" fmla="*/ 57310 w 584423"/>
              <a:gd name="connsiteY21" fmla="*/ 270337 h 607568"/>
              <a:gd name="connsiteX22" fmla="*/ 81432 w 584423"/>
              <a:gd name="connsiteY22" fmla="*/ 288288 h 607568"/>
              <a:gd name="connsiteX23" fmla="*/ 105401 w 584423"/>
              <a:gd name="connsiteY23" fmla="*/ 270337 h 607568"/>
              <a:gd name="connsiteX24" fmla="*/ 118308 w 584423"/>
              <a:gd name="connsiteY24" fmla="*/ 268189 h 607568"/>
              <a:gd name="connsiteX25" fmla="*/ 130446 w 584423"/>
              <a:gd name="connsiteY25" fmla="*/ 271871 h 607568"/>
              <a:gd name="connsiteX26" fmla="*/ 162865 w 584423"/>
              <a:gd name="connsiteY26" fmla="*/ 316826 h 607568"/>
              <a:gd name="connsiteX27" fmla="*/ 162865 w 584423"/>
              <a:gd name="connsiteY27" fmla="*/ 389092 h 607568"/>
              <a:gd name="connsiteX28" fmla="*/ 160560 w 584423"/>
              <a:gd name="connsiteY28" fmla="*/ 396917 h 607568"/>
              <a:gd name="connsiteX29" fmla="*/ 136284 w 584423"/>
              <a:gd name="connsiteY29" fmla="*/ 433894 h 607568"/>
              <a:gd name="connsiteX30" fmla="*/ 136284 w 584423"/>
              <a:gd name="connsiteY30" fmla="*/ 530708 h 607568"/>
              <a:gd name="connsiteX31" fmla="*/ 121995 w 584423"/>
              <a:gd name="connsiteY31" fmla="*/ 544977 h 607568"/>
              <a:gd name="connsiteX32" fmla="*/ 40870 w 584423"/>
              <a:gd name="connsiteY32" fmla="*/ 544977 h 607568"/>
              <a:gd name="connsiteX33" fmla="*/ 26581 w 584423"/>
              <a:gd name="connsiteY33" fmla="*/ 530708 h 607568"/>
              <a:gd name="connsiteX34" fmla="*/ 26581 w 584423"/>
              <a:gd name="connsiteY34" fmla="*/ 433894 h 607568"/>
              <a:gd name="connsiteX35" fmla="*/ 2305 w 584423"/>
              <a:gd name="connsiteY35" fmla="*/ 396917 h 607568"/>
              <a:gd name="connsiteX36" fmla="*/ 0 w 584423"/>
              <a:gd name="connsiteY36" fmla="*/ 389092 h 607568"/>
              <a:gd name="connsiteX37" fmla="*/ 0 w 584423"/>
              <a:gd name="connsiteY37" fmla="*/ 316826 h 607568"/>
              <a:gd name="connsiteX38" fmla="*/ 32419 w 584423"/>
              <a:gd name="connsiteY38" fmla="*/ 271871 h 607568"/>
              <a:gd name="connsiteX39" fmla="*/ 44557 w 584423"/>
              <a:gd name="connsiteY39" fmla="*/ 268189 h 607568"/>
              <a:gd name="connsiteX40" fmla="*/ 283757 w 584423"/>
              <a:gd name="connsiteY40" fmla="*/ 227644 h 607568"/>
              <a:gd name="connsiteX41" fmla="*/ 300667 w 584423"/>
              <a:gd name="connsiteY41" fmla="*/ 227644 h 607568"/>
              <a:gd name="connsiteX42" fmla="*/ 306663 w 584423"/>
              <a:gd name="connsiteY42" fmla="*/ 230253 h 607568"/>
              <a:gd name="connsiteX43" fmla="*/ 307739 w 584423"/>
              <a:gd name="connsiteY43" fmla="*/ 239459 h 607568"/>
              <a:gd name="connsiteX44" fmla="*/ 298669 w 584423"/>
              <a:gd name="connsiteY44" fmla="*/ 252962 h 607568"/>
              <a:gd name="connsiteX45" fmla="*/ 302973 w 584423"/>
              <a:gd name="connsiteY45" fmla="*/ 288561 h 607568"/>
              <a:gd name="connsiteX46" fmla="*/ 294672 w 584423"/>
              <a:gd name="connsiteY46" fmla="*/ 310810 h 607568"/>
              <a:gd name="connsiteX47" fmla="*/ 289752 w 584423"/>
              <a:gd name="connsiteY47" fmla="*/ 310810 h 607568"/>
              <a:gd name="connsiteX48" fmla="*/ 281451 w 584423"/>
              <a:gd name="connsiteY48" fmla="*/ 288561 h 607568"/>
              <a:gd name="connsiteX49" fmla="*/ 285755 w 584423"/>
              <a:gd name="connsiteY49" fmla="*/ 252962 h 607568"/>
              <a:gd name="connsiteX50" fmla="*/ 276685 w 584423"/>
              <a:gd name="connsiteY50" fmla="*/ 239459 h 607568"/>
              <a:gd name="connsiteX51" fmla="*/ 277761 w 584423"/>
              <a:gd name="connsiteY51" fmla="*/ 230253 h 607568"/>
              <a:gd name="connsiteX52" fmla="*/ 283757 w 584423"/>
              <a:gd name="connsiteY52" fmla="*/ 227644 h 607568"/>
              <a:gd name="connsiteX53" fmla="*/ 243694 w 584423"/>
              <a:gd name="connsiteY53" fmla="*/ 226776 h 607568"/>
              <a:gd name="connsiteX54" fmla="*/ 248918 w 584423"/>
              <a:gd name="connsiteY54" fmla="*/ 230304 h 607568"/>
              <a:gd name="connsiteX55" fmla="*/ 285947 w 584423"/>
              <a:gd name="connsiteY55" fmla="*/ 331870 h 607568"/>
              <a:gd name="connsiteX56" fmla="*/ 298546 w 584423"/>
              <a:gd name="connsiteY56" fmla="*/ 331870 h 607568"/>
              <a:gd name="connsiteX57" fmla="*/ 335575 w 584423"/>
              <a:gd name="connsiteY57" fmla="*/ 230304 h 607568"/>
              <a:gd name="connsiteX58" fmla="*/ 342336 w 584423"/>
              <a:gd name="connsiteY58" fmla="*/ 226929 h 607568"/>
              <a:gd name="connsiteX59" fmla="*/ 360005 w 584423"/>
              <a:gd name="connsiteY59" fmla="*/ 232299 h 607568"/>
              <a:gd name="connsiteX60" fmla="*/ 360005 w 584423"/>
              <a:gd name="connsiteY60" fmla="*/ 232452 h 607568"/>
              <a:gd name="connsiteX61" fmla="*/ 397495 w 584423"/>
              <a:gd name="connsiteY61" fmla="*/ 284002 h 607568"/>
              <a:gd name="connsiteX62" fmla="*/ 397495 w 584423"/>
              <a:gd name="connsiteY62" fmla="*/ 391704 h 607568"/>
              <a:gd name="connsiteX63" fmla="*/ 396573 w 584423"/>
              <a:gd name="connsiteY63" fmla="*/ 394619 h 607568"/>
              <a:gd name="connsiteX64" fmla="*/ 358008 w 584423"/>
              <a:gd name="connsiteY64" fmla="*/ 453379 h 607568"/>
              <a:gd name="connsiteX65" fmla="*/ 358008 w 584423"/>
              <a:gd name="connsiteY65" fmla="*/ 602045 h 607568"/>
              <a:gd name="connsiteX66" fmla="*/ 352476 w 584423"/>
              <a:gd name="connsiteY66" fmla="*/ 607568 h 607568"/>
              <a:gd name="connsiteX67" fmla="*/ 232017 w 584423"/>
              <a:gd name="connsiteY67" fmla="*/ 607568 h 607568"/>
              <a:gd name="connsiteX68" fmla="*/ 226485 w 584423"/>
              <a:gd name="connsiteY68" fmla="*/ 602045 h 607568"/>
              <a:gd name="connsiteX69" fmla="*/ 226485 w 584423"/>
              <a:gd name="connsiteY69" fmla="*/ 453379 h 607568"/>
              <a:gd name="connsiteX70" fmla="*/ 187920 w 584423"/>
              <a:gd name="connsiteY70" fmla="*/ 394619 h 607568"/>
              <a:gd name="connsiteX71" fmla="*/ 186998 w 584423"/>
              <a:gd name="connsiteY71" fmla="*/ 391704 h 607568"/>
              <a:gd name="connsiteX72" fmla="*/ 186998 w 584423"/>
              <a:gd name="connsiteY72" fmla="*/ 284309 h 607568"/>
              <a:gd name="connsiteX73" fmla="*/ 224488 w 584423"/>
              <a:gd name="connsiteY73" fmla="*/ 232299 h 607568"/>
              <a:gd name="connsiteX74" fmla="*/ 243694 w 584423"/>
              <a:gd name="connsiteY74" fmla="*/ 226776 h 607568"/>
              <a:gd name="connsiteX75" fmla="*/ 503026 w 584423"/>
              <a:gd name="connsiteY75" fmla="*/ 160466 h 607568"/>
              <a:gd name="connsiteX76" fmla="*/ 550975 w 584423"/>
              <a:gd name="connsiteY76" fmla="*/ 208274 h 607568"/>
              <a:gd name="connsiteX77" fmla="*/ 503026 w 584423"/>
              <a:gd name="connsiteY77" fmla="*/ 256082 h 607568"/>
              <a:gd name="connsiteX78" fmla="*/ 455077 w 584423"/>
              <a:gd name="connsiteY78" fmla="*/ 208274 h 607568"/>
              <a:gd name="connsiteX79" fmla="*/ 503026 w 584423"/>
              <a:gd name="connsiteY79" fmla="*/ 160466 h 607568"/>
              <a:gd name="connsiteX80" fmla="*/ 81397 w 584423"/>
              <a:gd name="connsiteY80" fmla="*/ 160466 h 607568"/>
              <a:gd name="connsiteX81" fmla="*/ 129346 w 584423"/>
              <a:gd name="connsiteY81" fmla="*/ 208274 h 607568"/>
              <a:gd name="connsiteX82" fmla="*/ 81397 w 584423"/>
              <a:gd name="connsiteY82" fmla="*/ 256082 h 607568"/>
              <a:gd name="connsiteX83" fmla="*/ 33448 w 584423"/>
              <a:gd name="connsiteY83" fmla="*/ 208274 h 607568"/>
              <a:gd name="connsiteX84" fmla="*/ 81397 w 584423"/>
              <a:gd name="connsiteY84" fmla="*/ 160466 h 607568"/>
              <a:gd name="connsiteX85" fmla="*/ 292212 w 584423"/>
              <a:gd name="connsiteY85" fmla="*/ 79174 h 607568"/>
              <a:gd name="connsiteX86" fmla="*/ 353957 w 584423"/>
              <a:gd name="connsiteY86" fmla="*/ 140848 h 607568"/>
              <a:gd name="connsiteX87" fmla="*/ 292212 w 584423"/>
              <a:gd name="connsiteY87" fmla="*/ 202522 h 607568"/>
              <a:gd name="connsiteX88" fmla="*/ 230467 w 584423"/>
              <a:gd name="connsiteY88" fmla="*/ 140848 h 607568"/>
              <a:gd name="connsiteX89" fmla="*/ 292212 w 584423"/>
              <a:gd name="connsiteY89" fmla="*/ 79174 h 607568"/>
              <a:gd name="connsiteX90" fmla="*/ 292212 w 584423"/>
              <a:gd name="connsiteY90" fmla="*/ 0 h 607568"/>
              <a:gd name="connsiteX91" fmla="*/ 504683 w 584423"/>
              <a:gd name="connsiteY91" fmla="*/ 105068 h 607568"/>
              <a:gd name="connsiteX92" fmla="*/ 501764 w 584423"/>
              <a:gd name="connsiteY92" fmla="*/ 126542 h 607568"/>
              <a:gd name="connsiteX93" fmla="*/ 492546 w 584423"/>
              <a:gd name="connsiteY93" fmla="*/ 129610 h 607568"/>
              <a:gd name="connsiteX94" fmla="*/ 480409 w 584423"/>
              <a:gd name="connsiteY94" fmla="*/ 123628 h 607568"/>
              <a:gd name="connsiteX95" fmla="*/ 292212 w 584423"/>
              <a:gd name="connsiteY95" fmla="*/ 30677 h 607568"/>
              <a:gd name="connsiteX96" fmla="*/ 104014 w 584423"/>
              <a:gd name="connsiteY96" fmla="*/ 123628 h 607568"/>
              <a:gd name="connsiteX97" fmla="*/ 82659 w 584423"/>
              <a:gd name="connsiteY97" fmla="*/ 126542 h 607568"/>
              <a:gd name="connsiteX98" fmla="*/ 79740 w 584423"/>
              <a:gd name="connsiteY98" fmla="*/ 105068 h 607568"/>
              <a:gd name="connsiteX99" fmla="*/ 292212 w 584423"/>
              <a:gd name="connsiteY99" fmla="*/ 0 h 60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584423" h="607568">
                <a:moveTo>
                  <a:pt x="466115" y="268189"/>
                </a:moveTo>
                <a:cubicBezTo>
                  <a:pt x="470571" y="266808"/>
                  <a:pt x="475334" y="267575"/>
                  <a:pt x="479022" y="270337"/>
                </a:cubicBezTo>
                <a:lnTo>
                  <a:pt x="502991" y="288288"/>
                </a:lnTo>
                <a:lnTo>
                  <a:pt x="527113" y="270337"/>
                </a:lnTo>
                <a:cubicBezTo>
                  <a:pt x="530647" y="267575"/>
                  <a:pt x="535410" y="266808"/>
                  <a:pt x="539866" y="268189"/>
                </a:cubicBezTo>
                <a:cubicBezTo>
                  <a:pt x="539866" y="268189"/>
                  <a:pt x="551850" y="271871"/>
                  <a:pt x="552004" y="271871"/>
                </a:cubicBezTo>
                <a:cubicBezTo>
                  <a:pt x="571363" y="278315"/>
                  <a:pt x="584423" y="296420"/>
                  <a:pt x="584423" y="316826"/>
                </a:cubicBezTo>
                <a:lnTo>
                  <a:pt x="584423" y="389092"/>
                </a:lnTo>
                <a:cubicBezTo>
                  <a:pt x="584423" y="391854"/>
                  <a:pt x="583655" y="394615"/>
                  <a:pt x="582118" y="396917"/>
                </a:cubicBezTo>
                <a:lnTo>
                  <a:pt x="557842" y="433894"/>
                </a:lnTo>
                <a:lnTo>
                  <a:pt x="557842" y="530708"/>
                </a:lnTo>
                <a:cubicBezTo>
                  <a:pt x="557842" y="538686"/>
                  <a:pt x="551389" y="544977"/>
                  <a:pt x="543553" y="544977"/>
                </a:cubicBezTo>
                <a:lnTo>
                  <a:pt x="462428" y="544977"/>
                </a:lnTo>
                <a:cubicBezTo>
                  <a:pt x="454592" y="544977"/>
                  <a:pt x="448139" y="538686"/>
                  <a:pt x="448139" y="530708"/>
                </a:cubicBezTo>
                <a:lnTo>
                  <a:pt x="448139" y="433894"/>
                </a:lnTo>
                <a:lnTo>
                  <a:pt x="423863" y="396917"/>
                </a:lnTo>
                <a:cubicBezTo>
                  <a:pt x="422326" y="394615"/>
                  <a:pt x="421558" y="391854"/>
                  <a:pt x="421558" y="389092"/>
                </a:cubicBezTo>
                <a:lnTo>
                  <a:pt x="421558" y="316826"/>
                </a:lnTo>
                <a:cubicBezTo>
                  <a:pt x="421558" y="296420"/>
                  <a:pt x="434618" y="278315"/>
                  <a:pt x="453977" y="271871"/>
                </a:cubicBezTo>
                <a:cubicBezTo>
                  <a:pt x="454131" y="271871"/>
                  <a:pt x="466115" y="268189"/>
                  <a:pt x="466115" y="268189"/>
                </a:cubicBezTo>
                <a:close/>
                <a:moveTo>
                  <a:pt x="44557" y="268189"/>
                </a:moveTo>
                <a:cubicBezTo>
                  <a:pt x="49013" y="266808"/>
                  <a:pt x="53776" y="267575"/>
                  <a:pt x="57310" y="270337"/>
                </a:cubicBezTo>
                <a:lnTo>
                  <a:pt x="81432" y="288288"/>
                </a:lnTo>
                <a:lnTo>
                  <a:pt x="105401" y="270337"/>
                </a:lnTo>
                <a:cubicBezTo>
                  <a:pt x="109089" y="267575"/>
                  <a:pt x="113852" y="266808"/>
                  <a:pt x="118308" y="268189"/>
                </a:cubicBezTo>
                <a:cubicBezTo>
                  <a:pt x="118308" y="268189"/>
                  <a:pt x="130292" y="271871"/>
                  <a:pt x="130446" y="271871"/>
                </a:cubicBezTo>
                <a:cubicBezTo>
                  <a:pt x="149805" y="278315"/>
                  <a:pt x="162865" y="296420"/>
                  <a:pt x="162865" y="316826"/>
                </a:cubicBezTo>
                <a:lnTo>
                  <a:pt x="162865" y="389092"/>
                </a:lnTo>
                <a:cubicBezTo>
                  <a:pt x="162865" y="391854"/>
                  <a:pt x="162097" y="394615"/>
                  <a:pt x="160560" y="396917"/>
                </a:cubicBezTo>
                <a:lnTo>
                  <a:pt x="136284" y="433894"/>
                </a:lnTo>
                <a:lnTo>
                  <a:pt x="136284" y="530708"/>
                </a:lnTo>
                <a:cubicBezTo>
                  <a:pt x="136284" y="538686"/>
                  <a:pt x="129831" y="544977"/>
                  <a:pt x="121995" y="544977"/>
                </a:cubicBezTo>
                <a:lnTo>
                  <a:pt x="40870" y="544977"/>
                </a:lnTo>
                <a:cubicBezTo>
                  <a:pt x="33034" y="544977"/>
                  <a:pt x="26581" y="538686"/>
                  <a:pt x="26581" y="530708"/>
                </a:cubicBezTo>
                <a:lnTo>
                  <a:pt x="26581" y="433894"/>
                </a:lnTo>
                <a:lnTo>
                  <a:pt x="2305" y="396917"/>
                </a:lnTo>
                <a:cubicBezTo>
                  <a:pt x="768" y="394615"/>
                  <a:pt x="0" y="391854"/>
                  <a:pt x="0" y="389092"/>
                </a:cubicBezTo>
                <a:lnTo>
                  <a:pt x="0" y="316826"/>
                </a:lnTo>
                <a:cubicBezTo>
                  <a:pt x="0" y="296420"/>
                  <a:pt x="13060" y="278315"/>
                  <a:pt x="32419" y="271871"/>
                </a:cubicBezTo>
                <a:cubicBezTo>
                  <a:pt x="32573" y="271871"/>
                  <a:pt x="44557" y="268189"/>
                  <a:pt x="44557" y="268189"/>
                </a:cubicBezTo>
                <a:close/>
                <a:moveTo>
                  <a:pt x="283757" y="227644"/>
                </a:moveTo>
                <a:lnTo>
                  <a:pt x="300667" y="227644"/>
                </a:lnTo>
                <a:cubicBezTo>
                  <a:pt x="302973" y="227644"/>
                  <a:pt x="305126" y="228565"/>
                  <a:pt x="306663" y="230253"/>
                </a:cubicBezTo>
                <a:cubicBezTo>
                  <a:pt x="309123" y="232861"/>
                  <a:pt x="309430" y="236544"/>
                  <a:pt x="307739" y="239459"/>
                </a:cubicBezTo>
                <a:lnTo>
                  <a:pt x="298669" y="252962"/>
                </a:lnTo>
                <a:lnTo>
                  <a:pt x="302973" y="288561"/>
                </a:lnTo>
                <a:lnTo>
                  <a:pt x="294672" y="310810"/>
                </a:lnTo>
                <a:cubicBezTo>
                  <a:pt x="293749" y="312958"/>
                  <a:pt x="290675" y="312958"/>
                  <a:pt x="289752" y="310810"/>
                </a:cubicBezTo>
                <a:lnTo>
                  <a:pt x="281451" y="288561"/>
                </a:lnTo>
                <a:lnTo>
                  <a:pt x="285755" y="252962"/>
                </a:lnTo>
                <a:lnTo>
                  <a:pt x="276685" y="239459"/>
                </a:lnTo>
                <a:cubicBezTo>
                  <a:pt x="274994" y="236544"/>
                  <a:pt x="275302" y="232861"/>
                  <a:pt x="277761" y="230253"/>
                </a:cubicBezTo>
                <a:cubicBezTo>
                  <a:pt x="279299" y="228565"/>
                  <a:pt x="281451" y="227644"/>
                  <a:pt x="283757" y="227644"/>
                </a:cubicBezTo>
                <a:close/>
                <a:moveTo>
                  <a:pt x="243694" y="226776"/>
                </a:moveTo>
                <a:cubicBezTo>
                  <a:pt x="245999" y="226776"/>
                  <a:pt x="248150" y="228157"/>
                  <a:pt x="248918" y="230304"/>
                </a:cubicBezTo>
                <a:lnTo>
                  <a:pt x="285947" y="331870"/>
                </a:lnTo>
                <a:cubicBezTo>
                  <a:pt x="288098" y="337700"/>
                  <a:pt x="296395" y="337700"/>
                  <a:pt x="298546" y="331870"/>
                </a:cubicBezTo>
                <a:lnTo>
                  <a:pt x="335575" y="230304"/>
                </a:lnTo>
                <a:cubicBezTo>
                  <a:pt x="336651" y="227543"/>
                  <a:pt x="339570" y="226162"/>
                  <a:pt x="342336" y="226929"/>
                </a:cubicBezTo>
                <a:lnTo>
                  <a:pt x="360005" y="232299"/>
                </a:lnTo>
                <a:lnTo>
                  <a:pt x="360005" y="232452"/>
                </a:lnTo>
                <a:cubicBezTo>
                  <a:pt x="382438" y="239663"/>
                  <a:pt x="397495" y="260528"/>
                  <a:pt x="397495" y="284002"/>
                </a:cubicBezTo>
                <a:lnTo>
                  <a:pt x="397495" y="391704"/>
                </a:lnTo>
                <a:cubicBezTo>
                  <a:pt x="397495" y="392778"/>
                  <a:pt x="397188" y="393852"/>
                  <a:pt x="396573" y="394619"/>
                </a:cubicBezTo>
                <a:lnTo>
                  <a:pt x="358008" y="453379"/>
                </a:lnTo>
                <a:lnTo>
                  <a:pt x="358008" y="602045"/>
                </a:lnTo>
                <a:cubicBezTo>
                  <a:pt x="358008" y="605113"/>
                  <a:pt x="355549" y="607568"/>
                  <a:pt x="352476" y="607568"/>
                </a:cubicBezTo>
                <a:lnTo>
                  <a:pt x="232017" y="607568"/>
                </a:lnTo>
                <a:cubicBezTo>
                  <a:pt x="228944" y="607568"/>
                  <a:pt x="226485" y="605113"/>
                  <a:pt x="226485" y="602045"/>
                </a:cubicBezTo>
                <a:lnTo>
                  <a:pt x="226485" y="453379"/>
                </a:lnTo>
                <a:lnTo>
                  <a:pt x="187920" y="394619"/>
                </a:lnTo>
                <a:cubicBezTo>
                  <a:pt x="187305" y="393852"/>
                  <a:pt x="186998" y="392778"/>
                  <a:pt x="186998" y="391704"/>
                </a:cubicBezTo>
                <a:lnTo>
                  <a:pt x="186998" y="284309"/>
                </a:lnTo>
                <a:cubicBezTo>
                  <a:pt x="186998" y="260682"/>
                  <a:pt x="202055" y="239817"/>
                  <a:pt x="224488" y="232299"/>
                </a:cubicBezTo>
                <a:cubicBezTo>
                  <a:pt x="224488" y="232299"/>
                  <a:pt x="243233" y="226776"/>
                  <a:pt x="243694" y="226776"/>
                </a:cubicBezTo>
                <a:close/>
                <a:moveTo>
                  <a:pt x="503026" y="160466"/>
                </a:moveTo>
                <a:cubicBezTo>
                  <a:pt x="529508" y="160466"/>
                  <a:pt x="550975" y="181870"/>
                  <a:pt x="550975" y="208274"/>
                </a:cubicBezTo>
                <a:cubicBezTo>
                  <a:pt x="550975" y="234678"/>
                  <a:pt x="529508" y="256082"/>
                  <a:pt x="503026" y="256082"/>
                </a:cubicBezTo>
                <a:cubicBezTo>
                  <a:pt x="476544" y="256082"/>
                  <a:pt x="455077" y="234678"/>
                  <a:pt x="455077" y="208274"/>
                </a:cubicBezTo>
                <a:cubicBezTo>
                  <a:pt x="455077" y="181870"/>
                  <a:pt x="476544" y="160466"/>
                  <a:pt x="503026" y="160466"/>
                </a:cubicBezTo>
                <a:close/>
                <a:moveTo>
                  <a:pt x="81397" y="160466"/>
                </a:moveTo>
                <a:cubicBezTo>
                  <a:pt x="107879" y="160466"/>
                  <a:pt x="129346" y="181870"/>
                  <a:pt x="129346" y="208274"/>
                </a:cubicBezTo>
                <a:cubicBezTo>
                  <a:pt x="129346" y="234678"/>
                  <a:pt x="107879" y="256082"/>
                  <a:pt x="81397" y="256082"/>
                </a:cubicBezTo>
                <a:cubicBezTo>
                  <a:pt x="54915" y="256082"/>
                  <a:pt x="33448" y="234678"/>
                  <a:pt x="33448" y="208274"/>
                </a:cubicBezTo>
                <a:cubicBezTo>
                  <a:pt x="33448" y="181870"/>
                  <a:pt x="54915" y="160466"/>
                  <a:pt x="81397" y="160466"/>
                </a:cubicBezTo>
                <a:close/>
                <a:moveTo>
                  <a:pt x="292212" y="79174"/>
                </a:moveTo>
                <a:cubicBezTo>
                  <a:pt x="326313" y="79174"/>
                  <a:pt x="353957" y="106786"/>
                  <a:pt x="353957" y="140848"/>
                </a:cubicBezTo>
                <a:cubicBezTo>
                  <a:pt x="353957" y="174910"/>
                  <a:pt x="326313" y="202522"/>
                  <a:pt x="292212" y="202522"/>
                </a:cubicBezTo>
                <a:cubicBezTo>
                  <a:pt x="258111" y="202522"/>
                  <a:pt x="230467" y="174910"/>
                  <a:pt x="230467" y="140848"/>
                </a:cubicBezTo>
                <a:cubicBezTo>
                  <a:pt x="230467" y="106786"/>
                  <a:pt x="258111" y="79174"/>
                  <a:pt x="292212" y="79174"/>
                </a:cubicBezTo>
                <a:close/>
                <a:moveTo>
                  <a:pt x="292212" y="0"/>
                </a:moveTo>
                <a:cubicBezTo>
                  <a:pt x="376247" y="0"/>
                  <a:pt x="453677" y="38346"/>
                  <a:pt x="504683" y="105068"/>
                </a:cubicBezTo>
                <a:cubicBezTo>
                  <a:pt x="509906" y="111817"/>
                  <a:pt x="508523" y="121481"/>
                  <a:pt x="501764" y="126542"/>
                </a:cubicBezTo>
                <a:cubicBezTo>
                  <a:pt x="498998" y="128690"/>
                  <a:pt x="495772" y="129610"/>
                  <a:pt x="492546" y="129610"/>
                </a:cubicBezTo>
                <a:cubicBezTo>
                  <a:pt x="487937" y="129610"/>
                  <a:pt x="483328" y="127616"/>
                  <a:pt x="480409" y="123628"/>
                </a:cubicBezTo>
                <a:cubicBezTo>
                  <a:pt x="435088" y="64575"/>
                  <a:pt x="366569" y="30677"/>
                  <a:pt x="292212" y="30677"/>
                </a:cubicBezTo>
                <a:cubicBezTo>
                  <a:pt x="217854" y="30677"/>
                  <a:pt x="149335" y="64575"/>
                  <a:pt x="104014" y="123628"/>
                </a:cubicBezTo>
                <a:cubicBezTo>
                  <a:pt x="98944" y="130377"/>
                  <a:pt x="89265" y="131604"/>
                  <a:pt x="82659" y="126542"/>
                </a:cubicBezTo>
                <a:cubicBezTo>
                  <a:pt x="75900" y="121481"/>
                  <a:pt x="74517" y="111817"/>
                  <a:pt x="79740" y="105068"/>
                </a:cubicBezTo>
                <a:cubicBezTo>
                  <a:pt x="130746" y="38346"/>
                  <a:pt x="208176" y="0"/>
                  <a:pt x="292212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40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sz="1600" b="1" i="1" dirty="0">
              <a:solidFill>
                <a:schemeClr val="accent1"/>
              </a:solidFill>
            </a:endParaRPr>
          </a:p>
        </p:txBody>
      </p:sp>
      <p:sp>
        <p:nvSpPr>
          <p:cNvPr id="66" name="Freeform 42">
            <a:extLst>
              <a:ext uri="{FF2B5EF4-FFF2-40B4-BE49-F238E27FC236}">
                <a16:creationId xmlns:a16="http://schemas.microsoft.com/office/drawing/2014/main" id="{DF9441FC-064A-6F7E-C566-CB1146560878}"/>
              </a:ext>
            </a:extLst>
          </p:cNvPr>
          <p:cNvSpPr>
            <a:spLocks noEditPoints="1"/>
          </p:cNvSpPr>
          <p:nvPr>
            <p:custDataLst>
              <p:tags r:id="rId11"/>
            </p:custDataLst>
          </p:nvPr>
        </p:nvSpPr>
        <p:spPr bwMode="auto">
          <a:xfrm>
            <a:off x="8570610" y="3515574"/>
            <a:ext cx="214204" cy="214422"/>
          </a:xfrm>
          <a:custGeom>
            <a:avLst/>
            <a:gdLst>
              <a:gd name="T0" fmla="*/ 45 w 62"/>
              <a:gd name="T1" fmla="*/ 4 h 62"/>
              <a:gd name="T2" fmla="*/ 45 w 62"/>
              <a:gd name="T3" fmla="*/ 9 h 62"/>
              <a:gd name="T4" fmla="*/ 17 w 62"/>
              <a:gd name="T5" fmla="*/ 52 h 62"/>
              <a:gd name="T6" fmla="*/ 16 w 62"/>
              <a:gd name="T7" fmla="*/ 58 h 62"/>
              <a:gd name="T8" fmla="*/ 19 w 62"/>
              <a:gd name="T9" fmla="*/ 52 h 62"/>
              <a:gd name="T10" fmla="*/ 54 w 62"/>
              <a:gd name="T11" fmla="*/ 19 h 62"/>
              <a:gd name="T12" fmla="*/ 56 w 62"/>
              <a:gd name="T13" fmla="*/ 15 h 62"/>
              <a:gd name="T14" fmla="*/ 53 w 62"/>
              <a:gd name="T15" fmla="*/ 19 h 62"/>
              <a:gd name="T16" fmla="*/ 4 w 62"/>
              <a:gd name="T17" fmla="*/ 46 h 62"/>
              <a:gd name="T18" fmla="*/ 9 w 62"/>
              <a:gd name="T19" fmla="*/ 44 h 62"/>
              <a:gd name="T20" fmla="*/ 61 w 62"/>
              <a:gd name="T21" fmla="*/ 30 h 62"/>
              <a:gd name="T22" fmla="*/ 56 w 62"/>
              <a:gd name="T23" fmla="*/ 32 h 62"/>
              <a:gd name="T24" fmla="*/ 61 w 62"/>
              <a:gd name="T25" fmla="*/ 30 h 62"/>
              <a:gd name="T26" fmla="*/ 1 w 62"/>
              <a:gd name="T27" fmla="*/ 30 h 62"/>
              <a:gd name="T28" fmla="*/ 5 w 62"/>
              <a:gd name="T29" fmla="*/ 32 h 62"/>
              <a:gd name="T30" fmla="*/ 52 w 62"/>
              <a:gd name="T31" fmla="*/ 43 h 62"/>
              <a:gd name="T32" fmla="*/ 57 w 62"/>
              <a:gd name="T33" fmla="*/ 47 h 62"/>
              <a:gd name="T34" fmla="*/ 54 w 62"/>
              <a:gd name="T35" fmla="*/ 43 h 62"/>
              <a:gd name="T36" fmla="*/ 10 w 62"/>
              <a:gd name="T37" fmla="*/ 18 h 62"/>
              <a:gd name="T38" fmla="*/ 4 w 62"/>
              <a:gd name="T39" fmla="*/ 15 h 62"/>
              <a:gd name="T40" fmla="*/ 45 w 62"/>
              <a:gd name="T41" fmla="*/ 52 h 62"/>
              <a:gd name="T42" fmla="*/ 45 w 62"/>
              <a:gd name="T43" fmla="*/ 57 h 62"/>
              <a:gd name="T44" fmla="*/ 47 w 62"/>
              <a:gd name="T45" fmla="*/ 56 h 62"/>
              <a:gd name="T46" fmla="*/ 30 w 62"/>
              <a:gd name="T47" fmla="*/ 56 h 62"/>
              <a:gd name="T48" fmla="*/ 32 w 62"/>
              <a:gd name="T49" fmla="*/ 61 h 62"/>
              <a:gd name="T50" fmla="*/ 17 w 62"/>
              <a:gd name="T51" fmla="*/ 9 h 62"/>
              <a:gd name="T52" fmla="*/ 19 w 62"/>
              <a:gd name="T53" fmla="*/ 8 h 62"/>
              <a:gd name="T54" fmla="*/ 15 w 62"/>
              <a:gd name="T55" fmla="*/ 5 h 62"/>
              <a:gd name="T56" fmla="*/ 32 w 62"/>
              <a:gd name="T57" fmla="*/ 5 h 62"/>
              <a:gd name="T58" fmla="*/ 30 w 62"/>
              <a:gd name="T59" fmla="*/ 1 h 62"/>
              <a:gd name="T60" fmla="*/ 53 w 62"/>
              <a:gd name="T61" fmla="*/ 30 h 62"/>
              <a:gd name="T62" fmla="*/ 29 w 62"/>
              <a:gd name="T63" fmla="*/ 53 h 62"/>
              <a:gd name="T64" fmla="*/ 14 w 62"/>
              <a:gd name="T65" fmla="*/ 19 h 62"/>
              <a:gd name="T66" fmla="*/ 48 w 62"/>
              <a:gd name="T67" fmla="*/ 19 h 62"/>
              <a:gd name="T68" fmla="*/ 46 w 62"/>
              <a:gd name="T69" fmla="*/ 22 h 62"/>
              <a:gd name="T70" fmla="*/ 46 w 62"/>
              <a:gd name="T71" fmla="*/ 22 h 62"/>
              <a:gd name="T72" fmla="*/ 39 w 62"/>
              <a:gd name="T73" fmla="*/ 27 h 62"/>
              <a:gd name="T74" fmla="*/ 31 w 62"/>
              <a:gd name="T75" fmla="*/ 48 h 62"/>
              <a:gd name="T76" fmla="*/ 36 w 62"/>
              <a:gd name="T77" fmla="*/ 27 h 62"/>
              <a:gd name="T78" fmla="*/ 36 w 62"/>
              <a:gd name="T79" fmla="*/ 27 h 62"/>
              <a:gd name="T80" fmla="*/ 23 w 62"/>
              <a:gd name="T81" fmla="*/ 27 h 62"/>
              <a:gd name="T82" fmla="*/ 21 w 62"/>
              <a:gd name="T83" fmla="*/ 27 h 62"/>
              <a:gd name="T84" fmla="*/ 28 w 62"/>
              <a:gd name="T85" fmla="*/ 47 h 62"/>
              <a:gd name="T86" fmla="*/ 28 w 62"/>
              <a:gd name="T87" fmla="*/ 47 h 62"/>
              <a:gd name="T88" fmla="*/ 39 w 62"/>
              <a:gd name="T89" fmla="*/ 29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2" h="62">
                <a:moveTo>
                  <a:pt x="43" y="9"/>
                </a:moveTo>
                <a:cubicBezTo>
                  <a:pt x="43" y="9"/>
                  <a:pt x="43" y="9"/>
                  <a:pt x="43" y="8"/>
                </a:cubicBezTo>
                <a:cubicBezTo>
                  <a:pt x="45" y="4"/>
                  <a:pt x="45" y="4"/>
                  <a:pt x="45" y="4"/>
                </a:cubicBezTo>
                <a:cubicBezTo>
                  <a:pt x="45" y="4"/>
                  <a:pt x="46" y="4"/>
                  <a:pt x="46" y="4"/>
                </a:cubicBezTo>
                <a:cubicBezTo>
                  <a:pt x="47" y="4"/>
                  <a:pt x="47" y="5"/>
                  <a:pt x="47" y="5"/>
                </a:cubicBezTo>
                <a:cubicBezTo>
                  <a:pt x="45" y="9"/>
                  <a:pt x="45" y="9"/>
                  <a:pt x="45" y="9"/>
                </a:cubicBezTo>
                <a:cubicBezTo>
                  <a:pt x="44" y="9"/>
                  <a:pt x="44" y="10"/>
                  <a:pt x="44" y="10"/>
                </a:cubicBezTo>
                <a:cubicBezTo>
                  <a:pt x="43" y="10"/>
                  <a:pt x="43" y="9"/>
                  <a:pt x="43" y="9"/>
                </a:cubicBezTo>
                <a:close/>
                <a:moveTo>
                  <a:pt x="17" y="52"/>
                </a:moveTo>
                <a:cubicBezTo>
                  <a:pt x="15" y="56"/>
                  <a:pt x="15" y="56"/>
                  <a:pt x="15" y="56"/>
                </a:cubicBezTo>
                <a:cubicBezTo>
                  <a:pt x="15" y="57"/>
                  <a:pt x="15" y="57"/>
                  <a:pt x="15" y="58"/>
                </a:cubicBezTo>
                <a:cubicBezTo>
                  <a:pt x="16" y="58"/>
                  <a:pt x="16" y="58"/>
                  <a:pt x="16" y="58"/>
                </a:cubicBezTo>
                <a:cubicBezTo>
                  <a:pt x="16" y="58"/>
                  <a:pt x="17" y="57"/>
                  <a:pt x="17" y="57"/>
                </a:cubicBezTo>
                <a:cubicBezTo>
                  <a:pt x="19" y="53"/>
                  <a:pt x="19" y="53"/>
                  <a:pt x="19" y="53"/>
                </a:cubicBezTo>
                <a:cubicBezTo>
                  <a:pt x="19" y="53"/>
                  <a:pt x="19" y="52"/>
                  <a:pt x="19" y="52"/>
                </a:cubicBezTo>
                <a:cubicBezTo>
                  <a:pt x="18" y="52"/>
                  <a:pt x="18" y="52"/>
                  <a:pt x="17" y="52"/>
                </a:cubicBezTo>
                <a:close/>
                <a:moveTo>
                  <a:pt x="53" y="19"/>
                </a:moveTo>
                <a:cubicBezTo>
                  <a:pt x="53" y="19"/>
                  <a:pt x="53" y="19"/>
                  <a:pt x="54" y="19"/>
                </a:cubicBezTo>
                <a:cubicBezTo>
                  <a:pt x="57" y="17"/>
                  <a:pt x="57" y="17"/>
                  <a:pt x="57" y="17"/>
                </a:cubicBezTo>
                <a:cubicBezTo>
                  <a:pt x="58" y="16"/>
                  <a:pt x="58" y="16"/>
                  <a:pt x="58" y="15"/>
                </a:cubicBezTo>
                <a:cubicBezTo>
                  <a:pt x="57" y="15"/>
                  <a:pt x="57" y="14"/>
                  <a:pt x="56" y="15"/>
                </a:cubicBezTo>
                <a:cubicBezTo>
                  <a:pt x="53" y="17"/>
                  <a:pt x="53" y="17"/>
                  <a:pt x="53" y="17"/>
                </a:cubicBezTo>
                <a:cubicBezTo>
                  <a:pt x="52" y="17"/>
                  <a:pt x="52" y="18"/>
                  <a:pt x="52" y="18"/>
                </a:cubicBezTo>
                <a:cubicBezTo>
                  <a:pt x="52" y="19"/>
                  <a:pt x="53" y="19"/>
                  <a:pt x="53" y="19"/>
                </a:cubicBezTo>
                <a:close/>
                <a:moveTo>
                  <a:pt x="8" y="43"/>
                </a:moveTo>
                <a:cubicBezTo>
                  <a:pt x="4" y="45"/>
                  <a:pt x="4" y="45"/>
                  <a:pt x="4" y="45"/>
                </a:cubicBezTo>
                <a:cubicBezTo>
                  <a:pt x="4" y="45"/>
                  <a:pt x="4" y="46"/>
                  <a:pt x="4" y="46"/>
                </a:cubicBezTo>
                <a:cubicBezTo>
                  <a:pt x="4" y="46"/>
                  <a:pt x="5" y="47"/>
                  <a:pt x="5" y="47"/>
                </a:cubicBezTo>
                <a:cubicBezTo>
                  <a:pt x="5" y="47"/>
                  <a:pt x="5" y="47"/>
                  <a:pt x="5" y="47"/>
                </a:cubicBezTo>
                <a:cubicBezTo>
                  <a:pt x="9" y="44"/>
                  <a:pt x="9" y="44"/>
                  <a:pt x="9" y="44"/>
                </a:cubicBezTo>
                <a:cubicBezTo>
                  <a:pt x="10" y="44"/>
                  <a:pt x="10" y="43"/>
                  <a:pt x="10" y="43"/>
                </a:cubicBezTo>
                <a:cubicBezTo>
                  <a:pt x="9" y="42"/>
                  <a:pt x="9" y="42"/>
                  <a:pt x="8" y="43"/>
                </a:cubicBezTo>
                <a:close/>
                <a:moveTo>
                  <a:pt x="61" y="30"/>
                </a:moveTo>
                <a:cubicBezTo>
                  <a:pt x="56" y="30"/>
                  <a:pt x="56" y="30"/>
                  <a:pt x="56" y="30"/>
                </a:cubicBezTo>
                <a:cubicBezTo>
                  <a:pt x="56" y="30"/>
                  <a:pt x="55" y="30"/>
                  <a:pt x="55" y="31"/>
                </a:cubicBezTo>
                <a:cubicBezTo>
                  <a:pt x="55" y="31"/>
                  <a:pt x="56" y="32"/>
                  <a:pt x="56" y="32"/>
                </a:cubicBezTo>
                <a:cubicBezTo>
                  <a:pt x="61" y="32"/>
                  <a:pt x="61" y="32"/>
                  <a:pt x="61" y="32"/>
                </a:cubicBezTo>
                <a:cubicBezTo>
                  <a:pt x="61" y="32"/>
                  <a:pt x="62" y="31"/>
                  <a:pt x="62" y="31"/>
                </a:cubicBezTo>
                <a:cubicBezTo>
                  <a:pt x="62" y="30"/>
                  <a:pt x="61" y="30"/>
                  <a:pt x="61" y="30"/>
                </a:cubicBezTo>
                <a:close/>
                <a:moveTo>
                  <a:pt x="6" y="31"/>
                </a:moveTo>
                <a:cubicBezTo>
                  <a:pt x="6" y="30"/>
                  <a:pt x="6" y="30"/>
                  <a:pt x="5" y="30"/>
                </a:cubicBezTo>
                <a:cubicBezTo>
                  <a:pt x="1" y="30"/>
                  <a:pt x="1" y="30"/>
                  <a:pt x="1" y="30"/>
                </a:cubicBezTo>
                <a:cubicBezTo>
                  <a:pt x="0" y="30"/>
                  <a:pt x="0" y="30"/>
                  <a:pt x="0" y="31"/>
                </a:cubicBezTo>
                <a:cubicBezTo>
                  <a:pt x="0" y="31"/>
                  <a:pt x="0" y="32"/>
                  <a:pt x="1" y="32"/>
                </a:cubicBezTo>
                <a:cubicBezTo>
                  <a:pt x="5" y="32"/>
                  <a:pt x="5" y="32"/>
                  <a:pt x="5" y="32"/>
                </a:cubicBezTo>
                <a:cubicBezTo>
                  <a:pt x="6" y="32"/>
                  <a:pt x="6" y="31"/>
                  <a:pt x="6" y="31"/>
                </a:cubicBezTo>
                <a:close/>
                <a:moveTo>
                  <a:pt x="54" y="43"/>
                </a:moveTo>
                <a:cubicBezTo>
                  <a:pt x="53" y="42"/>
                  <a:pt x="52" y="42"/>
                  <a:pt x="52" y="43"/>
                </a:cubicBezTo>
                <a:cubicBezTo>
                  <a:pt x="52" y="43"/>
                  <a:pt x="52" y="44"/>
                  <a:pt x="53" y="44"/>
                </a:cubicBezTo>
                <a:cubicBezTo>
                  <a:pt x="56" y="47"/>
                  <a:pt x="56" y="47"/>
                  <a:pt x="56" y="47"/>
                </a:cubicBezTo>
                <a:cubicBezTo>
                  <a:pt x="57" y="47"/>
                  <a:pt x="57" y="47"/>
                  <a:pt x="57" y="47"/>
                </a:cubicBezTo>
                <a:cubicBezTo>
                  <a:pt x="57" y="47"/>
                  <a:pt x="58" y="46"/>
                  <a:pt x="58" y="46"/>
                </a:cubicBezTo>
                <a:cubicBezTo>
                  <a:pt x="58" y="46"/>
                  <a:pt x="58" y="45"/>
                  <a:pt x="57" y="45"/>
                </a:cubicBezTo>
                <a:lnTo>
                  <a:pt x="54" y="43"/>
                </a:lnTo>
                <a:close/>
                <a:moveTo>
                  <a:pt x="8" y="19"/>
                </a:moveTo>
                <a:cubicBezTo>
                  <a:pt x="8" y="19"/>
                  <a:pt x="9" y="19"/>
                  <a:pt x="9" y="19"/>
                </a:cubicBezTo>
                <a:cubicBezTo>
                  <a:pt x="9" y="19"/>
                  <a:pt x="9" y="19"/>
                  <a:pt x="10" y="18"/>
                </a:cubicBezTo>
                <a:cubicBezTo>
                  <a:pt x="10" y="18"/>
                  <a:pt x="10" y="17"/>
                  <a:pt x="9" y="17"/>
                </a:cubicBezTo>
                <a:cubicBezTo>
                  <a:pt x="5" y="15"/>
                  <a:pt x="5" y="15"/>
                  <a:pt x="5" y="15"/>
                </a:cubicBezTo>
                <a:cubicBezTo>
                  <a:pt x="5" y="14"/>
                  <a:pt x="4" y="15"/>
                  <a:pt x="4" y="15"/>
                </a:cubicBezTo>
                <a:cubicBezTo>
                  <a:pt x="4" y="16"/>
                  <a:pt x="4" y="16"/>
                  <a:pt x="4" y="17"/>
                </a:cubicBezTo>
                <a:lnTo>
                  <a:pt x="8" y="19"/>
                </a:lnTo>
                <a:close/>
                <a:moveTo>
                  <a:pt x="45" y="52"/>
                </a:moveTo>
                <a:cubicBezTo>
                  <a:pt x="44" y="52"/>
                  <a:pt x="44" y="52"/>
                  <a:pt x="43" y="52"/>
                </a:cubicBezTo>
                <a:cubicBezTo>
                  <a:pt x="43" y="52"/>
                  <a:pt x="43" y="53"/>
                  <a:pt x="43" y="53"/>
                </a:cubicBezTo>
                <a:cubicBezTo>
                  <a:pt x="45" y="57"/>
                  <a:pt x="45" y="57"/>
                  <a:pt x="45" y="57"/>
                </a:cubicBezTo>
                <a:cubicBezTo>
                  <a:pt x="45" y="57"/>
                  <a:pt x="46" y="58"/>
                  <a:pt x="46" y="58"/>
                </a:cubicBezTo>
                <a:cubicBezTo>
                  <a:pt x="46" y="58"/>
                  <a:pt x="46" y="58"/>
                  <a:pt x="46" y="58"/>
                </a:cubicBezTo>
                <a:cubicBezTo>
                  <a:pt x="47" y="57"/>
                  <a:pt x="47" y="57"/>
                  <a:pt x="47" y="56"/>
                </a:cubicBezTo>
                <a:lnTo>
                  <a:pt x="45" y="52"/>
                </a:lnTo>
                <a:close/>
                <a:moveTo>
                  <a:pt x="31" y="55"/>
                </a:moveTo>
                <a:cubicBezTo>
                  <a:pt x="30" y="55"/>
                  <a:pt x="30" y="56"/>
                  <a:pt x="30" y="56"/>
                </a:cubicBezTo>
                <a:cubicBezTo>
                  <a:pt x="30" y="61"/>
                  <a:pt x="30" y="61"/>
                  <a:pt x="30" y="61"/>
                </a:cubicBezTo>
                <a:cubicBezTo>
                  <a:pt x="30" y="61"/>
                  <a:pt x="30" y="62"/>
                  <a:pt x="31" y="62"/>
                </a:cubicBezTo>
                <a:cubicBezTo>
                  <a:pt x="31" y="62"/>
                  <a:pt x="32" y="61"/>
                  <a:pt x="32" y="61"/>
                </a:cubicBezTo>
                <a:cubicBezTo>
                  <a:pt x="32" y="56"/>
                  <a:pt x="32" y="56"/>
                  <a:pt x="32" y="56"/>
                </a:cubicBezTo>
                <a:cubicBezTo>
                  <a:pt x="32" y="56"/>
                  <a:pt x="31" y="55"/>
                  <a:pt x="31" y="55"/>
                </a:cubicBezTo>
                <a:close/>
                <a:moveTo>
                  <a:pt x="17" y="9"/>
                </a:moveTo>
                <a:cubicBezTo>
                  <a:pt x="17" y="9"/>
                  <a:pt x="18" y="10"/>
                  <a:pt x="18" y="10"/>
                </a:cubicBezTo>
                <a:cubicBezTo>
                  <a:pt x="18" y="10"/>
                  <a:pt x="18" y="9"/>
                  <a:pt x="19" y="9"/>
                </a:cubicBezTo>
                <a:cubicBezTo>
                  <a:pt x="19" y="9"/>
                  <a:pt x="19" y="9"/>
                  <a:pt x="19" y="8"/>
                </a:cubicBezTo>
                <a:cubicBezTo>
                  <a:pt x="17" y="4"/>
                  <a:pt x="17" y="4"/>
                  <a:pt x="17" y="4"/>
                </a:cubicBezTo>
                <a:cubicBezTo>
                  <a:pt x="16" y="4"/>
                  <a:pt x="16" y="4"/>
                  <a:pt x="15" y="4"/>
                </a:cubicBezTo>
                <a:cubicBezTo>
                  <a:pt x="15" y="4"/>
                  <a:pt x="15" y="5"/>
                  <a:pt x="15" y="5"/>
                </a:cubicBezTo>
                <a:lnTo>
                  <a:pt x="17" y="9"/>
                </a:lnTo>
                <a:close/>
                <a:moveTo>
                  <a:pt x="31" y="6"/>
                </a:moveTo>
                <a:cubicBezTo>
                  <a:pt x="31" y="6"/>
                  <a:pt x="32" y="6"/>
                  <a:pt x="32" y="5"/>
                </a:cubicBezTo>
                <a:cubicBezTo>
                  <a:pt x="32" y="1"/>
                  <a:pt x="32" y="1"/>
                  <a:pt x="32" y="1"/>
                </a:cubicBezTo>
                <a:cubicBezTo>
                  <a:pt x="32" y="0"/>
                  <a:pt x="31" y="0"/>
                  <a:pt x="31" y="0"/>
                </a:cubicBezTo>
                <a:cubicBezTo>
                  <a:pt x="30" y="0"/>
                  <a:pt x="30" y="0"/>
                  <a:pt x="30" y="1"/>
                </a:cubicBezTo>
                <a:cubicBezTo>
                  <a:pt x="30" y="5"/>
                  <a:pt x="30" y="5"/>
                  <a:pt x="30" y="5"/>
                </a:cubicBezTo>
                <a:cubicBezTo>
                  <a:pt x="30" y="6"/>
                  <a:pt x="30" y="6"/>
                  <a:pt x="31" y="6"/>
                </a:cubicBezTo>
                <a:close/>
                <a:moveTo>
                  <a:pt x="53" y="30"/>
                </a:moveTo>
                <a:cubicBezTo>
                  <a:pt x="32" y="53"/>
                  <a:pt x="32" y="53"/>
                  <a:pt x="32" y="53"/>
                </a:cubicBezTo>
                <a:cubicBezTo>
                  <a:pt x="32" y="53"/>
                  <a:pt x="31" y="53"/>
                  <a:pt x="31" y="53"/>
                </a:cubicBezTo>
                <a:cubicBezTo>
                  <a:pt x="30" y="53"/>
                  <a:pt x="30" y="53"/>
                  <a:pt x="29" y="53"/>
                </a:cubicBezTo>
                <a:cubicBezTo>
                  <a:pt x="9" y="30"/>
                  <a:pt x="9" y="30"/>
                  <a:pt x="9" y="30"/>
                </a:cubicBezTo>
                <a:cubicBezTo>
                  <a:pt x="8" y="29"/>
                  <a:pt x="8" y="28"/>
                  <a:pt x="9" y="27"/>
                </a:cubicBezTo>
                <a:cubicBezTo>
                  <a:pt x="14" y="19"/>
                  <a:pt x="14" y="19"/>
                  <a:pt x="14" y="19"/>
                </a:cubicBezTo>
                <a:cubicBezTo>
                  <a:pt x="14" y="19"/>
                  <a:pt x="15" y="18"/>
                  <a:pt x="15" y="18"/>
                </a:cubicBezTo>
                <a:cubicBezTo>
                  <a:pt x="46" y="18"/>
                  <a:pt x="46" y="18"/>
                  <a:pt x="46" y="18"/>
                </a:cubicBezTo>
                <a:cubicBezTo>
                  <a:pt x="47" y="18"/>
                  <a:pt x="48" y="19"/>
                  <a:pt x="48" y="19"/>
                </a:cubicBezTo>
                <a:cubicBezTo>
                  <a:pt x="53" y="27"/>
                  <a:pt x="53" y="27"/>
                  <a:pt x="53" y="27"/>
                </a:cubicBezTo>
                <a:cubicBezTo>
                  <a:pt x="54" y="28"/>
                  <a:pt x="54" y="29"/>
                  <a:pt x="53" y="30"/>
                </a:cubicBezTo>
                <a:close/>
                <a:moveTo>
                  <a:pt x="46" y="22"/>
                </a:moveTo>
                <a:cubicBezTo>
                  <a:pt x="41" y="27"/>
                  <a:pt x="41" y="27"/>
                  <a:pt x="41" y="27"/>
                </a:cubicBezTo>
                <a:cubicBezTo>
                  <a:pt x="50" y="27"/>
                  <a:pt x="50" y="27"/>
                  <a:pt x="50" y="27"/>
                </a:cubicBezTo>
                <a:lnTo>
                  <a:pt x="46" y="22"/>
                </a:lnTo>
                <a:close/>
                <a:moveTo>
                  <a:pt x="44" y="21"/>
                </a:moveTo>
                <a:cubicBezTo>
                  <a:pt x="33" y="21"/>
                  <a:pt x="33" y="21"/>
                  <a:pt x="33" y="21"/>
                </a:cubicBezTo>
                <a:cubicBezTo>
                  <a:pt x="39" y="27"/>
                  <a:pt x="39" y="27"/>
                  <a:pt x="39" y="27"/>
                </a:cubicBezTo>
                <a:lnTo>
                  <a:pt x="44" y="21"/>
                </a:lnTo>
                <a:close/>
                <a:moveTo>
                  <a:pt x="25" y="29"/>
                </a:moveTo>
                <a:cubicBezTo>
                  <a:pt x="31" y="48"/>
                  <a:pt x="31" y="48"/>
                  <a:pt x="31" y="48"/>
                </a:cubicBezTo>
                <a:cubicBezTo>
                  <a:pt x="37" y="29"/>
                  <a:pt x="37" y="29"/>
                  <a:pt x="37" y="29"/>
                </a:cubicBezTo>
                <a:lnTo>
                  <a:pt x="25" y="29"/>
                </a:lnTo>
                <a:close/>
                <a:moveTo>
                  <a:pt x="36" y="27"/>
                </a:moveTo>
                <a:cubicBezTo>
                  <a:pt x="31" y="22"/>
                  <a:pt x="31" y="22"/>
                  <a:pt x="31" y="22"/>
                </a:cubicBezTo>
                <a:cubicBezTo>
                  <a:pt x="26" y="27"/>
                  <a:pt x="26" y="27"/>
                  <a:pt x="26" y="27"/>
                </a:cubicBezTo>
                <a:lnTo>
                  <a:pt x="36" y="27"/>
                </a:lnTo>
                <a:close/>
                <a:moveTo>
                  <a:pt x="28" y="21"/>
                </a:moveTo>
                <a:cubicBezTo>
                  <a:pt x="18" y="21"/>
                  <a:pt x="18" y="21"/>
                  <a:pt x="18" y="21"/>
                </a:cubicBezTo>
                <a:cubicBezTo>
                  <a:pt x="23" y="27"/>
                  <a:pt x="23" y="27"/>
                  <a:pt x="23" y="27"/>
                </a:cubicBezTo>
                <a:lnTo>
                  <a:pt x="28" y="21"/>
                </a:lnTo>
                <a:close/>
                <a:moveTo>
                  <a:pt x="12" y="27"/>
                </a:moveTo>
                <a:cubicBezTo>
                  <a:pt x="21" y="27"/>
                  <a:pt x="21" y="27"/>
                  <a:pt x="21" y="27"/>
                </a:cubicBezTo>
                <a:cubicBezTo>
                  <a:pt x="16" y="22"/>
                  <a:pt x="16" y="22"/>
                  <a:pt x="16" y="22"/>
                </a:cubicBezTo>
                <a:lnTo>
                  <a:pt x="12" y="27"/>
                </a:lnTo>
                <a:close/>
                <a:moveTo>
                  <a:pt x="28" y="47"/>
                </a:moveTo>
                <a:cubicBezTo>
                  <a:pt x="22" y="29"/>
                  <a:pt x="22" y="29"/>
                  <a:pt x="22" y="29"/>
                </a:cubicBezTo>
                <a:cubicBezTo>
                  <a:pt x="12" y="29"/>
                  <a:pt x="12" y="29"/>
                  <a:pt x="12" y="29"/>
                </a:cubicBezTo>
                <a:lnTo>
                  <a:pt x="28" y="47"/>
                </a:lnTo>
                <a:close/>
                <a:moveTo>
                  <a:pt x="33" y="47"/>
                </a:moveTo>
                <a:cubicBezTo>
                  <a:pt x="49" y="29"/>
                  <a:pt x="49" y="29"/>
                  <a:pt x="49" y="29"/>
                </a:cubicBezTo>
                <a:cubicBezTo>
                  <a:pt x="39" y="29"/>
                  <a:pt x="39" y="29"/>
                  <a:pt x="39" y="29"/>
                </a:cubicBezTo>
                <a:lnTo>
                  <a:pt x="33" y="4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91400" tIns="45701" rIns="91400" bIns="4570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7007BAE-9C54-700E-E8DC-313FDC6C68FF}"/>
              </a:ext>
            </a:extLst>
          </p:cNvPr>
          <p:cNvSpPr txBox="1"/>
          <p:nvPr/>
        </p:nvSpPr>
        <p:spPr>
          <a:xfrm>
            <a:off x="1645261" y="3349246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图片占位</a:t>
            </a:r>
          </a:p>
        </p:txBody>
      </p:sp>
    </p:spTree>
    <p:extLst>
      <p:ext uri="{BB962C8B-B14F-4D97-AF65-F5344CB8AC3E}">
        <p14:creationId xmlns:p14="http://schemas.microsoft.com/office/powerpoint/2010/main" val="289049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87ADC2-A5CE-0FFC-6361-F394C0B6A24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4.3 </a:t>
            </a:r>
            <a:r>
              <a:rPr lang="zh-CN" altLang="en-US" dirty="0"/>
              <a:t>系统图片页展示</a:t>
            </a:r>
          </a:p>
        </p:txBody>
      </p:sp>
      <p:sp>
        <p:nvSpPr>
          <p:cNvPr id="4" name="梯形 3">
            <a:extLst>
              <a:ext uri="{FF2B5EF4-FFF2-40B4-BE49-F238E27FC236}">
                <a16:creationId xmlns:a16="http://schemas.microsoft.com/office/drawing/2014/main" id="{2E6C89BE-7F70-B98D-CCED-B30DD2469773}"/>
              </a:ext>
            </a:extLst>
          </p:cNvPr>
          <p:cNvSpPr/>
          <p:nvPr/>
        </p:nvSpPr>
        <p:spPr bwMode="auto">
          <a:xfrm>
            <a:off x="694144" y="5668422"/>
            <a:ext cx="10866916" cy="353943"/>
          </a:xfrm>
          <a:prstGeom prst="trapezoid">
            <a:avLst>
              <a:gd name="adj" fmla="val 381142"/>
            </a:avLst>
          </a:prstGeom>
          <a:gradFill flip="none" rotWithShape="1">
            <a:gsLst>
              <a:gs pos="0">
                <a:srgbClr val="005ED0">
                  <a:alpha val="0"/>
                </a:srgbClr>
              </a:gs>
              <a:gs pos="100000">
                <a:srgbClr val="005ED0">
                  <a:alpha val="10000"/>
                </a:srgbClr>
              </a:gs>
            </a:gsLst>
            <a:lin ang="5400000" scaled="1"/>
            <a:tileRect/>
          </a:gradFill>
          <a:ln>
            <a:gradFill flip="none" rotWithShape="1">
              <a:gsLst>
                <a:gs pos="0">
                  <a:srgbClr val="005ED0">
                    <a:alpha val="40000"/>
                  </a:srgbClr>
                </a:gs>
                <a:gs pos="84000">
                  <a:srgbClr val="005ED0">
                    <a:alpha val="0"/>
                  </a:srgb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11A6CE0-15B9-B61E-DEB4-E1BB1E30F307}"/>
              </a:ext>
            </a:extLst>
          </p:cNvPr>
          <p:cNvSpPr txBox="1"/>
          <p:nvPr/>
        </p:nvSpPr>
        <p:spPr>
          <a:xfrm>
            <a:off x="1116239" y="5260201"/>
            <a:ext cx="9959522" cy="68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hangingPunct="0">
              <a:lnSpc>
                <a:spcPct val="125000"/>
              </a:lnSpc>
              <a:spcAft>
                <a:spcPts val="100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单击此处输入您的总结性文字。文字是您思想的提炼，为了最终演示发布的良好效果，请尽量言简意赅的阐述观点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;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 根据需要可酌情增减文字，以使观者可以准确理解您所传达的信息。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D1BA66-C12B-6B65-9724-5CC9A6DEB114}"/>
              </a:ext>
            </a:extLst>
          </p:cNvPr>
          <p:cNvSpPr/>
          <p:nvPr/>
        </p:nvSpPr>
        <p:spPr>
          <a:xfrm>
            <a:off x="1384300" y="1196975"/>
            <a:ext cx="9042984" cy="3461196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图片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DAF27E-062C-1080-8E61-45DD2F04F433}"/>
              </a:ext>
            </a:extLst>
          </p:cNvPr>
          <p:cNvSpPr/>
          <p:nvPr/>
        </p:nvSpPr>
        <p:spPr>
          <a:xfrm>
            <a:off x="1567636" y="1351975"/>
            <a:ext cx="9042984" cy="3461196"/>
          </a:xfrm>
          <a:prstGeom prst="rect">
            <a:avLst/>
          </a:prstGeom>
          <a:solidFill>
            <a:srgbClr val="D2E0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图片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3CD2C27-5128-E63C-2FAD-F940C7BAC65E}"/>
              </a:ext>
            </a:extLst>
          </p:cNvPr>
          <p:cNvSpPr/>
          <p:nvPr/>
        </p:nvSpPr>
        <p:spPr>
          <a:xfrm>
            <a:off x="1764717" y="1564746"/>
            <a:ext cx="9042984" cy="3461196"/>
          </a:xfrm>
          <a:prstGeom prst="rect">
            <a:avLst/>
          </a:prstGeom>
          <a:solidFill>
            <a:srgbClr val="C5D7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图片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3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1457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D89A9-5E60-53AC-16E8-5D5E0CA8E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2536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白色版">
  <a:themeElements>
    <a:clrScheme name="浅色版">
      <a:dk1>
        <a:srgbClr val="080808"/>
      </a:dk1>
      <a:lt1>
        <a:srgbClr val="FFFFFF"/>
      </a:lt1>
      <a:dk2>
        <a:srgbClr val="00479D"/>
      </a:dk2>
      <a:lt2>
        <a:srgbClr val="F2F2F2"/>
      </a:lt2>
      <a:accent1>
        <a:srgbClr val="00479D"/>
      </a:accent1>
      <a:accent2>
        <a:srgbClr val="00A9E4"/>
      </a:accent2>
      <a:accent3>
        <a:srgbClr val="13AE67"/>
      </a:accent3>
      <a:accent4>
        <a:srgbClr val="F8B62D"/>
      </a:accent4>
      <a:accent5>
        <a:srgbClr val="00A29A"/>
      </a:accent5>
      <a:accent6>
        <a:srgbClr val="ED7D31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深色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5772</TotalTime>
  <Words>2408</Words>
  <Application>Microsoft Office PowerPoint</Application>
  <PresentationFormat>宽屏</PresentationFormat>
  <Paragraphs>543</Paragraphs>
  <Slides>23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0" baseType="lpstr">
      <vt:lpstr>等线</vt:lpstr>
      <vt:lpstr>思源黑体 CN Bold</vt:lpstr>
      <vt:lpstr>思源黑体 CN Medium</vt:lpstr>
      <vt:lpstr>思源黑体 CN Regular</vt:lpstr>
      <vt:lpstr>Arial</vt:lpstr>
      <vt:lpstr>白色版</vt:lpstr>
      <vt:lpstr>深色版</vt:lpstr>
      <vt:lpstr>PowerPoint 演示文稿</vt:lpstr>
      <vt:lpstr>PowerPoint 演示文稿</vt:lpstr>
      <vt:lpstr>PowerPoint 演示文稿</vt:lpstr>
      <vt:lpstr>1.1 有递进关系的内容展示</vt:lpstr>
      <vt:lpstr>1.1有递进关系的内容展示</vt:lpstr>
      <vt:lpstr>1.2 形式统一样式1</vt:lpstr>
      <vt:lpstr>1.2 形式统一样式2</vt:lpstr>
      <vt:lpstr>1.3 总分样式1</vt:lpstr>
      <vt:lpstr>1.3 总分样式2</vt:lpstr>
      <vt:lpstr>PowerPoint 演示文稿</vt:lpstr>
      <vt:lpstr>2.1 架构图</vt:lpstr>
      <vt:lpstr>2.2 架构图+内容1</vt:lpstr>
      <vt:lpstr>2.2 架构图+内容2</vt:lpstr>
      <vt:lpstr>2.3 点标题样式</vt:lpstr>
      <vt:lpstr>PowerPoint 演示文稿</vt:lpstr>
      <vt:lpstr>2.1 正式场合使用</vt:lpstr>
      <vt:lpstr>2.2 活泼型展示</vt:lpstr>
      <vt:lpstr>2.3 表格样式</vt:lpstr>
      <vt:lpstr>PowerPoint 演示文稿</vt:lpstr>
      <vt:lpstr>4.1 图片+内容</vt:lpstr>
      <vt:lpstr>4.2 图片+总结+内容</vt:lpstr>
      <vt:lpstr>4.3 系统图片页展示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na li</cp:lastModifiedBy>
  <cp:revision>674</cp:revision>
  <dcterms:created xsi:type="dcterms:W3CDTF">2021-04-22T05:49:00Z</dcterms:created>
  <dcterms:modified xsi:type="dcterms:W3CDTF">2026-02-03T01:28:03Z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2052-11.1.0.10700</vt:lpwstr>
  </property>
  <property fmtid="{D5CDD505-2E9C-101B-9397-08002B2CF9AE}" pid="3" name="ICV">
    <vt:lpwstr>619C4B77A1AD4BB1994E912FDCDDBE20</vt:lpwstr>
  </property>
</Properties>
</file>